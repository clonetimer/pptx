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0"/>
  </p:notes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  <p:sldId id="264" r:id="rId9"/>
    <p:sldId id="263" r:id="rId10"/>
    <p:sldId id="295" r:id="rId11"/>
    <p:sldId id="265" r:id="rId12"/>
    <p:sldId id="269" r:id="rId13"/>
    <p:sldId id="266" r:id="rId14"/>
    <p:sldId id="267" r:id="rId15"/>
    <p:sldId id="268" r:id="rId16"/>
    <p:sldId id="271" r:id="rId17"/>
    <p:sldId id="270" r:id="rId18"/>
    <p:sldId id="294" r:id="rId19"/>
    <p:sldId id="278" r:id="rId20"/>
    <p:sldId id="279" r:id="rId21"/>
    <p:sldId id="280" r:id="rId22"/>
    <p:sldId id="281" r:id="rId23"/>
    <p:sldId id="282" r:id="rId24"/>
    <p:sldId id="283" r:id="rId25"/>
    <p:sldId id="286" r:id="rId26"/>
    <p:sldId id="292" r:id="rId27"/>
    <p:sldId id="293" r:id="rId28"/>
    <p:sldId id="296" r:id="rId29"/>
    <p:sldId id="305" r:id="rId30"/>
    <p:sldId id="306" r:id="rId31"/>
    <p:sldId id="307" r:id="rId32"/>
    <p:sldId id="308" r:id="rId33"/>
    <p:sldId id="310" r:id="rId34"/>
    <p:sldId id="311" r:id="rId35"/>
    <p:sldId id="309" r:id="rId36"/>
    <p:sldId id="313" r:id="rId37"/>
    <p:sldId id="314" r:id="rId38"/>
    <p:sldId id="315" r:id="rId39"/>
    <p:sldId id="316" r:id="rId40"/>
    <p:sldId id="317" r:id="rId41"/>
    <p:sldId id="320" r:id="rId42"/>
    <p:sldId id="321" r:id="rId43"/>
    <p:sldId id="322" r:id="rId44"/>
    <p:sldId id="323" r:id="rId45"/>
    <p:sldId id="324" r:id="rId46"/>
    <p:sldId id="325" r:id="rId47"/>
    <p:sldId id="326" r:id="rId48"/>
    <p:sldId id="327" r:id="rId49"/>
    <p:sldId id="328" r:id="rId50"/>
    <p:sldId id="329" r:id="rId51"/>
    <p:sldId id="330" r:id="rId52"/>
    <p:sldId id="331" r:id="rId53"/>
    <p:sldId id="332" r:id="rId54"/>
    <p:sldId id="333" r:id="rId55"/>
    <p:sldId id="334" r:id="rId56"/>
    <p:sldId id="318" r:id="rId57"/>
    <p:sldId id="336" r:id="rId58"/>
    <p:sldId id="341" r:id="rId59"/>
    <p:sldId id="342" r:id="rId60"/>
    <p:sldId id="349" r:id="rId61"/>
    <p:sldId id="343" r:id="rId62"/>
    <p:sldId id="345" r:id="rId63"/>
    <p:sldId id="346" r:id="rId64"/>
    <p:sldId id="347" r:id="rId65"/>
    <p:sldId id="351" r:id="rId66"/>
    <p:sldId id="352" r:id="rId67"/>
    <p:sldId id="353" r:id="rId68"/>
    <p:sldId id="354" r:id="rId69"/>
    <p:sldId id="355" r:id="rId70"/>
    <p:sldId id="356" r:id="rId71"/>
    <p:sldId id="357" r:id="rId72"/>
    <p:sldId id="358" r:id="rId73"/>
    <p:sldId id="359" r:id="rId74"/>
    <p:sldId id="360" r:id="rId75"/>
    <p:sldId id="361" r:id="rId76"/>
    <p:sldId id="362" r:id="rId77"/>
    <p:sldId id="363" r:id="rId78"/>
    <p:sldId id="364" r:id="rId79"/>
    <p:sldId id="365" r:id="rId80"/>
    <p:sldId id="367" r:id="rId81"/>
    <p:sldId id="368" r:id="rId82"/>
    <p:sldId id="369" r:id="rId83"/>
    <p:sldId id="370" r:id="rId84"/>
    <p:sldId id="371" r:id="rId85"/>
    <p:sldId id="372" r:id="rId86"/>
    <p:sldId id="374" r:id="rId87"/>
    <p:sldId id="375" r:id="rId88"/>
    <p:sldId id="373" r:id="rId89"/>
    <p:sldId id="376" r:id="rId90"/>
    <p:sldId id="377" r:id="rId91"/>
    <p:sldId id="378" r:id="rId92"/>
    <p:sldId id="379" r:id="rId93"/>
    <p:sldId id="380" r:id="rId94"/>
    <p:sldId id="381" r:id="rId95"/>
    <p:sldId id="382" r:id="rId96"/>
    <p:sldId id="383" r:id="rId97"/>
    <p:sldId id="384" r:id="rId98"/>
    <p:sldId id="385" r:id="rId99"/>
    <p:sldId id="386" r:id="rId100"/>
    <p:sldId id="387" r:id="rId101"/>
    <p:sldId id="388" r:id="rId102"/>
    <p:sldId id="389" r:id="rId103"/>
    <p:sldId id="390" r:id="rId104"/>
    <p:sldId id="391" r:id="rId105"/>
    <p:sldId id="392" r:id="rId106"/>
    <p:sldId id="393" r:id="rId107"/>
    <p:sldId id="395" r:id="rId108"/>
    <p:sldId id="394" r:id="rId109"/>
    <p:sldId id="396" r:id="rId110"/>
    <p:sldId id="397" r:id="rId111"/>
    <p:sldId id="398" r:id="rId112"/>
    <p:sldId id="399" r:id="rId113"/>
    <p:sldId id="400" r:id="rId114"/>
    <p:sldId id="401" r:id="rId115"/>
    <p:sldId id="402" r:id="rId116"/>
    <p:sldId id="403" r:id="rId117"/>
    <p:sldId id="404" r:id="rId118"/>
    <p:sldId id="405" r:id="rId119"/>
    <p:sldId id="406" r:id="rId120"/>
    <p:sldId id="414" r:id="rId121"/>
    <p:sldId id="407" r:id="rId122"/>
    <p:sldId id="408" r:id="rId123"/>
    <p:sldId id="409" r:id="rId124"/>
    <p:sldId id="410" r:id="rId125"/>
    <p:sldId id="411" r:id="rId126"/>
    <p:sldId id="412" r:id="rId127"/>
    <p:sldId id="413" r:id="rId128"/>
    <p:sldId id="415" r:id="rId1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33CCFF"/>
    <a:srgbClr val="66FF99"/>
    <a:srgbClr val="FAD60E"/>
    <a:srgbClr val="33CCCC"/>
    <a:srgbClr val="FF99FF"/>
    <a:srgbClr val="FF66FF"/>
    <a:srgbClr val="FFCCFF"/>
    <a:srgbClr val="EDABCA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0059" autoAdjust="0"/>
  </p:normalViewPr>
  <p:slideViewPr>
    <p:cSldViewPr snapToGrid="0">
      <p:cViewPr varScale="1">
        <p:scale>
          <a:sx n="102" d="100"/>
          <a:sy n="102" d="100"/>
        </p:scale>
        <p:origin x="2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A0BA77-DA83-4D8C-B073-AA949868DFA5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E31F1A74-221F-41C2-963F-B9BA631106E4}">
      <dgm:prSet phldrT="[文本]" custT="1"/>
      <dgm:spPr>
        <a:noFill/>
        <a:ln>
          <a:solidFill>
            <a:schemeClr val="tx1"/>
          </a:solidFill>
        </a:ln>
      </dgm:spPr>
      <dgm:t>
        <a:bodyPr/>
        <a:lstStyle/>
        <a:p>
          <a:r>
            <a:rPr lang="zh-CN" altLang="en-US" sz="1100" dirty="0">
              <a:solidFill>
                <a:schemeClr val="tx1"/>
              </a:solidFill>
            </a:rPr>
            <a:t>舵回路</a:t>
          </a:r>
        </a:p>
      </dgm:t>
    </dgm:pt>
    <dgm:pt modelId="{88966AD2-A5CC-4A8C-A607-C3AF90D96879}" type="parTrans" cxnId="{C620C28F-BCCB-4DB7-A859-B7EDA379E890}">
      <dgm:prSet/>
      <dgm:spPr/>
      <dgm:t>
        <a:bodyPr/>
        <a:lstStyle/>
        <a:p>
          <a:endParaRPr lang="zh-CN" altLang="en-US"/>
        </a:p>
      </dgm:t>
    </dgm:pt>
    <dgm:pt modelId="{5A0CD8DB-E214-48D2-A103-7D8BDF03F379}" type="sibTrans" cxnId="{C620C28F-BCCB-4DB7-A859-B7EDA379E890}">
      <dgm:prSet/>
      <dgm:spPr/>
      <dgm:t>
        <a:bodyPr/>
        <a:lstStyle/>
        <a:p>
          <a:endParaRPr lang="zh-CN" altLang="en-US"/>
        </a:p>
      </dgm:t>
    </dgm:pt>
    <dgm:pt modelId="{BBE27727-1F6F-47A4-B62B-E012ECF5F1B8}">
      <dgm:prSet phldrT="[文本]" custT="1"/>
      <dgm:spPr>
        <a:solidFill>
          <a:schemeClr val="bg1"/>
        </a:solidFill>
        <a:ln>
          <a:solidFill>
            <a:schemeClr val="tx1"/>
          </a:solidFill>
        </a:ln>
      </dgm:spPr>
      <dgm:t>
        <a:bodyPr/>
        <a:lstStyle/>
        <a:p>
          <a:r>
            <a:rPr lang="zh-CN" altLang="en-US" sz="1100" dirty="0">
              <a:solidFill>
                <a:schemeClr val="tx1"/>
              </a:solidFill>
            </a:rPr>
            <a:t>控制量</a:t>
          </a:r>
        </a:p>
      </dgm:t>
    </dgm:pt>
    <dgm:pt modelId="{44BB4C75-4AD0-4322-8190-2BCC87AFB5E5}" type="parTrans" cxnId="{2E13021B-38EA-4EA9-B5B7-28C471FA7778}">
      <dgm:prSet/>
      <dgm:spPr/>
      <dgm:t>
        <a:bodyPr/>
        <a:lstStyle/>
        <a:p>
          <a:endParaRPr lang="zh-CN" altLang="en-US"/>
        </a:p>
      </dgm:t>
    </dgm:pt>
    <dgm:pt modelId="{7BE30E47-13C0-4167-AA49-F92D934A7F44}" type="sibTrans" cxnId="{2E13021B-38EA-4EA9-B5B7-28C471FA7778}">
      <dgm:prSet/>
      <dgm:spPr/>
      <dgm:t>
        <a:bodyPr/>
        <a:lstStyle/>
        <a:p>
          <a:endParaRPr lang="zh-CN" altLang="en-US"/>
        </a:p>
      </dgm:t>
    </dgm:pt>
    <dgm:pt modelId="{0B7FCCB2-94DC-488F-B45F-4BAF64360808}">
      <dgm:prSet phldrT="[文本]" custT="1"/>
      <dgm:spPr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舵偏角指令</a:t>
          </a:r>
        </a:p>
      </dgm:t>
    </dgm:pt>
    <dgm:pt modelId="{CD328808-1F05-48DF-BC95-C8E946189E77}" type="parTrans" cxnId="{4B19D754-6075-42FC-BC21-7971C5E24B33}">
      <dgm:prSet/>
      <dgm:spPr/>
      <dgm:t>
        <a:bodyPr/>
        <a:lstStyle/>
        <a:p>
          <a:endParaRPr lang="zh-CN" altLang="en-US"/>
        </a:p>
      </dgm:t>
    </dgm:pt>
    <dgm:pt modelId="{512A8CED-B100-4664-BCEA-DBD1CA697D03}" type="sibTrans" cxnId="{4B19D754-6075-42FC-BC21-7971C5E24B33}">
      <dgm:prSet/>
      <dgm:spPr/>
      <dgm:t>
        <a:bodyPr/>
        <a:lstStyle/>
        <a:p>
          <a:endParaRPr lang="zh-CN" altLang="en-US"/>
        </a:p>
      </dgm:t>
    </dgm:pt>
    <dgm:pt modelId="{C11727F9-87B8-4A86-82CD-CD9BDAD41CBF}">
      <dgm:prSet phldrT="[文本]" custT="1"/>
      <dgm:spPr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负载力矩</a:t>
          </a:r>
        </a:p>
      </dgm:t>
    </dgm:pt>
    <dgm:pt modelId="{16A55553-E768-420A-B20B-E6EEE2E08397}" type="parTrans" cxnId="{D43E43C8-5126-4057-AFCA-86435ED2929E}">
      <dgm:prSet/>
      <dgm:spPr/>
      <dgm:t>
        <a:bodyPr/>
        <a:lstStyle/>
        <a:p>
          <a:endParaRPr lang="zh-CN" altLang="en-US"/>
        </a:p>
      </dgm:t>
    </dgm:pt>
    <dgm:pt modelId="{467D0B17-854B-4585-A67F-FD0491B3AA72}" type="sibTrans" cxnId="{D43E43C8-5126-4057-AFCA-86435ED2929E}">
      <dgm:prSet/>
      <dgm:spPr/>
      <dgm:t>
        <a:bodyPr/>
        <a:lstStyle/>
        <a:p>
          <a:endParaRPr lang="zh-CN" altLang="en-US"/>
        </a:p>
      </dgm:t>
    </dgm:pt>
    <dgm:pt modelId="{72775577-3FA2-43AF-9FD4-7690E13CF57B}">
      <dgm:prSet phldrT="[文本]" custT="1"/>
      <dgm:spPr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状态量</a:t>
          </a:r>
        </a:p>
      </dgm:t>
    </dgm:pt>
    <dgm:pt modelId="{FABBBD29-8408-4C70-A09B-010304374158}" type="parTrans" cxnId="{04F72BAD-0C02-4B0E-AE18-9CD21BF332C1}">
      <dgm:prSet/>
      <dgm:spPr/>
      <dgm:t>
        <a:bodyPr/>
        <a:lstStyle/>
        <a:p>
          <a:endParaRPr lang="zh-CN" altLang="en-US"/>
        </a:p>
      </dgm:t>
    </dgm:pt>
    <dgm:pt modelId="{BAB7114B-B9B8-4815-9FA8-E3488A9006D2}" type="sibTrans" cxnId="{04F72BAD-0C02-4B0E-AE18-9CD21BF332C1}">
      <dgm:prSet/>
      <dgm:spPr/>
      <dgm:t>
        <a:bodyPr/>
        <a:lstStyle/>
        <a:p>
          <a:endParaRPr lang="zh-CN" altLang="en-US"/>
        </a:p>
      </dgm:t>
    </dgm:pt>
    <dgm:pt modelId="{E1E75934-688B-4D4D-A418-45347145D9AB}">
      <dgm:prSet phldrT="[文本]" custT="1"/>
      <dgm:spPr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r>
            <a:rPr lang="zh-CN" altLang="en-US" sz="1100" kern="1200" dirty="0">
              <a:solidFill>
                <a:schemeClr val="tx1"/>
              </a:solidFill>
            </a:rPr>
            <a:t>退化因素</a:t>
          </a:r>
        </a:p>
      </dgm:t>
    </dgm:pt>
    <dgm:pt modelId="{3A1C5710-0BE2-42A9-B1B2-EFAA0F6DBDC9}" type="parTrans" cxnId="{29433C3F-37FB-4573-9BD2-41BB80B19953}">
      <dgm:prSet/>
      <dgm:spPr/>
      <dgm:t>
        <a:bodyPr/>
        <a:lstStyle/>
        <a:p>
          <a:endParaRPr lang="zh-CN" altLang="en-US"/>
        </a:p>
      </dgm:t>
    </dgm:pt>
    <dgm:pt modelId="{005D2022-4949-4313-B11F-06B36F11BB61}" type="sibTrans" cxnId="{29433C3F-37FB-4573-9BD2-41BB80B19953}">
      <dgm:prSet/>
      <dgm:spPr/>
      <dgm:t>
        <a:bodyPr/>
        <a:lstStyle/>
        <a:p>
          <a:endParaRPr lang="zh-CN" altLang="en-US"/>
        </a:p>
      </dgm:t>
    </dgm:pt>
    <dgm:pt modelId="{F939D44C-C37E-4A09-9986-7E7B1D129953}">
      <dgm:prSet phldrT="[文本]" custT="1"/>
      <dgm:spPr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电流</a:t>
          </a:r>
        </a:p>
      </dgm:t>
    </dgm:pt>
    <dgm:pt modelId="{0EB5411C-250C-4B4B-9FE1-4C3F834DD96C}" type="parTrans" cxnId="{14476B54-3624-4EAF-8A00-5A58F9AD0C92}">
      <dgm:prSet/>
      <dgm:spPr/>
      <dgm:t>
        <a:bodyPr/>
        <a:lstStyle/>
        <a:p>
          <a:endParaRPr lang="zh-CN" altLang="en-US"/>
        </a:p>
      </dgm:t>
    </dgm:pt>
    <dgm:pt modelId="{E328DA95-1C0F-4D09-917E-F828ED237D34}" type="sibTrans" cxnId="{14476B54-3624-4EAF-8A00-5A58F9AD0C92}">
      <dgm:prSet/>
      <dgm:spPr/>
      <dgm:t>
        <a:bodyPr/>
        <a:lstStyle/>
        <a:p>
          <a:endParaRPr lang="zh-CN" altLang="en-US"/>
        </a:p>
      </dgm:t>
    </dgm:pt>
    <dgm:pt modelId="{61A2DC0A-ED41-4E38-AC17-B39DBD1ED0CD}">
      <dgm:prSet phldrT="[文本]" custT="1"/>
      <dgm:spPr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电压</a:t>
          </a:r>
        </a:p>
      </dgm:t>
    </dgm:pt>
    <dgm:pt modelId="{3EBB14AD-5235-4C41-BB96-8CCBC865F436}" type="parTrans" cxnId="{312BECA0-EFD1-4D31-AE48-706929E7B28D}">
      <dgm:prSet/>
      <dgm:spPr/>
      <dgm:t>
        <a:bodyPr/>
        <a:lstStyle/>
        <a:p>
          <a:endParaRPr lang="zh-CN" altLang="en-US"/>
        </a:p>
      </dgm:t>
    </dgm:pt>
    <dgm:pt modelId="{05365C84-DD87-4F8F-80F9-7E9DD7C0E5BC}" type="sibTrans" cxnId="{312BECA0-EFD1-4D31-AE48-706929E7B28D}">
      <dgm:prSet/>
      <dgm:spPr/>
      <dgm:t>
        <a:bodyPr/>
        <a:lstStyle/>
        <a:p>
          <a:endParaRPr lang="zh-CN" altLang="en-US"/>
        </a:p>
      </dgm:t>
    </dgm:pt>
    <dgm:pt modelId="{FC60A60B-BE80-44AE-804F-7CB31AE24C18}">
      <dgm:prSet phldrT="[文本]" custT="1"/>
      <dgm:spPr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转速</a:t>
          </a:r>
        </a:p>
      </dgm:t>
    </dgm:pt>
    <dgm:pt modelId="{05917545-B9C8-485F-9219-525B87EE5EEA}" type="parTrans" cxnId="{A03855E4-1D1A-4992-9C09-7E28406D66C5}">
      <dgm:prSet/>
      <dgm:spPr/>
      <dgm:t>
        <a:bodyPr/>
        <a:lstStyle/>
        <a:p>
          <a:endParaRPr lang="zh-CN" altLang="en-US"/>
        </a:p>
      </dgm:t>
    </dgm:pt>
    <dgm:pt modelId="{9958B66A-51E1-43E9-A75B-83ABA04F52CC}" type="sibTrans" cxnId="{A03855E4-1D1A-4992-9C09-7E28406D66C5}">
      <dgm:prSet/>
      <dgm:spPr/>
      <dgm:t>
        <a:bodyPr/>
        <a:lstStyle/>
        <a:p>
          <a:endParaRPr lang="zh-CN" altLang="en-US"/>
        </a:p>
      </dgm:t>
    </dgm:pt>
    <dgm:pt modelId="{5C2B00AA-E5B1-414D-9946-F09540F7C5C0}">
      <dgm:prSet phldrT="[文本]" custT="1"/>
      <dgm:spPr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温度</a:t>
          </a:r>
        </a:p>
      </dgm:t>
    </dgm:pt>
    <dgm:pt modelId="{CDE0C20E-B8DC-481C-9C88-82D7B3D737A5}" type="parTrans" cxnId="{4760C296-183B-47A8-BCB9-F238F5093F97}">
      <dgm:prSet/>
      <dgm:spPr/>
      <dgm:t>
        <a:bodyPr/>
        <a:lstStyle/>
        <a:p>
          <a:endParaRPr lang="zh-CN" altLang="en-US"/>
        </a:p>
      </dgm:t>
    </dgm:pt>
    <dgm:pt modelId="{6CEEA6D9-0B90-4111-8E66-52CE172EBD80}" type="sibTrans" cxnId="{4760C296-183B-47A8-BCB9-F238F5093F97}">
      <dgm:prSet/>
      <dgm:spPr/>
      <dgm:t>
        <a:bodyPr/>
        <a:lstStyle/>
        <a:p>
          <a:endParaRPr lang="zh-CN" altLang="en-US"/>
        </a:p>
      </dgm:t>
    </dgm:pt>
    <dgm:pt modelId="{B0041887-AE9D-4E81-990F-12435E8AC21B}">
      <dgm:prSet phldrT="[文本]" custT="1"/>
      <dgm:spPr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gm:spPr>
      <dgm:t>
        <a:bodyPr spcFirstLastPara="0" vert="horz" wrap="square" lIns="6985" tIns="6985" rIns="6985" bIns="6985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电位器老化</a:t>
          </a:r>
        </a:p>
      </dgm:t>
    </dgm:pt>
    <dgm:pt modelId="{E1763322-5B15-4D35-BC35-F2544679BE9D}" type="parTrans" cxnId="{68FD5469-C806-4636-8FD4-7BF011F69A21}">
      <dgm:prSet/>
      <dgm:spPr/>
      <dgm:t>
        <a:bodyPr/>
        <a:lstStyle/>
        <a:p>
          <a:endParaRPr lang="zh-CN" altLang="en-US"/>
        </a:p>
      </dgm:t>
    </dgm:pt>
    <dgm:pt modelId="{D8C556D4-D46D-4895-907A-8936FA63BBC9}" type="sibTrans" cxnId="{68FD5469-C806-4636-8FD4-7BF011F69A21}">
      <dgm:prSet/>
      <dgm:spPr/>
      <dgm:t>
        <a:bodyPr/>
        <a:lstStyle/>
        <a:p>
          <a:endParaRPr lang="zh-CN" altLang="en-US"/>
        </a:p>
      </dgm:t>
    </dgm:pt>
    <dgm:pt modelId="{4ED2A5C1-DA14-4100-93EA-1F13D706CC4F}" type="pres">
      <dgm:prSet presAssocID="{71A0BA77-DA83-4D8C-B073-AA949868DFA5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706C614B-7D9F-4914-A5F9-E69D5E8E296E}" type="pres">
      <dgm:prSet presAssocID="{E31F1A74-221F-41C2-963F-B9BA631106E4}" presName="root1" presStyleCnt="0"/>
      <dgm:spPr/>
    </dgm:pt>
    <dgm:pt modelId="{2D5DD143-3124-4442-A758-040B6EF4F821}" type="pres">
      <dgm:prSet presAssocID="{E31F1A74-221F-41C2-963F-B9BA631106E4}" presName="LevelOneTextNode" presStyleLbl="node0" presStyleIdx="0" presStyleCnt="1" custLinFactNeighborX="-59465" custLinFactNeighborY="1749">
        <dgm:presLayoutVars>
          <dgm:chPref val="3"/>
        </dgm:presLayoutVars>
      </dgm:prSet>
      <dgm:spPr/>
    </dgm:pt>
    <dgm:pt modelId="{534588F3-DD89-4BD8-9304-31FF9DE6D716}" type="pres">
      <dgm:prSet presAssocID="{E31F1A74-221F-41C2-963F-B9BA631106E4}" presName="level2hierChild" presStyleCnt="0"/>
      <dgm:spPr/>
    </dgm:pt>
    <dgm:pt modelId="{12F005BC-8C28-48CF-80DB-93D793372731}" type="pres">
      <dgm:prSet presAssocID="{44BB4C75-4AD0-4322-8190-2BCC87AFB5E5}" presName="conn2-1" presStyleLbl="parChTrans1D2" presStyleIdx="0" presStyleCnt="3"/>
      <dgm:spPr/>
    </dgm:pt>
    <dgm:pt modelId="{E65E756E-DD9F-407C-8D44-44364DDB91D9}" type="pres">
      <dgm:prSet presAssocID="{44BB4C75-4AD0-4322-8190-2BCC87AFB5E5}" presName="connTx" presStyleLbl="parChTrans1D2" presStyleIdx="0" presStyleCnt="3"/>
      <dgm:spPr/>
    </dgm:pt>
    <dgm:pt modelId="{7BE1E592-15D5-4DF5-A6DF-AD453880D336}" type="pres">
      <dgm:prSet presAssocID="{BBE27727-1F6F-47A4-B62B-E012ECF5F1B8}" presName="root2" presStyleCnt="0"/>
      <dgm:spPr/>
    </dgm:pt>
    <dgm:pt modelId="{3ECCC713-F5A2-4EE9-9B2D-2257CBD732F3}" type="pres">
      <dgm:prSet presAssocID="{BBE27727-1F6F-47A4-B62B-E012ECF5F1B8}" presName="LevelTwoTextNode" presStyleLbl="node2" presStyleIdx="0" presStyleCnt="3" custLinFactNeighborX="-36882" custLinFactNeighborY="1749">
        <dgm:presLayoutVars>
          <dgm:chPref val="3"/>
        </dgm:presLayoutVars>
      </dgm:prSet>
      <dgm:spPr/>
    </dgm:pt>
    <dgm:pt modelId="{3672D4DA-C998-48D9-9895-450DFAB06910}" type="pres">
      <dgm:prSet presAssocID="{BBE27727-1F6F-47A4-B62B-E012ECF5F1B8}" presName="level3hierChild" presStyleCnt="0"/>
      <dgm:spPr/>
    </dgm:pt>
    <dgm:pt modelId="{90A52DC6-A2CD-4F26-8D32-63930F365F03}" type="pres">
      <dgm:prSet presAssocID="{CD328808-1F05-48DF-BC95-C8E946189E77}" presName="conn2-1" presStyleLbl="parChTrans1D3" presStyleIdx="0" presStyleCnt="7"/>
      <dgm:spPr/>
    </dgm:pt>
    <dgm:pt modelId="{C1812A04-A078-4C33-AC13-47F7E73674BF}" type="pres">
      <dgm:prSet presAssocID="{CD328808-1F05-48DF-BC95-C8E946189E77}" presName="connTx" presStyleLbl="parChTrans1D3" presStyleIdx="0" presStyleCnt="7"/>
      <dgm:spPr/>
    </dgm:pt>
    <dgm:pt modelId="{173DC40C-AA53-4AFE-8A8C-A294B9C4B303}" type="pres">
      <dgm:prSet presAssocID="{0B7FCCB2-94DC-488F-B45F-4BAF64360808}" presName="root2" presStyleCnt="0"/>
      <dgm:spPr/>
    </dgm:pt>
    <dgm:pt modelId="{7C3AF18B-7704-4DB2-A1B3-23BC96E72369}" type="pres">
      <dgm:prSet presAssocID="{0B7FCCB2-94DC-488F-B45F-4BAF64360808}" presName="LevelTwoTextNode" presStyleLbl="node3" presStyleIdx="0" presStyleCnt="7">
        <dgm:presLayoutVars>
          <dgm:chPref val="3"/>
        </dgm:presLayoutVars>
      </dgm:prSet>
      <dgm:spPr>
        <a:xfrm>
          <a:off x="4190426" y="1452"/>
          <a:ext cx="792149" cy="396074"/>
        </a:xfrm>
        <a:prstGeom prst="roundRect">
          <a:avLst>
            <a:gd name="adj" fmla="val 10000"/>
          </a:avLst>
        </a:prstGeom>
      </dgm:spPr>
    </dgm:pt>
    <dgm:pt modelId="{462F21A5-72EF-410D-9CD0-4F8DFEDAA475}" type="pres">
      <dgm:prSet presAssocID="{0B7FCCB2-94DC-488F-B45F-4BAF64360808}" presName="level3hierChild" presStyleCnt="0"/>
      <dgm:spPr/>
    </dgm:pt>
    <dgm:pt modelId="{73F1EE01-408C-4A8A-A712-FBE399C530E0}" type="pres">
      <dgm:prSet presAssocID="{16A55553-E768-420A-B20B-E6EEE2E08397}" presName="conn2-1" presStyleLbl="parChTrans1D3" presStyleIdx="1" presStyleCnt="7"/>
      <dgm:spPr/>
    </dgm:pt>
    <dgm:pt modelId="{55C9CD30-8DA3-4CB3-8958-DDE770B6D0AE}" type="pres">
      <dgm:prSet presAssocID="{16A55553-E768-420A-B20B-E6EEE2E08397}" presName="connTx" presStyleLbl="parChTrans1D3" presStyleIdx="1" presStyleCnt="7"/>
      <dgm:spPr/>
    </dgm:pt>
    <dgm:pt modelId="{41A46667-F7CE-4C67-98FA-7DDAFA492E3C}" type="pres">
      <dgm:prSet presAssocID="{C11727F9-87B8-4A86-82CD-CD9BDAD41CBF}" presName="root2" presStyleCnt="0"/>
      <dgm:spPr/>
    </dgm:pt>
    <dgm:pt modelId="{01D94BBC-4C8A-46D6-9DA7-0849D46E195E}" type="pres">
      <dgm:prSet presAssocID="{C11727F9-87B8-4A86-82CD-CD9BDAD41CBF}" presName="LevelTwoTextNode" presStyleLbl="node3" presStyleIdx="1" presStyleCnt="7">
        <dgm:presLayoutVars>
          <dgm:chPref val="3"/>
        </dgm:presLayoutVars>
      </dgm:prSet>
      <dgm:spPr>
        <a:xfrm>
          <a:off x="4190426" y="456938"/>
          <a:ext cx="792149" cy="396074"/>
        </a:xfrm>
        <a:prstGeom prst="roundRect">
          <a:avLst>
            <a:gd name="adj" fmla="val 10000"/>
          </a:avLst>
        </a:prstGeom>
      </dgm:spPr>
    </dgm:pt>
    <dgm:pt modelId="{EAE0F042-0A35-4B3D-965A-37E13B985568}" type="pres">
      <dgm:prSet presAssocID="{C11727F9-87B8-4A86-82CD-CD9BDAD41CBF}" presName="level3hierChild" presStyleCnt="0"/>
      <dgm:spPr/>
    </dgm:pt>
    <dgm:pt modelId="{8C1E0468-853D-4E6D-9EA3-8CB781B97118}" type="pres">
      <dgm:prSet presAssocID="{FABBBD29-8408-4C70-A09B-010304374158}" presName="conn2-1" presStyleLbl="parChTrans1D2" presStyleIdx="1" presStyleCnt="3"/>
      <dgm:spPr/>
    </dgm:pt>
    <dgm:pt modelId="{1AA6C6F2-D2B0-4BA5-92FB-493ED07667A0}" type="pres">
      <dgm:prSet presAssocID="{FABBBD29-8408-4C70-A09B-010304374158}" presName="connTx" presStyleLbl="parChTrans1D2" presStyleIdx="1" presStyleCnt="3"/>
      <dgm:spPr/>
    </dgm:pt>
    <dgm:pt modelId="{379EF24D-6774-4283-83D8-0DC34C8A1ECA}" type="pres">
      <dgm:prSet presAssocID="{72775577-3FA2-43AF-9FD4-7690E13CF57B}" presName="root2" presStyleCnt="0"/>
      <dgm:spPr/>
    </dgm:pt>
    <dgm:pt modelId="{1E9E438A-E318-4E1A-87EA-221D3E612C0A}" type="pres">
      <dgm:prSet presAssocID="{72775577-3FA2-43AF-9FD4-7690E13CF57B}" presName="LevelTwoTextNode" presStyleLbl="node2" presStyleIdx="1" presStyleCnt="3" custLinFactNeighborX="-36882" custLinFactNeighborY="1749">
        <dgm:presLayoutVars>
          <dgm:chPref val="3"/>
        </dgm:presLayoutVars>
      </dgm:prSet>
      <dgm:spPr>
        <a:xfrm>
          <a:off x="3081417" y="1367911"/>
          <a:ext cx="792149" cy="396074"/>
        </a:xfrm>
        <a:prstGeom prst="roundRect">
          <a:avLst>
            <a:gd name="adj" fmla="val 10000"/>
          </a:avLst>
        </a:prstGeom>
      </dgm:spPr>
    </dgm:pt>
    <dgm:pt modelId="{B7934321-AB04-4060-9E90-F80174F3FDCE}" type="pres">
      <dgm:prSet presAssocID="{72775577-3FA2-43AF-9FD4-7690E13CF57B}" presName="level3hierChild" presStyleCnt="0"/>
      <dgm:spPr/>
    </dgm:pt>
    <dgm:pt modelId="{7AC7AA8F-9418-4E98-8F82-02858D2CFE02}" type="pres">
      <dgm:prSet presAssocID="{0EB5411C-250C-4B4B-9FE1-4C3F834DD96C}" presName="conn2-1" presStyleLbl="parChTrans1D3" presStyleIdx="2" presStyleCnt="7"/>
      <dgm:spPr/>
    </dgm:pt>
    <dgm:pt modelId="{293D3102-13C0-41D7-AA40-EF21A0A6CE20}" type="pres">
      <dgm:prSet presAssocID="{0EB5411C-250C-4B4B-9FE1-4C3F834DD96C}" presName="connTx" presStyleLbl="parChTrans1D3" presStyleIdx="2" presStyleCnt="7"/>
      <dgm:spPr/>
    </dgm:pt>
    <dgm:pt modelId="{840CF988-B47D-4FBF-B97B-7CDCED0C3493}" type="pres">
      <dgm:prSet presAssocID="{F939D44C-C37E-4A09-9986-7E7B1D129953}" presName="root2" presStyleCnt="0"/>
      <dgm:spPr/>
    </dgm:pt>
    <dgm:pt modelId="{3B267AF2-0F88-4183-841E-90688E679396}" type="pres">
      <dgm:prSet presAssocID="{F939D44C-C37E-4A09-9986-7E7B1D129953}" presName="LevelTwoTextNode" presStyleLbl="node3" presStyleIdx="2" presStyleCnt="7">
        <dgm:presLayoutVars>
          <dgm:chPref val="3"/>
        </dgm:presLayoutVars>
      </dgm:prSet>
      <dgm:spPr>
        <a:xfrm>
          <a:off x="4190426" y="912424"/>
          <a:ext cx="792149" cy="396074"/>
        </a:xfrm>
        <a:prstGeom prst="roundRect">
          <a:avLst>
            <a:gd name="adj" fmla="val 10000"/>
          </a:avLst>
        </a:prstGeom>
      </dgm:spPr>
    </dgm:pt>
    <dgm:pt modelId="{4EDB7A11-E072-42C2-B6B0-E7A138AD505F}" type="pres">
      <dgm:prSet presAssocID="{F939D44C-C37E-4A09-9986-7E7B1D129953}" presName="level3hierChild" presStyleCnt="0"/>
      <dgm:spPr/>
    </dgm:pt>
    <dgm:pt modelId="{00658902-E1F3-4A47-A884-DAD1BBA16D29}" type="pres">
      <dgm:prSet presAssocID="{3EBB14AD-5235-4C41-BB96-8CCBC865F436}" presName="conn2-1" presStyleLbl="parChTrans1D3" presStyleIdx="3" presStyleCnt="7"/>
      <dgm:spPr/>
    </dgm:pt>
    <dgm:pt modelId="{0C98B883-407F-48DB-866D-F66C1E7D8201}" type="pres">
      <dgm:prSet presAssocID="{3EBB14AD-5235-4C41-BB96-8CCBC865F436}" presName="connTx" presStyleLbl="parChTrans1D3" presStyleIdx="3" presStyleCnt="7"/>
      <dgm:spPr/>
    </dgm:pt>
    <dgm:pt modelId="{7F2F45B8-EB9A-4507-AD43-EDEF70D47CF6}" type="pres">
      <dgm:prSet presAssocID="{61A2DC0A-ED41-4E38-AC17-B39DBD1ED0CD}" presName="root2" presStyleCnt="0"/>
      <dgm:spPr/>
    </dgm:pt>
    <dgm:pt modelId="{411B9BBB-659C-40B1-B053-02ED391E33EE}" type="pres">
      <dgm:prSet presAssocID="{61A2DC0A-ED41-4E38-AC17-B39DBD1ED0CD}" presName="LevelTwoTextNode" presStyleLbl="node3" presStyleIdx="3" presStyleCnt="7">
        <dgm:presLayoutVars>
          <dgm:chPref val="3"/>
        </dgm:presLayoutVars>
      </dgm:prSet>
      <dgm:spPr>
        <a:xfrm>
          <a:off x="4190426" y="1367911"/>
          <a:ext cx="792149" cy="396074"/>
        </a:xfrm>
        <a:prstGeom prst="roundRect">
          <a:avLst>
            <a:gd name="adj" fmla="val 10000"/>
          </a:avLst>
        </a:prstGeom>
      </dgm:spPr>
    </dgm:pt>
    <dgm:pt modelId="{F6F5BEA9-2FF2-4205-8ABB-90B4B140E2E2}" type="pres">
      <dgm:prSet presAssocID="{61A2DC0A-ED41-4E38-AC17-B39DBD1ED0CD}" presName="level3hierChild" presStyleCnt="0"/>
      <dgm:spPr/>
    </dgm:pt>
    <dgm:pt modelId="{AD5CD85E-2F79-4085-95E9-A958C262EEDB}" type="pres">
      <dgm:prSet presAssocID="{05917545-B9C8-485F-9219-525B87EE5EEA}" presName="conn2-1" presStyleLbl="parChTrans1D3" presStyleIdx="4" presStyleCnt="7"/>
      <dgm:spPr/>
    </dgm:pt>
    <dgm:pt modelId="{A3DC8A5A-DC27-40D4-AC01-17FEBD581039}" type="pres">
      <dgm:prSet presAssocID="{05917545-B9C8-485F-9219-525B87EE5EEA}" presName="connTx" presStyleLbl="parChTrans1D3" presStyleIdx="4" presStyleCnt="7"/>
      <dgm:spPr/>
    </dgm:pt>
    <dgm:pt modelId="{2ADD49C8-5114-4AFC-A53C-DB20A2D74B09}" type="pres">
      <dgm:prSet presAssocID="{FC60A60B-BE80-44AE-804F-7CB31AE24C18}" presName="root2" presStyleCnt="0"/>
      <dgm:spPr/>
    </dgm:pt>
    <dgm:pt modelId="{B431013A-BA9E-4813-8C19-2DC85D20C3C1}" type="pres">
      <dgm:prSet presAssocID="{FC60A60B-BE80-44AE-804F-7CB31AE24C18}" presName="LevelTwoTextNode" presStyleLbl="node3" presStyleIdx="4" presStyleCnt="7">
        <dgm:presLayoutVars>
          <dgm:chPref val="3"/>
        </dgm:presLayoutVars>
      </dgm:prSet>
      <dgm:spPr>
        <a:xfrm>
          <a:off x="4190426" y="1823397"/>
          <a:ext cx="792149" cy="396074"/>
        </a:xfrm>
        <a:prstGeom prst="roundRect">
          <a:avLst>
            <a:gd name="adj" fmla="val 10000"/>
          </a:avLst>
        </a:prstGeom>
      </dgm:spPr>
    </dgm:pt>
    <dgm:pt modelId="{E8C28FFF-0CA5-45DB-920D-7F8EB824C134}" type="pres">
      <dgm:prSet presAssocID="{FC60A60B-BE80-44AE-804F-7CB31AE24C18}" presName="level3hierChild" presStyleCnt="0"/>
      <dgm:spPr/>
    </dgm:pt>
    <dgm:pt modelId="{4B10FA44-C87B-4C6C-88E3-4F72E72FC54B}" type="pres">
      <dgm:prSet presAssocID="{3A1C5710-0BE2-42A9-B1B2-EFAA0F6DBDC9}" presName="conn2-1" presStyleLbl="parChTrans1D2" presStyleIdx="2" presStyleCnt="3"/>
      <dgm:spPr/>
    </dgm:pt>
    <dgm:pt modelId="{52AD92F9-E238-4BEE-8EB6-E40ABE195EEA}" type="pres">
      <dgm:prSet presAssocID="{3A1C5710-0BE2-42A9-B1B2-EFAA0F6DBDC9}" presName="connTx" presStyleLbl="parChTrans1D2" presStyleIdx="2" presStyleCnt="3"/>
      <dgm:spPr/>
    </dgm:pt>
    <dgm:pt modelId="{4909F371-C0F2-45E1-9AFF-C3E390835D6E}" type="pres">
      <dgm:prSet presAssocID="{E1E75934-688B-4D4D-A418-45347145D9AB}" presName="root2" presStyleCnt="0"/>
      <dgm:spPr/>
    </dgm:pt>
    <dgm:pt modelId="{FC263A27-7EBF-49E0-9567-8379BCA99480}" type="pres">
      <dgm:prSet presAssocID="{E1E75934-688B-4D4D-A418-45347145D9AB}" presName="LevelTwoTextNode" presStyleLbl="node2" presStyleIdx="2" presStyleCnt="3" custLinFactNeighborX="-36882" custLinFactNeighborY="1749">
        <dgm:presLayoutVars>
          <dgm:chPref val="3"/>
        </dgm:presLayoutVars>
      </dgm:prSet>
      <dgm:spPr>
        <a:xfrm>
          <a:off x="3081417" y="2506626"/>
          <a:ext cx="792149" cy="396074"/>
        </a:xfrm>
        <a:prstGeom prst="roundRect">
          <a:avLst>
            <a:gd name="adj" fmla="val 10000"/>
          </a:avLst>
        </a:prstGeom>
      </dgm:spPr>
    </dgm:pt>
    <dgm:pt modelId="{3B8A8BE5-5B66-46CD-8300-B9E20CABDF4D}" type="pres">
      <dgm:prSet presAssocID="{E1E75934-688B-4D4D-A418-45347145D9AB}" presName="level3hierChild" presStyleCnt="0"/>
      <dgm:spPr/>
    </dgm:pt>
    <dgm:pt modelId="{EA4158A3-4A33-4734-806A-0839352D147B}" type="pres">
      <dgm:prSet presAssocID="{CDE0C20E-B8DC-481C-9C88-82D7B3D737A5}" presName="conn2-1" presStyleLbl="parChTrans1D3" presStyleIdx="5" presStyleCnt="7"/>
      <dgm:spPr/>
    </dgm:pt>
    <dgm:pt modelId="{2799565E-1247-47B8-BFDD-5F18AAF588FF}" type="pres">
      <dgm:prSet presAssocID="{CDE0C20E-B8DC-481C-9C88-82D7B3D737A5}" presName="connTx" presStyleLbl="parChTrans1D3" presStyleIdx="5" presStyleCnt="7"/>
      <dgm:spPr/>
    </dgm:pt>
    <dgm:pt modelId="{F579BCEB-1363-473A-A623-3772A1FADD1A}" type="pres">
      <dgm:prSet presAssocID="{5C2B00AA-E5B1-414D-9946-F09540F7C5C0}" presName="root2" presStyleCnt="0"/>
      <dgm:spPr/>
    </dgm:pt>
    <dgm:pt modelId="{912DD931-8121-4567-9694-4642234C7118}" type="pres">
      <dgm:prSet presAssocID="{5C2B00AA-E5B1-414D-9946-F09540F7C5C0}" presName="LevelTwoTextNode" presStyleLbl="node3" presStyleIdx="5" presStyleCnt="7">
        <dgm:presLayoutVars>
          <dgm:chPref val="3"/>
        </dgm:presLayoutVars>
      </dgm:prSet>
      <dgm:spPr>
        <a:xfrm>
          <a:off x="4190426" y="2278883"/>
          <a:ext cx="792149" cy="396074"/>
        </a:xfrm>
        <a:prstGeom prst="roundRect">
          <a:avLst>
            <a:gd name="adj" fmla="val 10000"/>
          </a:avLst>
        </a:prstGeom>
      </dgm:spPr>
    </dgm:pt>
    <dgm:pt modelId="{84FF8E3C-556D-431E-A01E-3BF939BDCA18}" type="pres">
      <dgm:prSet presAssocID="{5C2B00AA-E5B1-414D-9946-F09540F7C5C0}" presName="level3hierChild" presStyleCnt="0"/>
      <dgm:spPr/>
    </dgm:pt>
    <dgm:pt modelId="{D2530431-5876-49F4-8CE8-8D6A92A021A5}" type="pres">
      <dgm:prSet presAssocID="{E1763322-5B15-4D35-BC35-F2544679BE9D}" presName="conn2-1" presStyleLbl="parChTrans1D3" presStyleIdx="6" presStyleCnt="7"/>
      <dgm:spPr/>
    </dgm:pt>
    <dgm:pt modelId="{01959F0C-6B53-426F-8D4B-FC9B94CCF217}" type="pres">
      <dgm:prSet presAssocID="{E1763322-5B15-4D35-BC35-F2544679BE9D}" presName="connTx" presStyleLbl="parChTrans1D3" presStyleIdx="6" presStyleCnt="7"/>
      <dgm:spPr/>
    </dgm:pt>
    <dgm:pt modelId="{8FBB0361-5950-4937-8D79-8011BA3F3541}" type="pres">
      <dgm:prSet presAssocID="{B0041887-AE9D-4E81-990F-12435E8AC21B}" presName="root2" presStyleCnt="0"/>
      <dgm:spPr/>
    </dgm:pt>
    <dgm:pt modelId="{3CCD3B2B-3204-47A5-A2DE-7FF3E28CD257}" type="pres">
      <dgm:prSet presAssocID="{B0041887-AE9D-4E81-990F-12435E8AC21B}" presName="LevelTwoTextNode" presStyleLbl="node3" presStyleIdx="6" presStyleCnt="7">
        <dgm:presLayoutVars>
          <dgm:chPref val="3"/>
        </dgm:presLayoutVars>
      </dgm:prSet>
      <dgm:spPr/>
    </dgm:pt>
    <dgm:pt modelId="{59CEBCE3-F5D7-4613-A5BE-79AAAE793D95}" type="pres">
      <dgm:prSet presAssocID="{B0041887-AE9D-4E81-990F-12435E8AC21B}" presName="level3hierChild" presStyleCnt="0"/>
      <dgm:spPr/>
    </dgm:pt>
  </dgm:ptLst>
  <dgm:cxnLst>
    <dgm:cxn modelId="{D3BC4909-CDD0-4475-B28E-500533EFED35}" type="presOf" srcId="{CD328808-1F05-48DF-BC95-C8E946189E77}" destId="{C1812A04-A078-4C33-AC13-47F7E73674BF}" srcOrd="1" destOrd="0" presId="urn:microsoft.com/office/officeart/2005/8/layout/hierarchy2"/>
    <dgm:cxn modelId="{7DEDC70A-A33F-410F-8618-5BC7B3022AAE}" type="presOf" srcId="{71A0BA77-DA83-4D8C-B073-AA949868DFA5}" destId="{4ED2A5C1-DA14-4100-93EA-1F13D706CC4F}" srcOrd="0" destOrd="0" presId="urn:microsoft.com/office/officeart/2005/8/layout/hierarchy2"/>
    <dgm:cxn modelId="{E5CB800D-1703-4B7A-B999-A5D7A88EA9D7}" type="presOf" srcId="{FABBBD29-8408-4C70-A09B-010304374158}" destId="{8C1E0468-853D-4E6D-9EA3-8CB781B97118}" srcOrd="0" destOrd="0" presId="urn:microsoft.com/office/officeart/2005/8/layout/hierarchy2"/>
    <dgm:cxn modelId="{3C768612-5A74-4D0A-82B8-35EDC239AC2E}" type="presOf" srcId="{44BB4C75-4AD0-4322-8190-2BCC87AFB5E5}" destId="{E65E756E-DD9F-407C-8D44-44364DDB91D9}" srcOrd="1" destOrd="0" presId="urn:microsoft.com/office/officeart/2005/8/layout/hierarchy2"/>
    <dgm:cxn modelId="{3C681E13-656C-4C6F-B580-4417362DD1E4}" type="presOf" srcId="{B0041887-AE9D-4E81-990F-12435E8AC21B}" destId="{3CCD3B2B-3204-47A5-A2DE-7FF3E28CD257}" srcOrd="0" destOrd="0" presId="urn:microsoft.com/office/officeart/2005/8/layout/hierarchy2"/>
    <dgm:cxn modelId="{50E74813-ABCC-4F65-A91B-87FFE69BA9EA}" type="presOf" srcId="{FABBBD29-8408-4C70-A09B-010304374158}" destId="{1AA6C6F2-D2B0-4BA5-92FB-493ED07667A0}" srcOrd="1" destOrd="0" presId="urn:microsoft.com/office/officeart/2005/8/layout/hierarchy2"/>
    <dgm:cxn modelId="{2E13021B-38EA-4EA9-B5B7-28C471FA7778}" srcId="{E31F1A74-221F-41C2-963F-B9BA631106E4}" destId="{BBE27727-1F6F-47A4-B62B-E012ECF5F1B8}" srcOrd="0" destOrd="0" parTransId="{44BB4C75-4AD0-4322-8190-2BCC87AFB5E5}" sibTransId="{7BE30E47-13C0-4167-AA49-F92D934A7F44}"/>
    <dgm:cxn modelId="{11C2CA35-BCF8-4EDB-B9B0-6F6B6F59F062}" type="presOf" srcId="{CDE0C20E-B8DC-481C-9C88-82D7B3D737A5}" destId="{EA4158A3-4A33-4734-806A-0839352D147B}" srcOrd="0" destOrd="0" presId="urn:microsoft.com/office/officeart/2005/8/layout/hierarchy2"/>
    <dgm:cxn modelId="{21B9EA3B-456D-49B3-B369-7C24174AF5FB}" type="presOf" srcId="{72775577-3FA2-43AF-9FD4-7690E13CF57B}" destId="{1E9E438A-E318-4E1A-87EA-221D3E612C0A}" srcOrd="0" destOrd="0" presId="urn:microsoft.com/office/officeart/2005/8/layout/hierarchy2"/>
    <dgm:cxn modelId="{29433C3F-37FB-4573-9BD2-41BB80B19953}" srcId="{E31F1A74-221F-41C2-963F-B9BA631106E4}" destId="{E1E75934-688B-4D4D-A418-45347145D9AB}" srcOrd="2" destOrd="0" parTransId="{3A1C5710-0BE2-42A9-B1B2-EFAA0F6DBDC9}" sibTransId="{005D2022-4949-4313-B11F-06B36F11BB61}"/>
    <dgm:cxn modelId="{40668E40-569E-4C35-A50E-F8D3C18F63C1}" type="presOf" srcId="{0B7FCCB2-94DC-488F-B45F-4BAF64360808}" destId="{7C3AF18B-7704-4DB2-A1B3-23BC96E72369}" srcOrd="0" destOrd="0" presId="urn:microsoft.com/office/officeart/2005/8/layout/hierarchy2"/>
    <dgm:cxn modelId="{EA5E3E46-3021-4472-A30E-26F6B7B4CC7B}" type="presOf" srcId="{C11727F9-87B8-4A86-82CD-CD9BDAD41CBF}" destId="{01D94BBC-4C8A-46D6-9DA7-0849D46E195E}" srcOrd="0" destOrd="0" presId="urn:microsoft.com/office/officeart/2005/8/layout/hierarchy2"/>
    <dgm:cxn modelId="{61AE7C67-F56D-47C4-9844-496088FCED17}" type="presOf" srcId="{FC60A60B-BE80-44AE-804F-7CB31AE24C18}" destId="{B431013A-BA9E-4813-8C19-2DC85D20C3C1}" srcOrd="0" destOrd="0" presId="urn:microsoft.com/office/officeart/2005/8/layout/hierarchy2"/>
    <dgm:cxn modelId="{CED4D168-9E68-47B3-85A9-A18CF6F383B4}" type="presOf" srcId="{BBE27727-1F6F-47A4-B62B-E012ECF5F1B8}" destId="{3ECCC713-F5A2-4EE9-9B2D-2257CBD732F3}" srcOrd="0" destOrd="0" presId="urn:microsoft.com/office/officeart/2005/8/layout/hierarchy2"/>
    <dgm:cxn modelId="{68FD5469-C806-4636-8FD4-7BF011F69A21}" srcId="{E1E75934-688B-4D4D-A418-45347145D9AB}" destId="{B0041887-AE9D-4E81-990F-12435E8AC21B}" srcOrd="1" destOrd="0" parTransId="{E1763322-5B15-4D35-BC35-F2544679BE9D}" sibTransId="{D8C556D4-D46D-4895-907A-8936FA63BBC9}"/>
    <dgm:cxn modelId="{DE18FC4C-BCFE-4AD9-ABFE-23FD7043BEF8}" type="presOf" srcId="{3A1C5710-0BE2-42A9-B1B2-EFAA0F6DBDC9}" destId="{52AD92F9-E238-4BEE-8EB6-E40ABE195EEA}" srcOrd="1" destOrd="0" presId="urn:microsoft.com/office/officeart/2005/8/layout/hierarchy2"/>
    <dgm:cxn modelId="{D9FB5451-7207-4931-8E1B-2FC7224D5C55}" type="presOf" srcId="{16A55553-E768-420A-B20B-E6EEE2E08397}" destId="{55C9CD30-8DA3-4CB3-8958-DDE770B6D0AE}" srcOrd="1" destOrd="0" presId="urn:microsoft.com/office/officeart/2005/8/layout/hierarchy2"/>
    <dgm:cxn modelId="{86C8FA71-F6F6-47C4-87B1-7D7FE971B5DD}" type="presOf" srcId="{CD328808-1F05-48DF-BC95-C8E946189E77}" destId="{90A52DC6-A2CD-4F26-8D32-63930F365F03}" srcOrd="0" destOrd="0" presId="urn:microsoft.com/office/officeart/2005/8/layout/hierarchy2"/>
    <dgm:cxn modelId="{B7553473-5FB7-409F-9DA0-BB8EB18AB6A5}" type="presOf" srcId="{16A55553-E768-420A-B20B-E6EEE2E08397}" destId="{73F1EE01-408C-4A8A-A712-FBE399C530E0}" srcOrd="0" destOrd="0" presId="urn:microsoft.com/office/officeart/2005/8/layout/hierarchy2"/>
    <dgm:cxn modelId="{6D28F473-3D48-4548-A4F7-ED381A2DE4E0}" type="presOf" srcId="{44BB4C75-4AD0-4322-8190-2BCC87AFB5E5}" destId="{12F005BC-8C28-48CF-80DB-93D793372731}" srcOrd="0" destOrd="0" presId="urn:microsoft.com/office/officeart/2005/8/layout/hierarchy2"/>
    <dgm:cxn modelId="{14476B54-3624-4EAF-8A00-5A58F9AD0C92}" srcId="{72775577-3FA2-43AF-9FD4-7690E13CF57B}" destId="{F939D44C-C37E-4A09-9986-7E7B1D129953}" srcOrd="0" destOrd="0" parTransId="{0EB5411C-250C-4B4B-9FE1-4C3F834DD96C}" sibTransId="{E328DA95-1C0F-4D09-917E-F828ED237D34}"/>
    <dgm:cxn modelId="{4B19D754-6075-42FC-BC21-7971C5E24B33}" srcId="{BBE27727-1F6F-47A4-B62B-E012ECF5F1B8}" destId="{0B7FCCB2-94DC-488F-B45F-4BAF64360808}" srcOrd="0" destOrd="0" parTransId="{CD328808-1F05-48DF-BC95-C8E946189E77}" sibTransId="{512A8CED-B100-4664-BCEA-DBD1CA697D03}"/>
    <dgm:cxn modelId="{E517AD8B-94E3-45D8-B1FC-953F36C0A4C1}" type="presOf" srcId="{61A2DC0A-ED41-4E38-AC17-B39DBD1ED0CD}" destId="{411B9BBB-659C-40B1-B053-02ED391E33EE}" srcOrd="0" destOrd="0" presId="urn:microsoft.com/office/officeart/2005/8/layout/hierarchy2"/>
    <dgm:cxn modelId="{C620C28F-BCCB-4DB7-A859-B7EDA379E890}" srcId="{71A0BA77-DA83-4D8C-B073-AA949868DFA5}" destId="{E31F1A74-221F-41C2-963F-B9BA631106E4}" srcOrd="0" destOrd="0" parTransId="{88966AD2-A5CC-4A8C-A607-C3AF90D96879}" sibTransId="{5A0CD8DB-E214-48D2-A103-7D8BDF03F379}"/>
    <dgm:cxn modelId="{92894094-611B-4B1B-9098-DB4AF8778368}" type="presOf" srcId="{0EB5411C-250C-4B4B-9FE1-4C3F834DD96C}" destId="{293D3102-13C0-41D7-AA40-EF21A0A6CE20}" srcOrd="1" destOrd="0" presId="urn:microsoft.com/office/officeart/2005/8/layout/hierarchy2"/>
    <dgm:cxn modelId="{374CD694-8C55-4167-966C-5159239FF108}" type="presOf" srcId="{0EB5411C-250C-4B4B-9FE1-4C3F834DD96C}" destId="{7AC7AA8F-9418-4E98-8F82-02858D2CFE02}" srcOrd="0" destOrd="0" presId="urn:microsoft.com/office/officeart/2005/8/layout/hierarchy2"/>
    <dgm:cxn modelId="{4760C296-183B-47A8-BCB9-F238F5093F97}" srcId="{E1E75934-688B-4D4D-A418-45347145D9AB}" destId="{5C2B00AA-E5B1-414D-9946-F09540F7C5C0}" srcOrd="0" destOrd="0" parTransId="{CDE0C20E-B8DC-481C-9C88-82D7B3D737A5}" sibTransId="{6CEEA6D9-0B90-4111-8E66-52CE172EBD80}"/>
    <dgm:cxn modelId="{D684A09C-54BB-4712-BE0A-7C199249DC49}" type="presOf" srcId="{F939D44C-C37E-4A09-9986-7E7B1D129953}" destId="{3B267AF2-0F88-4183-841E-90688E679396}" srcOrd="0" destOrd="0" presId="urn:microsoft.com/office/officeart/2005/8/layout/hierarchy2"/>
    <dgm:cxn modelId="{312BECA0-EFD1-4D31-AE48-706929E7B28D}" srcId="{72775577-3FA2-43AF-9FD4-7690E13CF57B}" destId="{61A2DC0A-ED41-4E38-AC17-B39DBD1ED0CD}" srcOrd="1" destOrd="0" parTransId="{3EBB14AD-5235-4C41-BB96-8CCBC865F436}" sibTransId="{05365C84-DD87-4F8F-80F9-7E9DD7C0E5BC}"/>
    <dgm:cxn modelId="{11D836A3-D996-460B-BBCB-158B0E17ABF0}" type="presOf" srcId="{E1763322-5B15-4D35-BC35-F2544679BE9D}" destId="{D2530431-5876-49F4-8CE8-8D6A92A021A5}" srcOrd="0" destOrd="0" presId="urn:microsoft.com/office/officeart/2005/8/layout/hierarchy2"/>
    <dgm:cxn modelId="{967DDCA6-0048-487D-83BE-4F56D4E16422}" type="presOf" srcId="{E1763322-5B15-4D35-BC35-F2544679BE9D}" destId="{01959F0C-6B53-426F-8D4B-FC9B94CCF217}" srcOrd="1" destOrd="0" presId="urn:microsoft.com/office/officeart/2005/8/layout/hierarchy2"/>
    <dgm:cxn modelId="{04F72BAD-0C02-4B0E-AE18-9CD21BF332C1}" srcId="{E31F1A74-221F-41C2-963F-B9BA631106E4}" destId="{72775577-3FA2-43AF-9FD4-7690E13CF57B}" srcOrd="1" destOrd="0" parTransId="{FABBBD29-8408-4C70-A09B-010304374158}" sibTransId="{BAB7114B-B9B8-4815-9FA8-E3488A9006D2}"/>
    <dgm:cxn modelId="{30AF41B1-D06C-4353-AA3D-582CA165165F}" type="presOf" srcId="{05917545-B9C8-485F-9219-525B87EE5EEA}" destId="{AD5CD85E-2F79-4085-95E9-A958C262EEDB}" srcOrd="0" destOrd="0" presId="urn:microsoft.com/office/officeart/2005/8/layout/hierarchy2"/>
    <dgm:cxn modelId="{D8A44EBE-9ED4-4A03-9B04-E2FC8AEEDC02}" type="presOf" srcId="{05917545-B9C8-485F-9219-525B87EE5EEA}" destId="{A3DC8A5A-DC27-40D4-AC01-17FEBD581039}" srcOrd="1" destOrd="0" presId="urn:microsoft.com/office/officeart/2005/8/layout/hierarchy2"/>
    <dgm:cxn modelId="{ABCAE7BF-9AC9-4A4C-93BC-D29DDB70F6AD}" type="presOf" srcId="{5C2B00AA-E5B1-414D-9946-F09540F7C5C0}" destId="{912DD931-8121-4567-9694-4642234C7118}" srcOrd="0" destOrd="0" presId="urn:microsoft.com/office/officeart/2005/8/layout/hierarchy2"/>
    <dgm:cxn modelId="{23044FC4-C0E2-48D4-83F2-76A4613D8214}" type="presOf" srcId="{E1E75934-688B-4D4D-A418-45347145D9AB}" destId="{FC263A27-7EBF-49E0-9567-8379BCA99480}" srcOrd="0" destOrd="0" presId="urn:microsoft.com/office/officeart/2005/8/layout/hierarchy2"/>
    <dgm:cxn modelId="{D43E43C8-5126-4057-AFCA-86435ED2929E}" srcId="{BBE27727-1F6F-47A4-B62B-E012ECF5F1B8}" destId="{C11727F9-87B8-4A86-82CD-CD9BDAD41CBF}" srcOrd="1" destOrd="0" parTransId="{16A55553-E768-420A-B20B-E6EEE2E08397}" sibTransId="{467D0B17-854B-4585-A67F-FD0491B3AA72}"/>
    <dgm:cxn modelId="{A18B44CA-530F-4439-BD91-9B95C8A0D131}" type="presOf" srcId="{3EBB14AD-5235-4C41-BB96-8CCBC865F436}" destId="{00658902-E1F3-4A47-A884-DAD1BBA16D29}" srcOrd="0" destOrd="0" presId="urn:microsoft.com/office/officeart/2005/8/layout/hierarchy2"/>
    <dgm:cxn modelId="{CE0FACCB-FB01-43C2-9113-24F60A854A0B}" type="presOf" srcId="{3A1C5710-0BE2-42A9-B1B2-EFAA0F6DBDC9}" destId="{4B10FA44-C87B-4C6C-88E3-4F72E72FC54B}" srcOrd="0" destOrd="0" presId="urn:microsoft.com/office/officeart/2005/8/layout/hierarchy2"/>
    <dgm:cxn modelId="{86494CDA-A977-4EA5-B43D-8A7F5E527991}" type="presOf" srcId="{3EBB14AD-5235-4C41-BB96-8CCBC865F436}" destId="{0C98B883-407F-48DB-866D-F66C1E7D8201}" srcOrd="1" destOrd="0" presId="urn:microsoft.com/office/officeart/2005/8/layout/hierarchy2"/>
    <dgm:cxn modelId="{A03855E4-1D1A-4992-9C09-7E28406D66C5}" srcId="{72775577-3FA2-43AF-9FD4-7690E13CF57B}" destId="{FC60A60B-BE80-44AE-804F-7CB31AE24C18}" srcOrd="2" destOrd="0" parTransId="{05917545-B9C8-485F-9219-525B87EE5EEA}" sibTransId="{9958B66A-51E1-43E9-A75B-83ABA04F52CC}"/>
    <dgm:cxn modelId="{C44148EA-49A5-4467-8AF0-2B1CF23E7476}" type="presOf" srcId="{CDE0C20E-B8DC-481C-9C88-82D7B3D737A5}" destId="{2799565E-1247-47B8-BFDD-5F18AAF588FF}" srcOrd="1" destOrd="0" presId="urn:microsoft.com/office/officeart/2005/8/layout/hierarchy2"/>
    <dgm:cxn modelId="{5D3845EF-0E7F-4AB4-B951-CA59806F202F}" type="presOf" srcId="{E31F1A74-221F-41C2-963F-B9BA631106E4}" destId="{2D5DD143-3124-4442-A758-040B6EF4F821}" srcOrd="0" destOrd="0" presId="urn:microsoft.com/office/officeart/2005/8/layout/hierarchy2"/>
    <dgm:cxn modelId="{FC37CB55-7305-4764-AD5A-4879BEACEF9F}" type="presParOf" srcId="{4ED2A5C1-DA14-4100-93EA-1F13D706CC4F}" destId="{706C614B-7D9F-4914-A5F9-E69D5E8E296E}" srcOrd="0" destOrd="0" presId="urn:microsoft.com/office/officeart/2005/8/layout/hierarchy2"/>
    <dgm:cxn modelId="{4A6750A2-3332-4ACF-A219-57DBD76EA346}" type="presParOf" srcId="{706C614B-7D9F-4914-A5F9-E69D5E8E296E}" destId="{2D5DD143-3124-4442-A758-040B6EF4F821}" srcOrd="0" destOrd="0" presId="urn:microsoft.com/office/officeart/2005/8/layout/hierarchy2"/>
    <dgm:cxn modelId="{4ACE3114-756C-4B12-B55B-59BC23DA0B5C}" type="presParOf" srcId="{706C614B-7D9F-4914-A5F9-E69D5E8E296E}" destId="{534588F3-DD89-4BD8-9304-31FF9DE6D716}" srcOrd="1" destOrd="0" presId="urn:microsoft.com/office/officeart/2005/8/layout/hierarchy2"/>
    <dgm:cxn modelId="{71DE84B8-1C74-422E-BB30-E77FD4504BF6}" type="presParOf" srcId="{534588F3-DD89-4BD8-9304-31FF9DE6D716}" destId="{12F005BC-8C28-48CF-80DB-93D793372731}" srcOrd="0" destOrd="0" presId="urn:microsoft.com/office/officeart/2005/8/layout/hierarchy2"/>
    <dgm:cxn modelId="{957A9449-7F27-4B56-8913-DC67C0643EEA}" type="presParOf" srcId="{12F005BC-8C28-48CF-80DB-93D793372731}" destId="{E65E756E-DD9F-407C-8D44-44364DDB91D9}" srcOrd="0" destOrd="0" presId="urn:microsoft.com/office/officeart/2005/8/layout/hierarchy2"/>
    <dgm:cxn modelId="{2D995D5C-4F32-4988-BA19-A9FC1C75C7C1}" type="presParOf" srcId="{534588F3-DD89-4BD8-9304-31FF9DE6D716}" destId="{7BE1E592-15D5-4DF5-A6DF-AD453880D336}" srcOrd="1" destOrd="0" presId="urn:microsoft.com/office/officeart/2005/8/layout/hierarchy2"/>
    <dgm:cxn modelId="{40C10CC6-A5DB-4218-90AF-49F84899E2EF}" type="presParOf" srcId="{7BE1E592-15D5-4DF5-A6DF-AD453880D336}" destId="{3ECCC713-F5A2-4EE9-9B2D-2257CBD732F3}" srcOrd="0" destOrd="0" presId="urn:microsoft.com/office/officeart/2005/8/layout/hierarchy2"/>
    <dgm:cxn modelId="{5170DC1F-F96E-4535-8F02-19B20CEC549E}" type="presParOf" srcId="{7BE1E592-15D5-4DF5-A6DF-AD453880D336}" destId="{3672D4DA-C998-48D9-9895-450DFAB06910}" srcOrd="1" destOrd="0" presId="urn:microsoft.com/office/officeart/2005/8/layout/hierarchy2"/>
    <dgm:cxn modelId="{B704392F-D6DB-462D-86D3-DCA05A9CCD21}" type="presParOf" srcId="{3672D4DA-C998-48D9-9895-450DFAB06910}" destId="{90A52DC6-A2CD-4F26-8D32-63930F365F03}" srcOrd="0" destOrd="0" presId="urn:microsoft.com/office/officeart/2005/8/layout/hierarchy2"/>
    <dgm:cxn modelId="{B508F169-F2A8-47A5-A5F8-14778B7450CC}" type="presParOf" srcId="{90A52DC6-A2CD-4F26-8D32-63930F365F03}" destId="{C1812A04-A078-4C33-AC13-47F7E73674BF}" srcOrd="0" destOrd="0" presId="urn:microsoft.com/office/officeart/2005/8/layout/hierarchy2"/>
    <dgm:cxn modelId="{B6809E79-C620-4479-A7F0-C0ABE46DC4C7}" type="presParOf" srcId="{3672D4DA-C998-48D9-9895-450DFAB06910}" destId="{173DC40C-AA53-4AFE-8A8C-A294B9C4B303}" srcOrd="1" destOrd="0" presId="urn:microsoft.com/office/officeart/2005/8/layout/hierarchy2"/>
    <dgm:cxn modelId="{1CFBB54A-8253-4FAE-8679-73DBD7E225D1}" type="presParOf" srcId="{173DC40C-AA53-4AFE-8A8C-A294B9C4B303}" destId="{7C3AF18B-7704-4DB2-A1B3-23BC96E72369}" srcOrd="0" destOrd="0" presId="urn:microsoft.com/office/officeart/2005/8/layout/hierarchy2"/>
    <dgm:cxn modelId="{EDCB8920-E9AB-4F84-BB41-7DE7714447D6}" type="presParOf" srcId="{173DC40C-AA53-4AFE-8A8C-A294B9C4B303}" destId="{462F21A5-72EF-410D-9CD0-4F8DFEDAA475}" srcOrd="1" destOrd="0" presId="urn:microsoft.com/office/officeart/2005/8/layout/hierarchy2"/>
    <dgm:cxn modelId="{AE758399-30CD-4DF9-A9D6-477EE01C8CD1}" type="presParOf" srcId="{3672D4DA-C998-48D9-9895-450DFAB06910}" destId="{73F1EE01-408C-4A8A-A712-FBE399C530E0}" srcOrd="2" destOrd="0" presId="urn:microsoft.com/office/officeart/2005/8/layout/hierarchy2"/>
    <dgm:cxn modelId="{CA38EE71-8F85-4516-BA03-201873235B52}" type="presParOf" srcId="{73F1EE01-408C-4A8A-A712-FBE399C530E0}" destId="{55C9CD30-8DA3-4CB3-8958-DDE770B6D0AE}" srcOrd="0" destOrd="0" presId="urn:microsoft.com/office/officeart/2005/8/layout/hierarchy2"/>
    <dgm:cxn modelId="{D4657979-08A3-49B2-9492-2984D2684215}" type="presParOf" srcId="{3672D4DA-C998-48D9-9895-450DFAB06910}" destId="{41A46667-F7CE-4C67-98FA-7DDAFA492E3C}" srcOrd="3" destOrd="0" presId="urn:microsoft.com/office/officeart/2005/8/layout/hierarchy2"/>
    <dgm:cxn modelId="{498D97AC-BFD8-47A2-9D06-29C0D08E47DF}" type="presParOf" srcId="{41A46667-F7CE-4C67-98FA-7DDAFA492E3C}" destId="{01D94BBC-4C8A-46D6-9DA7-0849D46E195E}" srcOrd="0" destOrd="0" presId="urn:microsoft.com/office/officeart/2005/8/layout/hierarchy2"/>
    <dgm:cxn modelId="{26641C6E-9D42-4D37-B3F8-78230D861A00}" type="presParOf" srcId="{41A46667-F7CE-4C67-98FA-7DDAFA492E3C}" destId="{EAE0F042-0A35-4B3D-965A-37E13B985568}" srcOrd="1" destOrd="0" presId="urn:microsoft.com/office/officeart/2005/8/layout/hierarchy2"/>
    <dgm:cxn modelId="{B3957988-D60A-4A02-9AF9-73C45BA3164C}" type="presParOf" srcId="{534588F3-DD89-4BD8-9304-31FF9DE6D716}" destId="{8C1E0468-853D-4E6D-9EA3-8CB781B97118}" srcOrd="2" destOrd="0" presId="urn:microsoft.com/office/officeart/2005/8/layout/hierarchy2"/>
    <dgm:cxn modelId="{441ACA21-BF2C-4C93-97B7-69399DC08C2A}" type="presParOf" srcId="{8C1E0468-853D-4E6D-9EA3-8CB781B97118}" destId="{1AA6C6F2-D2B0-4BA5-92FB-493ED07667A0}" srcOrd="0" destOrd="0" presId="urn:microsoft.com/office/officeart/2005/8/layout/hierarchy2"/>
    <dgm:cxn modelId="{F32DB4F4-6162-46FB-A5E6-F73E7D26BE33}" type="presParOf" srcId="{534588F3-DD89-4BD8-9304-31FF9DE6D716}" destId="{379EF24D-6774-4283-83D8-0DC34C8A1ECA}" srcOrd="3" destOrd="0" presId="urn:microsoft.com/office/officeart/2005/8/layout/hierarchy2"/>
    <dgm:cxn modelId="{AD01187A-5E30-4AAB-AA99-8EBA7912E480}" type="presParOf" srcId="{379EF24D-6774-4283-83D8-0DC34C8A1ECA}" destId="{1E9E438A-E318-4E1A-87EA-221D3E612C0A}" srcOrd="0" destOrd="0" presId="urn:microsoft.com/office/officeart/2005/8/layout/hierarchy2"/>
    <dgm:cxn modelId="{F6C7BB8E-A89C-4A3B-B228-206814EA8856}" type="presParOf" srcId="{379EF24D-6774-4283-83D8-0DC34C8A1ECA}" destId="{B7934321-AB04-4060-9E90-F80174F3FDCE}" srcOrd="1" destOrd="0" presId="urn:microsoft.com/office/officeart/2005/8/layout/hierarchy2"/>
    <dgm:cxn modelId="{819834D3-97B5-431E-A879-D6C2D84A5366}" type="presParOf" srcId="{B7934321-AB04-4060-9E90-F80174F3FDCE}" destId="{7AC7AA8F-9418-4E98-8F82-02858D2CFE02}" srcOrd="0" destOrd="0" presId="urn:microsoft.com/office/officeart/2005/8/layout/hierarchy2"/>
    <dgm:cxn modelId="{3A5DA1E7-2E38-492F-955D-98E33128F959}" type="presParOf" srcId="{7AC7AA8F-9418-4E98-8F82-02858D2CFE02}" destId="{293D3102-13C0-41D7-AA40-EF21A0A6CE20}" srcOrd="0" destOrd="0" presId="urn:microsoft.com/office/officeart/2005/8/layout/hierarchy2"/>
    <dgm:cxn modelId="{24B21DA0-0C7F-464E-8245-73FF468C5B03}" type="presParOf" srcId="{B7934321-AB04-4060-9E90-F80174F3FDCE}" destId="{840CF988-B47D-4FBF-B97B-7CDCED0C3493}" srcOrd="1" destOrd="0" presId="urn:microsoft.com/office/officeart/2005/8/layout/hierarchy2"/>
    <dgm:cxn modelId="{04C4D00A-E030-4A8B-9FCF-0B4AAE8707E6}" type="presParOf" srcId="{840CF988-B47D-4FBF-B97B-7CDCED0C3493}" destId="{3B267AF2-0F88-4183-841E-90688E679396}" srcOrd="0" destOrd="0" presId="urn:microsoft.com/office/officeart/2005/8/layout/hierarchy2"/>
    <dgm:cxn modelId="{3BDA0A4F-852A-4D03-8BEE-890CBF58549C}" type="presParOf" srcId="{840CF988-B47D-4FBF-B97B-7CDCED0C3493}" destId="{4EDB7A11-E072-42C2-B6B0-E7A138AD505F}" srcOrd="1" destOrd="0" presId="urn:microsoft.com/office/officeart/2005/8/layout/hierarchy2"/>
    <dgm:cxn modelId="{9CB943AB-0764-4605-9423-D084585A7FB6}" type="presParOf" srcId="{B7934321-AB04-4060-9E90-F80174F3FDCE}" destId="{00658902-E1F3-4A47-A884-DAD1BBA16D29}" srcOrd="2" destOrd="0" presId="urn:microsoft.com/office/officeart/2005/8/layout/hierarchy2"/>
    <dgm:cxn modelId="{17C33DB0-5D7A-4CB8-A299-64EDAD590330}" type="presParOf" srcId="{00658902-E1F3-4A47-A884-DAD1BBA16D29}" destId="{0C98B883-407F-48DB-866D-F66C1E7D8201}" srcOrd="0" destOrd="0" presId="urn:microsoft.com/office/officeart/2005/8/layout/hierarchy2"/>
    <dgm:cxn modelId="{90200304-B10A-4D27-BC23-82A7E544C3BE}" type="presParOf" srcId="{B7934321-AB04-4060-9E90-F80174F3FDCE}" destId="{7F2F45B8-EB9A-4507-AD43-EDEF70D47CF6}" srcOrd="3" destOrd="0" presId="urn:microsoft.com/office/officeart/2005/8/layout/hierarchy2"/>
    <dgm:cxn modelId="{9DA6E98D-0008-4B9E-915E-D2D753930EEE}" type="presParOf" srcId="{7F2F45B8-EB9A-4507-AD43-EDEF70D47CF6}" destId="{411B9BBB-659C-40B1-B053-02ED391E33EE}" srcOrd="0" destOrd="0" presId="urn:microsoft.com/office/officeart/2005/8/layout/hierarchy2"/>
    <dgm:cxn modelId="{481025F1-F5A6-47EB-8D52-F9FCB20444A1}" type="presParOf" srcId="{7F2F45B8-EB9A-4507-AD43-EDEF70D47CF6}" destId="{F6F5BEA9-2FF2-4205-8ABB-90B4B140E2E2}" srcOrd="1" destOrd="0" presId="urn:microsoft.com/office/officeart/2005/8/layout/hierarchy2"/>
    <dgm:cxn modelId="{4EEA73B6-98B5-47C0-B550-6064AFA28713}" type="presParOf" srcId="{B7934321-AB04-4060-9E90-F80174F3FDCE}" destId="{AD5CD85E-2F79-4085-95E9-A958C262EEDB}" srcOrd="4" destOrd="0" presId="urn:microsoft.com/office/officeart/2005/8/layout/hierarchy2"/>
    <dgm:cxn modelId="{35BDAD41-B0A2-4DBC-A1A0-18E2A25CD585}" type="presParOf" srcId="{AD5CD85E-2F79-4085-95E9-A958C262EEDB}" destId="{A3DC8A5A-DC27-40D4-AC01-17FEBD581039}" srcOrd="0" destOrd="0" presId="urn:microsoft.com/office/officeart/2005/8/layout/hierarchy2"/>
    <dgm:cxn modelId="{9DCF10EA-5A40-4D06-AF15-E0E59098B630}" type="presParOf" srcId="{B7934321-AB04-4060-9E90-F80174F3FDCE}" destId="{2ADD49C8-5114-4AFC-A53C-DB20A2D74B09}" srcOrd="5" destOrd="0" presId="urn:microsoft.com/office/officeart/2005/8/layout/hierarchy2"/>
    <dgm:cxn modelId="{0C9B50DF-5064-49FC-9515-9D4F82DC0FA8}" type="presParOf" srcId="{2ADD49C8-5114-4AFC-A53C-DB20A2D74B09}" destId="{B431013A-BA9E-4813-8C19-2DC85D20C3C1}" srcOrd="0" destOrd="0" presId="urn:microsoft.com/office/officeart/2005/8/layout/hierarchy2"/>
    <dgm:cxn modelId="{4FD644C6-F5F8-4800-8420-595B18D9AD55}" type="presParOf" srcId="{2ADD49C8-5114-4AFC-A53C-DB20A2D74B09}" destId="{E8C28FFF-0CA5-45DB-920D-7F8EB824C134}" srcOrd="1" destOrd="0" presId="urn:microsoft.com/office/officeart/2005/8/layout/hierarchy2"/>
    <dgm:cxn modelId="{5360AF57-257D-4168-B34C-E7503C0E66DF}" type="presParOf" srcId="{534588F3-DD89-4BD8-9304-31FF9DE6D716}" destId="{4B10FA44-C87B-4C6C-88E3-4F72E72FC54B}" srcOrd="4" destOrd="0" presId="urn:microsoft.com/office/officeart/2005/8/layout/hierarchy2"/>
    <dgm:cxn modelId="{7AC3AF29-7626-4621-AEA9-800713816A52}" type="presParOf" srcId="{4B10FA44-C87B-4C6C-88E3-4F72E72FC54B}" destId="{52AD92F9-E238-4BEE-8EB6-E40ABE195EEA}" srcOrd="0" destOrd="0" presId="urn:microsoft.com/office/officeart/2005/8/layout/hierarchy2"/>
    <dgm:cxn modelId="{FD97DB55-89B5-4ECD-A1C1-E85B2FF9A072}" type="presParOf" srcId="{534588F3-DD89-4BD8-9304-31FF9DE6D716}" destId="{4909F371-C0F2-45E1-9AFF-C3E390835D6E}" srcOrd="5" destOrd="0" presId="urn:microsoft.com/office/officeart/2005/8/layout/hierarchy2"/>
    <dgm:cxn modelId="{B7E8B3F3-29A6-43B1-9A79-8F41F5787D20}" type="presParOf" srcId="{4909F371-C0F2-45E1-9AFF-C3E390835D6E}" destId="{FC263A27-7EBF-49E0-9567-8379BCA99480}" srcOrd="0" destOrd="0" presId="urn:microsoft.com/office/officeart/2005/8/layout/hierarchy2"/>
    <dgm:cxn modelId="{B4C70D2B-4F47-4390-BFA1-3160CBBE6A09}" type="presParOf" srcId="{4909F371-C0F2-45E1-9AFF-C3E390835D6E}" destId="{3B8A8BE5-5B66-46CD-8300-B9E20CABDF4D}" srcOrd="1" destOrd="0" presId="urn:microsoft.com/office/officeart/2005/8/layout/hierarchy2"/>
    <dgm:cxn modelId="{9E2605B0-5913-4AC6-9F7B-9A18CA416410}" type="presParOf" srcId="{3B8A8BE5-5B66-46CD-8300-B9E20CABDF4D}" destId="{EA4158A3-4A33-4734-806A-0839352D147B}" srcOrd="0" destOrd="0" presId="urn:microsoft.com/office/officeart/2005/8/layout/hierarchy2"/>
    <dgm:cxn modelId="{3A0A293A-B4C6-42E8-8CB4-743E5F815756}" type="presParOf" srcId="{EA4158A3-4A33-4734-806A-0839352D147B}" destId="{2799565E-1247-47B8-BFDD-5F18AAF588FF}" srcOrd="0" destOrd="0" presId="urn:microsoft.com/office/officeart/2005/8/layout/hierarchy2"/>
    <dgm:cxn modelId="{5234E647-0A6A-43F5-8DF0-4078B8D9C868}" type="presParOf" srcId="{3B8A8BE5-5B66-46CD-8300-B9E20CABDF4D}" destId="{F579BCEB-1363-473A-A623-3772A1FADD1A}" srcOrd="1" destOrd="0" presId="urn:microsoft.com/office/officeart/2005/8/layout/hierarchy2"/>
    <dgm:cxn modelId="{7807474A-892A-4D66-8FA3-D8E0CA599B34}" type="presParOf" srcId="{F579BCEB-1363-473A-A623-3772A1FADD1A}" destId="{912DD931-8121-4567-9694-4642234C7118}" srcOrd="0" destOrd="0" presId="urn:microsoft.com/office/officeart/2005/8/layout/hierarchy2"/>
    <dgm:cxn modelId="{8D79F3B9-5BCB-41A2-942E-ECE15A430B86}" type="presParOf" srcId="{F579BCEB-1363-473A-A623-3772A1FADD1A}" destId="{84FF8E3C-556D-431E-A01E-3BF939BDCA18}" srcOrd="1" destOrd="0" presId="urn:microsoft.com/office/officeart/2005/8/layout/hierarchy2"/>
    <dgm:cxn modelId="{2FD4BEF5-24DD-48EF-AF87-79751F76E915}" type="presParOf" srcId="{3B8A8BE5-5B66-46CD-8300-B9E20CABDF4D}" destId="{D2530431-5876-49F4-8CE8-8D6A92A021A5}" srcOrd="2" destOrd="0" presId="urn:microsoft.com/office/officeart/2005/8/layout/hierarchy2"/>
    <dgm:cxn modelId="{6B893FCC-6AE5-4939-B1B2-0A6B1E479E4D}" type="presParOf" srcId="{D2530431-5876-49F4-8CE8-8D6A92A021A5}" destId="{01959F0C-6B53-426F-8D4B-FC9B94CCF217}" srcOrd="0" destOrd="0" presId="urn:microsoft.com/office/officeart/2005/8/layout/hierarchy2"/>
    <dgm:cxn modelId="{A91AFC02-DA97-4B70-BA31-30AEAA0515AD}" type="presParOf" srcId="{3B8A8BE5-5B66-46CD-8300-B9E20CABDF4D}" destId="{8FBB0361-5950-4937-8D79-8011BA3F3541}" srcOrd="3" destOrd="0" presId="urn:microsoft.com/office/officeart/2005/8/layout/hierarchy2"/>
    <dgm:cxn modelId="{CFF3C318-1DD5-428B-BBA4-44976FE607EA}" type="presParOf" srcId="{8FBB0361-5950-4937-8D79-8011BA3F3541}" destId="{3CCD3B2B-3204-47A5-A2DE-7FF3E28CD257}" srcOrd="0" destOrd="0" presId="urn:microsoft.com/office/officeart/2005/8/layout/hierarchy2"/>
    <dgm:cxn modelId="{FAEC7786-505D-4DF3-8F2F-8D4E565C485B}" type="presParOf" srcId="{8FBB0361-5950-4937-8D79-8011BA3F3541}" destId="{59CEBCE3-F5D7-4613-A5BE-79AAAE793D95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5DD143-3124-4442-A758-040B6EF4F821}">
      <dsp:nvSpPr>
        <dsp:cNvPr id="0" name=""/>
        <dsp:cNvSpPr/>
      </dsp:nvSpPr>
      <dsp:spPr>
        <a:xfrm>
          <a:off x="1501355" y="1374838"/>
          <a:ext cx="792149" cy="396074"/>
        </a:xfrm>
        <a:prstGeom prst="roundRect">
          <a:avLst>
            <a:gd name="adj" fmla="val 10000"/>
          </a:avLst>
        </a:prstGeom>
        <a:noFill/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schemeClr val="tx1"/>
              </a:solidFill>
            </a:rPr>
            <a:t>舵回路</a:t>
          </a:r>
        </a:p>
      </dsp:txBody>
      <dsp:txXfrm>
        <a:off x="1512956" y="1386439"/>
        <a:ext cx="768947" cy="372872"/>
      </dsp:txXfrm>
    </dsp:sp>
    <dsp:sp modelId="{12F005BC-8C28-48CF-80DB-93D793372731}">
      <dsp:nvSpPr>
        <dsp:cNvPr id="0" name=""/>
        <dsp:cNvSpPr/>
      </dsp:nvSpPr>
      <dsp:spPr>
        <a:xfrm rot="17611583">
          <a:off x="1920405" y="992136"/>
          <a:ext cx="1241950" cy="22763"/>
        </a:xfrm>
        <a:custGeom>
          <a:avLst/>
          <a:gdLst/>
          <a:ahLst/>
          <a:cxnLst/>
          <a:rect l="0" t="0" r="0" b="0"/>
          <a:pathLst>
            <a:path>
              <a:moveTo>
                <a:pt x="0" y="11381"/>
              </a:moveTo>
              <a:lnTo>
                <a:pt x="1241950" y="11381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2510332" y="972469"/>
        <a:ext cx="62097" cy="62097"/>
      </dsp:txXfrm>
    </dsp:sp>
    <dsp:sp modelId="{3ECCC713-F5A2-4EE9-9B2D-2257CBD732F3}">
      <dsp:nvSpPr>
        <dsp:cNvPr id="0" name=""/>
        <dsp:cNvSpPr/>
      </dsp:nvSpPr>
      <dsp:spPr>
        <a:xfrm>
          <a:off x="2789256" y="236123"/>
          <a:ext cx="792149" cy="396074"/>
        </a:xfrm>
        <a:prstGeom prst="roundRect">
          <a:avLst>
            <a:gd name="adj" fmla="val 10000"/>
          </a:avLst>
        </a:prstGeom>
        <a:solidFill>
          <a:schemeClr val="bg1"/>
        </a:solidFill>
        <a:ln w="12700" cap="flat" cmpd="sng" algn="ctr">
          <a:solidFill>
            <a:schemeClr val="tx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schemeClr val="tx1"/>
              </a:solidFill>
            </a:rPr>
            <a:t>控制量</a:t>
          </a:r>
        </a:p>
      </dsp:txBody>
      <dsp:txXfrm>
        <a:off x="2800857" y="247724"/>
        <a:ext cx="768947" cy="372872"/>
      </dsp:txXfrm>
    </dsp:sp>
    <dsp:sp modelId="{90A52DC6-A2CD-4F26-8D32-63930F365F03}">
      <dsp:nvSpPr>
        <dsp:cNvPr id="0" name=""/>
        <dsp:cNvSpPr/>
      </dsp:nvSpPr>
      <dsp:spPr>
        <a:xfrm rot="20335627">
          <a:off x="3559582" y="305443"/>
          <a:ext cx="652668" cy="22763"/>
        </a:xfrm>
        <a:custGeom>
          <a:avLst/>
          <a:gdLst/>
          <a:ahLst/>
          <a:cxnLst/>
          <a:rect l="0" t="0" r="0" b="0"/>
          <a:pathLst>
            <a:path>
              <a:moveTo>
                <a:pt x="0" y="11381"/>
              </a:moveTo>
              <a:lnTo>
                <a:pt x="652668" y="1138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69599" y="300508"/>
        <a:ext cx="32633" cy="32633"/>
      </dsp:txXfrm>
    </dsp:sp>
    <dsp:sp modelId="{7C3AF18B-7704-4DB2-A1B3-23BC96E72369}">
      <dsp:nvSpPr>
        <dsp:cNvPr id="0" name=""/>
        <dsp:cNvSpPr/>
      </dsp:nvSpPr>
      <dsp:spPr>
        <a:xfrm>
          <a:off x="4190426" y="1452"/>
          <a:ext cx="792149" cy="396074"/>
        </a:xfrm>
        <a:prstGeom prst="roundRect">
          <a:avLst>
            <a:gd name="adj" fmla="val 10000"/>
          </a:avLst>
        </a:prstGeom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舵偏角指令</a:t>
          </a:r>
        </a:p>
      </dsp:txBody>
      <dsp:txXfrm>
        <a:off x="4202027" y="13053"/>
        <a:ext cx="768947" cy="372872"/>
      </dsp:txXfrm>
    </dsp:sp>
    <dsp:sp modelId="{73F1EE01-408C-4A8A-A712-FBE399C530E0}">
      <dsp:nvSpPr>
        <dsp:cNvPr id="0" name=""/>
        <dsp:cNvSpPr/>
      </dsp:nvSpPr>
      <dsp:spPr>
        <a:xfrm rot="1195763">
          <a:off x="3562008" y="533186"/>
          <a:ext cx="647816" cy="22763"/>
        </a:xfrm>
        <a:custGeom>
          <a:avLst/>
          <a:gdLst/>
          <a:ahLst/>
          <a:cxnLst/>
          <a:rect l="0" t="0" r="0" b="0"/>
          <a:pathLst>
            <a:path>
              <a:moveTo>
                <a:pt x="0" y="11381"/>
              </a:moveTo>
              <a:lnTo>
                <a:pt x="647816" y="1138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69721" y="528373"/>
        <a:ext cx="32390" cy="32390"/>
      </dsp:txXfrm>
    </dsp:sp>
    <dsp:sp modelId="{01D94BBC-4C8A-46D6-9DA7-0849D46E195E}">
      <dsp:nvSpPr>
        <dsp:cNvPr id="0" name=""/>
        <dsp:cNvSpPr/>
      </dsp:nvSpPr>
      <dsp:spPr>
        <a:xfrm>
          <a:off x="4190426" y="456938"/>
          <a:ext cx="792149" cy="396074"/>
        </a:xfrm>
        <a:prstGeom prst="roundRect">
          <a:avLst>
            <a:gd name="adj" fmla="val 10000"/>
          </a:avLst>
        </a:prstGeom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负载力矩</a:t>
          </a:r>
        </a:p>
      </dsp:txBody>
      <dsp:txXfrm>
        <a:off x="4202027" y="468539"/>
        <a:ext cx="768947" cy="372872"/>
      </dsp:txXfrm>
    </dsp:sp>
    <dsp:sp modelId="{8C1E0468-853D-4E6D-9EA3-8CB781B97118}">
      <dsp:nvSpPr>
        <dsp:cNvPr id="0" name=""/>
        <dsp:cNvSpPr/>
      </dsp:nvSpPr>
      <dsp:spPr>
        <a:xfrm>
          <a:off x="2293505" y="1561494"/>
          <a:ext cx="495751" cy="22763"/>
        </a:xfrm>
        <a:custGeom>
          <a:avLst/>
          <a:gdLst/>
          <a:ahLst/>
          <a:cxnLst/>
          <a:rect l="0" t="0" r="0" b="0"/>
          <a:pathLst>
            <a:path>
              <a:moveTo>
                <a:pt x="0" y="11381"/>
              </a:moveTo>
              <a:lnTo>
                <a:pt x="495751" y="11381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2528987" y="1560482"/>
        <a:ext cx="24787" cy="24787"/>
      </dsp:txXfrm>
    </dsp:sp>
    <dsp:sp modelId="{1E9E438A-E318-4E1A-87EA-221D3E612C0A}">
      <dsp:nvSpPr>
        <dsp:cNvPr id="0" name=""/>
        <dsp:cNvSpPr/>
      </dsp:nvSpPr>
      <dsp:spPr>
        <a:xfrm>
          <a:off x="2789256" y="1374838"/>
          <a:ext cx="792149" cy="396074"/>
        </a:xfrm>
        <a:prstGeom prst="roundRect">
          <a:avLst>
            <a:gd name="adj" fmla="val 10000"/>
          </a:avLst>
        </a:prstGeom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状态量</a:t>
          </a:r>
        </a:p>
      </dsp:txBody>
      <dsp:txXfrm>
        <a:off x="2800857" y="1386439"/>
        <a:ext cx="768947" cy="372872"/>
      </dsp:txXfrm>
    </dsp:sp>
    <dsp:sp modelId="{7AC7AA8F-9418-4E98-8F82-02858D2CFE02}">
      <dsp:nvSpPr>
        <dsp:cNvPr id="0" name=""/>
        <dsp:cNvSpPr/>
      </dsp:nvSpPr>
      <dsp:spPr>
        <a:xfrm rot="19367493">
          <a:off x="3503577" y="1330287"/>
          <a:ext cx="764677" cy="22763"/>
        </a:xfrm>
        <a:custGeom>
          <a:avLst/>
          <a:gdLst/>
          <a:ahLst/>
          <a:cxnLst/>
          <a:rect l="0" t="0" r="0" b="0"/>
          <a:pathLst>
            <a:path>
              <a:moveTo>
                <a:pt x="0" y="11381"/>
              </a:moveTo>
              <a:lnTo>
                <a:pt x="764677" y="1138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66799" y="1322552"/>
        <a:ext cx="38233" cy="38233"/>
      </dsp:txXfrm>
    </dsp:sp>
    <dsp:sp modelId="{3B267AF2-0F88-4183-841E-90688E679396}">
      <dsp:nvSpPr>
        <dsp:cNvPr id="0" name=""/>
        <dsp:cNvSpPr/>
      </dsp:nvSpPr>
      <dsp:spPr>
        <a:xfrm>
          <a:off x="4190426" y="912424"/>
          <a:ext cx="792149" cy="396074"/>
        </a:xfrm>
        <a:prstGeom prst="roundRect">
          <a:avLst>
            <a:gd name="adj" fmla="val 10000"/>
          </a:avLst>
        </a:prstGeom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电流</a:t>
          </a:r>
        </a:p>
      </dsp:txBody>
      <dsp:txXfrm>
        <a:off x="4202027" y="924025"/>
        <a:ext cx="768947" cy="372872"/>
      </dsp:txXfrm>
    </dsp:sp>
    <dsp:sp modelId="{00658902-E1F3-4A47-A884-DAD1BBA16D29}">
      <dsp:nvSpPr>
        <dsp:cNvPr id="0" name=""/>
        <dsp:cNvSpPr/>
      </dsp:nvSpPr>
      <dsp:spPr>
        <a:xfrm rot="21560899">
          <a:off x="3581386" y="1558030"/>
          <a:ext cx="609059" cy="22763"/>
        </a:xfrm>
        <a:custGeom>
          <a:avLst/>
          <a:gdLst/>
          <a:ahLst/>
          <a:cxnLst/>
          <a:rect l="0" t="0" r="0" b="0"/>
          <a:pathLst>
            <a:path>
              <a:moveTo>
                <a:pt x="0" y="11381"/>
              </a:moveTo>
              <a:lnTo>
                <a:pt x="609059" y="1138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70689" y="1554185"/>
        <a:ext cx="30452" cy="30452"/>
      </dsp:txXfrm>
    </dsp:sp>
    <dsp:sp modelId="{411B9BBB-659C-40B1-B053-02ED391E33EE}">
      <dsp:nvSpPr>
        <dsp:cNvPr id="0" name=""/>
        <dsp:cNvSpPr/>
      </dsp:nvSpPr>
      <dsp:spPr>
        <a:xfrm>
          <a:off x="4190426" y="1367911"/>
          <a:ext cx="792149" cy="396074"/>
        </a:xfrm>
        <a:prstGeom prst="roundRect">
          <a:avLst>
            <a:gd name="adj" fmla="val 10000"/>
          </a:avLst>
        </a:prstGeom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电压</a:t>
          </a:r>
        </a:p>
      </dsp:txBody>
      <dsp:txXfrm>
        <a:off x="4202027" y="1379512"/>
        <a:ext cx="768947" cy="372872"/>
      </dsp:txXfrm>
    </dsp:sp>
    <dsp:sp modelId="{AD5CD85E-2F79-4085-95E9-A958C262EEDB}">
      <dsp:nvSpPr>
        <dsp:cNvPr id="0" name=""/>
        <dsp:cNvSpPr/>
      </dsp:nvSpPr>
      <dsp:spPr>
        <a:xfrm rot="2182354">
          <a:off x="3507726" y="1785773"/>
          <a:ext cx="756380" cy="22763"/>
        </a:xfrm>
        <a:custGeom>
          <a:avLst/>
          <a:gdLst/>
          <a:ahLst/>
          <a:cxnLst/>
          <a:rect l="0" t="0" r="0" b="0"/>
          <a:pathLst>
            <a:path>
              <a:moveTo>
                <a:pt x="0" y="11381"/>
              </a:moveTo>
              <a:lnTo>
                <a:pt x="756380" y="1138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67006" y="1778245"/>
        <a:ext cx="37819" cy="37819"/>
      </dsp:txXfrm>
    </dsp:sp>
    <dsp:sp modelId="{B431013A-BA9E-4813-8C19-2DC85D20C3C1}">
      <dsp:nvSpPr>
        <dsp:cNvPr id="0" name=""/>
        <dsp:cNvSpPr/>
      </dsp:nvSpPr>
      <dsp:spPr>
        <a:xfrm>
          <a:off x="4190426" y="1823397"/>
          <a:ext cx="792149" cy="396074"/>
        </a:xfrm>
        <a:prstGeom prst="roundRect">
          <a:avLst>
            <a:gd name="adj" fmla="val 10000"/>
          </a:avLst>
        </a:prstGeom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转速</a:t>
          </a:r>
        </a:p>
      </dsp:txBody>
      <dsp:txXfrm>
        <a:off x="4202027" y="1834998"/>
        <a:ext cx="768947" cy="372872"/>
      </dsp:txXfrm>
    </dsp:sp>
    <dsp:sp modelId="{4B10FA44-C87B-4C6C-88E3-4F72E72FC54B}">
      <dsp:nvSpPr>
        <dsp:cNvPr id="0" name=""/>
        <dsp:cNvSpPr/>
      </dsp:nvSpPr>
      <dsp:spPr>
        <a:xfrm rot="3988417">
          <a:off x="1920405" y="2130851"/>
          <a:ext cx="1241950" cy="22763"/>
        </a:xfrm>
        <a:custGeom>
          <a:avLst/>
          <a:gdLst/>
          <a:ahLst/>
          <a:cxnLst/>
          <a:rect l="0" t="0" r="0" b="0"/>
          <a:pathLst>
            <a:path>
              <a:moveTo>
                <a:pt x="0" y="11381"/>
              </a:moveTo>
              <a:lnTo>
                <a:pt x="1241950" y="11381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2510332" y="2111184"/>
        <a:ext cx="62097" cy="62097"/>
      </dsp:txXfrm>
    </dsp:sp>
    <dsp:sp modelId="{FC263A27-7EBF-49E0-9567-8379BCA99480}">
      <dsp:nvSpPr>
        <dsp:cNvPr id="0" name=""/>
        <dsp:cNvSpPr/>
      </dsp:nvSpPr>
      <dsp:spPr>
        <a:xfrm>
          <a:off x="2789256" y="2513553"/>
          <a:ext cx="792149" cy="396074"/>
        </a:xfrm>
        <a:prstGeom prst="roundRect">
          <a:avLst>
            <a:gd name="adj" fmla="val 10000"/>
          </a:avLst>
        </a:prstGeom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schemeClr val="tx1"/>
              </a:solidFill>
            </a:rPr>
            <a:t>退化因素</a:t>
          </a:r>
        </a:p>
      </dsp:txBody>
      <dsp:txXfrm>
        <a:off x="2800857" y="2525154"/>
        <a:ext cx="768947" cy="372872"/>
      </dsp:txXfrm>
    </dsp:sp>
    <dsp:sp modelId="{EA4158A3-4A33-4734-806A-0839352D147B}">
      <dsp:nvSpPr>
        <dsp:cNvPr id="0" name=""/>
        <dsp:cNvSpPr/>
      </dsp:nvSpPr>
      <dsp:spPr>
        <a:xfrm rot="20335627">
          <a:off x="3559582" y="2582874"/>
          <a:ext cx="652668" cy="22763"/>
        </a:xfrm>
        <a:custGeom>
          <a:avLst/>
          <a:gdLst/>
          <a:ahLst/>
          <a:cxnLst/>
          <a:rect l="0" t="0" r="0" b="0"/>
          <a:pathLst>
            <a:path>
              <a:moveTo>
                <a:pt x="0" y="11381"/>
              </a:moveTo>
              <a:lnTo>
                <a:pt x="652668" y="1138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69599" y="2577939"/>
        <a:ext cx="32633" cy="32633"/>
      </dsp:txXfrm>
    </dsp:sp>
    <dsp:sp modelId="{912DD931-8121-4567-9694-4642234C7118}">
      <dsp:nvSpPr>
        <dsp:cNvPr id="0" name=""/>
        <dsp:cNvSpPr/>
      </dsp:nvSpPr>
      <dsp:spPr>
        <a:xfrm>
          <a:off x="4190426" y="2278883"/>
          <a:ext cx="792149" cy="396074"/>
        </a:xfrm>
        <a:prstGeom prst="roundRect">
          <a:avLst>
            <a:gd name="adj" fmla="val 10000"/>
          </a:avLst>
        </a:prstGeom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温度</a:t>
          </a:r>
        </a:p>
      </dsp:txBody>
      <dsp:txXfrm>
        <a:off x="4202027" y="2290484"/>
        <a:ext cx="768947" cy="372872"/>
      </dsp:txXfrm>
    </dsp:sp>
    <dsp:sp modelId="{D2530431-5876-49F4-8CE8-8D6A92A021A5}">
      <dsp:nvSpPr>
        <dsp:cNvPr id="0" name=""/>
        <dsp:cNvSpPr/>
      </dsp:nvSpPr>
      <dsp:spPr>
        <a:xfrm rot="1195763">
          <a:off x="3562008" y="2810617"/>
          <a:ext cx="647816" cy="22763"/>
        </a:xfrm>
        <a:custGeom>
          <a:avLst/>
          <a:gdLst/>
          <a:ahLst/>
          <a:cxnLst/>
          <a:rect l="0" t="0" r="0" b="0"/>
          <a:pathLst>
            <a:path>
              <a:moveTo>
                <a:pt x="0" y="11381"/>
              </a:moveTo>
              <a:lnTo>
                <a:pt x="647816" y="1138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69721" y="2805803"/>
        <a:ext cx="32390" cy="32390"/>
      </dsp:txXfrm>
    </dsp:sp>
    <dsp:sp modelId="{3CCD3B2B-3204-47A5-A2DE-7FF3E28CD257}">
      <dsp:nvSpPr>
        <dsp:cNvPr id="0" name=""/>
        <dsp:cNvSpPr/>
      </dsp:nvSpPr>
      <dsp:spPr>
        <a:xfrm>
          <a:off x="4190426" y="2734369"/>
          <a:ext cx="792149" cy="396074"/>
        </a:xfrm>
        <a:prstGeom prst="roundRect">
          <a:avLst>
            <a:gd name="adj" fmla="val 10000"/>
          </a:avLst>
        </a:prstGeom>
        <a:solidFill>
          <a:prstClr val="white"/>
        </a:solidFill>
        <a:ln w="12700" cap="flat" cmpd="sng" algn="ctr">
          <a:solidFill>
            <a:prstClr val="black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100" kern="1200" dirty="0">
              <a:solidFill>
                <a:prstClr val="black"/>
              </a:solidFill>
              <a:latin typeface="等线" panose="020F0502020204030204"/>
              <a:ea typeface="等线" panose="02010600030101010101" pitchFamily="2" charset="-122"/>
              <a:cs typeface="+mn-cs"/>
            </a:rPr>
            <a:t>电位器老化</a:t>
          </a:r>
        </a:p>
      </dsp:txBody>
      <dsp:txXfrm>
        <a:off x="4202027" y="2745970"/>
        <a:ext cx="768947" cy="372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9B922-3D29-4211-90CE-2CBDCA7D675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3A2C82-6456-431C-AE28-9DA2CD53B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0507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A2C82-6456-431C-AE28-9DA2CD53BD98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60893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A2C82-6456-431C-AE28-9DA2CD53BD98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12284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A2C82-6456-431C-AE28-9DA2CD53BD98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2974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A2C82-6456-431C-AE28-9DA2CD53BD98}" type="slidenum">
              <a:rPr lang="zh-CN" altLang="en-US" smtClean="0"/>
              <a:t>112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273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A2C82-6456-431C-AE28-9DA2CD53BD98}" type="slidenum">
              <a:rPr lang="zh-CN" altLang="en-US" smtClean="0"/>
              <a:t>116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641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3A2C82-6456-431C-AE28-9DA2CD53BD98}" type="slidenum">
              <a:rPr lang="zh-CN" altLang="en-US" smtClean="0"/>
              <a:t>125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66846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7D51DC-1BDC-9F03-06BA-FAB351DF51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B6F86F6-31DA-12B1-9262-4AAE8FAEC1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B6756E-F758-9B70-4A39-65BD7FD93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32B1959-E395-E9B2-4201-041F498AF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3D32DE-2B7A-35D9-783A-2E290915D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6554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AC76B9-2BF0-FB71-A7BC-4CD68E66E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5BDED8-EEF7-FDA8-0BAD-EC1DBE51A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35AD38-F154-F97A-4FEB-8C9A3F8CC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E69A6B-4702-B378-B523-2D20043D5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5820BE-DCCA-C353-DD23-5317AEA36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9136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912E6B-6A49-4805-A4A4-5AC0F3C00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B52FAB6-2E9D-162C-C0D9-0FCFFFE447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A526CE-1F26-FC98-C471-483D291C2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5F9FE7-BD64-819F-480A-6DA9D76D0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93797A5-6AE1-FB6F-E7BE-DBF330E1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7771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37DCB6-91A9-4E7B-EED5-20C465D45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9F030F-B78A-3B57-B951-09604742D9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D263DB-3843-8B71-818A-7488EFE1BA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C1B7226-8F27-2AA0-F92A-2DAA72886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18686F-5EF6-0B8F-C123-4824152B8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2E67CA7-CB91-1503-7A83-1E7B4C40A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3285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04C765-FA36-9904-CAE9-8F429D4AC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CF8A0F-C9DB-28EE-95A7-41BE7B63F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238A656-5466-89DA-DD59-A38D4B294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AED66FA-303C-D3CE-EDE7-8A346F73A8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80A4151-F290-A5AD-FAB6-3055A15C0D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477281F-EA11-9AC2-7275-9B4C03681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5DAB73-E0AE-F49C-D821-166893EAB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A13778C-8C54-4E55-EAE6-71A29C429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4391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131C80-E89D-B726-6B41-0A439868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1A980BD-DD4D-C1B2-5252-C66A5314A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5B6AF9D-FFD1-9CF5-B5C9-1CE9E1D2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DA635BD-4543-1B9C-7893-D3D2B0074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778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30375E5-2B42-B87B-4EB9-244B309DD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79D27FD-0A50-A4CD-F638-4DAF58AAD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86DB1DC-A0EB-BFDB-D0A7-EEF7295B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569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429085-D8BF-0304-C9A1-1ECB976ED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71127ED-776C-79D9-D959-D66B268FF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3796951-6B70-CEC2-AB2D-80CF4A411E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C46365B-97D2-0FB5-1942-34E2F10D1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510D168-0A35-A177-9195-D3E434B9B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5872B7-0CFC-6A09-0629-27C80DA85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4441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50CC5B-2F76-11C6-F621-8472843B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FA8990A-21B6-FE2E-33F1-DCF735B8E2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7C9753A-C690-D48C-32DA-DDAA73934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18DC14C-000F-DF55-FDD4-C666C5204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169AE85-B92F-028D-816D-0D95F44C8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BE8CA81-CD57-862E-2361-D73A5411C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2778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7D813C-9D01-BACF-EB79-6E0C890BC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6D3E2EA-6A55-B426-1231-BBF8BD9F8F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9805E6-16C4-A540-16FA-F1499AA1A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A9C315-15A6-D8ED-5C0C-BB7528AC5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BAA0D5-B791-9278-2D72-29177167F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720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A9381F6-D022-3E86-B5E6-37E43A788A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6867E3D-B9B1-2DB7-792A-AF8494AE0E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82A456-BA78-1154-1976-99C466898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C6A39-04DD-EBD0-102E-DFD358899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217454-A991-E2D0-74F6-1D11FB836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25168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7A8B33F-3334-4294-711A-B35DA186D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E5EFDE8-5659-8F3E-F314-42D6001A0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FE86C0-B933-BC91-DC88-3278F88C12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66FDEE-93C9-4B7D-8C36-CECBB10FF02F}" type="datetimeFigureOut">
              <a:rPr lang="zh-CN" altLang="en-US" smtClean="0"/>
              <a:t>2025/11/7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5C71C9-F67B-C794-8935-5123E5F2FD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CACD9F1-AAA8-72CC-0F4D-8757831BE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69CB22-C57C-42AB-9807-B8AC340CE79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9571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26" Type="http://schemas.openxmlformats.org/officeDocument/2006/relationships/image" Target="../media/image30.png"/><Relationship Id="rId3" Type="http://schemas.openxmlformats.org/officeDocument/2006/relationships/image" Target="../media/image7.png"/><Relationship Id="rId21" Type="http://schemas.openxmlformats.org/officeDocument/2006/relationships/image" Target="../media/image2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5" Type="http://schemas.openxmlformats.org/officeDocument/2006/relationships/image" Target="../media/image29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24" Type="http://schemas.openxmlformats.org/officeDocument/2006/relationships/image" Target="../media/image28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23" Type="http://schemas.openxmlformats.org/officeDocument/2006/relationships/image" Target="../media/image27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Relationship Id="rId22" Type="http://schemas.openxmlformats.org/officeDocument/2006/relationships/image" Target="../media/image26.png"/><Relationship Id="rId27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4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18" Type="http://schemas.openxmlformats.org/officeDocument/2006/relationships/image" Target="../media/image51.png"/><Relationship Id="rId3" Type="http://schemas.openxmlformats.org/officeDocument/2006/relationships/image" Target="../media/image36.png"/><Relationship Id="rId21" Type="http://schemas.openxmlformats.org/officeDocument/2006/relationships/image" Target="../media/image54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35.png"/><Relationship Id="rId16" Type="http://schemas.openxmlformats.org/officeDocument/2006/relationships/image" Target="../media/image49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23" Type="http://schemas.openxmlformats.org/officeDocument/2006/relationships/image" Target="../media/image56.png"/><Relationship Id="rId10" Type="http://schemas.openxmlformats.org/officeDocument/2006/relationships/image" Target="../media/image43.png"/><Relationship Id="rId19" Type="http://schemas.openxmlformats.org/officeDocument/2006/relationships/image" Target="../media/image52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Relationship Id="rId22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0.png"/><Relationship Id="rId13" Type="http://schemas.openxmlformats.org/officeDocument/2006/relationships/image" Target="../media/image460.png"/><Relationship Id="rId3" Type="http://schemas.openxmlformats.org/officeDocument/2006/relationships/image" Target="../media/image360.png"/><Relationship Id="rId7" Type="http://schemas.openxmlformats.org/officeDocument/2006/relationships/image" Target="../media/image400.png"/><Relationship Id="rId12" Type="http://schemas.openxmlformats.org/officeDocument/2006/relationships/image" Target="../media/image45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11" Type="http://schemas.openxmlformats.org/officeDocument/2006/relationships/image" Target="../media/image440.png"/><Relationship Id="rId5" Type="http://schemas.openxmlformats.org/officeDocument/2006/relationships/image" Target="../media/image380.png"/><Relationship Id="rId15" Type="http://schemas.openxmlformats.org/officeDocument/2006/relationships/image" Target="../media/image480.png"/><Relationship Id="rId10" Type="http://schemas.openxmlformats.org/officeDocument/2006/relationships/image" Target="../media/image430.png"/><Relationship Id="rId4" Type="http://schemas.openxmlformats.org/officeDocument/2006/relationships/image" Target="../media/image370.png"/><Relationship Id="rId9" Type="http://schemas.openxmlformats.org/officeDocument/2006/relationships/image" Target="../media/image420.png"/><Relationship Id="rId14" Type="http://schemas.openxmlformats.org/officeDocument/2006/relationships/image" Target="../media/image47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13" Type="http://schemas.openxmlformats.org/officeDocument/2006/relationships/image" Target="../media/image560.png"/><Relationship Id="rId3" Type="http://schemas.openxmlformats.org/officeDocument/2006/relationships/image" Target="../media/image500.png"/><Relationship Id="rId7" Type="http://schemas.openxmlformats.org/officeDocument/2006/relationships/image" Target="../media/image540.png"/><Relationship Id="rId12" Type="http://schemas.openxmlformats.org/officeDocument/2006/relationships/image" Target="../media/image47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0.png"/><Relationship Id="rId11" Type="http://schemas.openxmlformats.org/officeDocument/2006/relationships/image" Target="../media/image460.png"/><Relationship Id="rId5" Type="http://schemas.openxmlformats.org/officeDocument/2006/relationships/image" Target="../media/image520.png"/><Relationship Id="rId10" Type="http://schemas.openxmlformats.org/officeDocument/2006/relationships/image" Target="../media/image450.png"/><Relationship Id="rId4" Type="http://schemas.openxmlformats.org/officeDocument/2006/relationships/image" Target="../media/image510.png"/><Relationship Id="rId9" Type="http://schemas.openxmlformats.org/officeDocument/2006/relationships/image" Target="../media/image440.png"/><Relationship Id="rId14" Type="http://schemas.openxmlformats.org/officeDocument/2006/relationships/image" Target="../media/image5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4.png"/><Relationship Id="rId18" Type="http://schemas.openxmlformats.org/officeDocument/2006/relationships/image" Target="../media/image64.png"/><Relationship Id="rId26" Type="http://schemas.openxmlformats.org/officeDocument/2006/relationships/image" Target="../media/image72.png"/><Relationship Id="rId39" Type="http://schemas.openxmlformats.org/officeDocument/2006/relationships/image" Target="../media/image74.png"/><Relationship Id="rId21" Type="http://schemas.openxmlformats.org/officeDocument/2006/relationships/image" Target="../media/image67.png"/><Relationship Id="rId34" Type="http://schemas.openxmlformats.org/officeDocument/2006/relationships/image" Target="../media/image51.png"/><Relationship Id="rId42" Type="http://schemas.openxmlformats.org/officeDocument/2006/relationships/image" Target="../media/image77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29" Type="http://schemas.openxmlformats.org/officeDocument/2006/relationships/image" Target="../media/image46.png"/><Relationship Id="rId41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24" Type="http://schemas.openxmlformats.org/officeDocument/2006/relationships/image" Target="../media/image70.png"/><Relationship Id="rId32" Type="http://schemas.openxmlformats.org/officeDocument/2006/relationships/image" Target="../media/image49.png"/><Relationship Id="rId37" Type="http://schemas.openxmlformats.org/officeDocument/2006/relationships/image" Target="../media/image541.png"/><Relationship Id="rId40" Type="http://schemas.openxmlformats.org/officeDocument/2006/relationships/image" Target="../media/image75.png"/><Relationship Id="rId5" Type="http://schemas.openxmlformats.org/officeDocument/2006/relationships/image" Target="../media/image36.png"/><Relationship Id="rId15" Type="http://schemas.openxmlformats.org/officeDocument/2006/relationships/image" Target="../media/image61.png"/><Relationship Id="rId23" Type="http://schemas.openxmlformats.org/officeDocument/2006/relationships/image" Target="../media/image69.png"/><Relationship Id="rId28" Type="http://schemas.openxmlformats.org/officeDocument/2006/relationships/image" Target="../media/image45.png"/><Relationship Id="rId36" Type="http://schemas.openxmlformats.org/officeDocument/2006/relationships/image" Target="../media/image53.png"/><Relationship Id="rId10" Type="http://schemas.openxmlformats.org/officeDocument/2006/relationships/image" Target="../media/image41.png"/><Relationship Id="rId19" Type="http://schemas.openxmlformats.org/officeDocument/2006/relationships/image" Target="../media/image65.png"/><Relationship Id="rId31" Type="http://schemas.openxmlformats.org/officeDocument/2006/relationships/image" Target="../media/image48.png"/><Relationship Id="rId44" Type="http://schemas.openxmlformats.org/officeDocument/2006/relationships/image" Target="../media/image5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60.png"/><Relationship Id="rId22" Type="http://schemas.openxmlformats.org/officeDocument/2006/relationships/image" Target="../media/image68.png"/><Relationship Id="rId27" Type="http://schemas.openxmlformats.org/officeDocument/2006/relationships/image" Target="../media/image73.png"/><Relationship Id="rId30" Type="http://schemas.openxmlformats.org/officeDocument/2006/relationships/image" Target="../media/image47.png"/><Relationship Id="rId35" Type="http://schemas.openxmlformats.org/officeDocument/2006/relationships/image" Target="../media/image52.png"/><Relationship Id="rId43" Type="http://schemas.openxmlformats.org/officeDocument/2006/relationships/image" Target="../media/image78.png"/><Relationship Id="rId8" Type="http://schemas.openxmlformats.org/officeDocument/2006/relationships/image" Target="../media/image39.png"/><Relationship Id="rId3" Type="http://schemas.openxmlformats.org/officeDocument/2006/relationships/image" Target="../media/image59.png"/><Relationship Id="rId12" Type="http://schemas.openxmlformats.org/officeDocument/2006/relationships/image" Target="../media/image43.png"/><Relationship Id="rId17" Type="http://schemas.openxmlformats.org/officeDocument/2006/relationships/image" Target="../media/image63.png"/><Relationship Id="rId25" Type="http://schemas.openxmlformats.org/officeDocument/2006/relationships/image" Target="../media/image71.png"/><Relationship Id="rId33" Type="http://schemas.openxmlformats.org/officeDocument/2006/relationships/image" Target="../media/image50.png"/><Relationship Id="rId38" Type="http://schemas.openxmlformats.org/officeDocument/2006/relationships/image" Target="../media/image5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8" Type="http://schemas.openxmlformats.org/officeDocument/2006/relationships/image" Target="../media/image96.png"/><Relationship Id="rId26" Type="http://schemas.openxmlformats.org/officeDocument/2006/relationships/image" Target="../media/image980.png"/><Relationship Id="rId3" Type="http://schemas.openxmlformats.org/officeDocument/2006/relationships/image" Target="../media/image82.png"/><Relationship Id="rId21" Type="http://schemas.openxmlformats.org/officeDocument/2006/relationships/image" Target="../media/image92.png"/><Relationship Id="rId7" Type="http://schemas.openxmlformats.org/officeDocument/2006/relationships/image" Target="../media/image85.png"/><Relationship Id="rId17" Type="http://schemas.openxmlformats.org/officeDocument/2006/relationships/image" Target="../media/image95.png"/><Relationship Id="rId25" Type="http://schemas.openxmlformats.org/officeDocument/2006/relationships/image" Target="../media/image10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94.png"/><Relationship Id="rId20" Type="http://schemas.openxmlformats.org/officeDocument/2006/relationships/image" Target="../media/image91.png"/><Relationship Id="rId29" Type="http://schemas.openxmlformats.org/officeDocument/2006/relationships/image" Target="../media/image10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24" Type="http://schemas.openxmlformats.org/officeDocument/2006/relationships/image" Target="../media/image99.png"/><Relationship Id="rId5" Type="http://schemas.openxmlformats.org/officeDocument/2006/relationships/image" Target="../media/image83.png"/><Relationship Id="rId15" Type="http://schemas.openxmlformats.org/officeDocument/2006/relationships/image" Target="../media/image93.png"/><Relationship Id="rId23" Type="http://schemas.openxmlformats.org/officeDocument/2006/relationships/image" Target="../media/image98.png"/><Relationship Id="rId28" Type="http://schemas.openxmlformats.org/officeDocument/2006/relationships/image" Target="../media/image102.png"/><Relationship Id="rId10" Type="http://schemas.openxmlformats.org/officeDocument/2006/relationships/image" Target="../media/image88.png"/><Relationship Id="rId19" Type="http://schemas.openxmlformats.org/officeDocument/2006/relationships/image" Target="../media/image90.png"/><Relationship Id="rId4" Type="http://schemas.openxmlformats.org/officeDocument/2006/relationships/image" Target="../media/image1.jpeg"/><Relationship Id="rId9" Type="http://schemas.openxmlformats.org/officeDocument/2006/relationships/image" Target="../media/image87.png"/><Relationship Id="rId22" Type="http://schemas.openxmlformats.org/officeDocument/2006/relationships/image" Target="../media/image97.png"/><Relationship Id="rId27" Type="http://schemas.openxmlformats.org/officeDocument/2006/relationships/image" Target="../media/image101.png"/><Relationship Id="rId30" Type="http://schemas.openxmlformats.org/officeDocument/2006/relationships/image" Target="../media/image10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0.png"/><Relationship Id="rId7" Type="http://schemas.openxmlformats.org/officeDocument/2006/relationships/image" Target="../media/image115.png"/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4" Type="http://schemas.openxmlformats.org/officeDocument/2006/relationships/image" Target="../media/image112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13" Type="http://schemas.openxmlformats.org/officeDocument/2006/relationships/image" Target="../media/image127.png"/><Relationship Id="rId18" Type="http://schemas.openxmlformats.org/officeDocument/2006/relationships/image" Target="../media/image132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12" Type="http://schemas.openxmlformats.org/officeDocument/2006/relationships/image" Target="../media/image126.png"/><Relationship Id="rId17" Type="http://schemas.openxmlformats.org/officeDocument/2006/relationships/image" Target="../media/image131.png"/><Relationship Id="rId2" Type="http://schemas.openxmlformats.org/officeDocument/2006/relationships/image" Target="../media/image116.png"/><Relationship Id="rId16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11" Type="http://schemas.openxmlformats.org/officeDocument/2006/relationships/image" Target="../media/image125.png"/><Relationship Id="rId5" Type="http://schemas.openxmlformats.org/officeDocument/2006/relationships/image" Target="../media/image119.png"/><Relationship Id="rId15" Type="http://schemas.openxmlformats.org/officeDocument/2006/relationships/image" Target="../media/image129.png"/><Relationship Id="rId10" Type="http://schemas.openxmlformats.org/officeDocument/2006/relationships/image" Target="../media/image124.png"/><Relationship Id="rId19" Type="http://schemas.openxmlformats.org/officeDocument/2006/relationships/image" Target="../media/image133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Relationship Id="rId14" Type="http://schemas.openxmlformats.org/officeDocument/2006/relationships/image" Target="../media/image12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8" Type="http://schemas.openxmlformats.org/officeDocument/2006/relationships/image" Target="../media/image96.png"/><Relationship Id="rId26" Type="http://schemas.openxmlformats.org/officeDocument/2006/relationships/image" Target="../media/image136.png"/><Relationship Id="rId3" Type="http://schemas.openxmlformats.org/officeDocument/2006/relationships/image" Target="../media/image82.png"/><Relationship Id="rId21" Type="http://schemas.openxmlformats.org/officeDocument/2006/relationships/image" Target="../media/image92.png"/><Relationship Id="rId7" Type="http://schemas.openxmlformats.org/officeDocument/2006/relationships/image" Target="../media/image85.png"/><Relationship Id="rId17" Type="http://schemas.openxmlformats.org/officeDocument/2006/relationships/image" Target="../media/image135.png"/><Relationship Id="rId25" Type="http://schemas.openxmlformats.org/officeDocument/2006/relationships/image" Target="../media/image10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94.png"/><Relationship Id="rId20" Type="http://schemas.openxmlformats.org/officeDocument/2006/relationships/image" Target="../media/image91.png"/><Relationship Id="rId29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24" Type="http://schemas.openxmlformats.org/officeDocument/2006/relationships/image" Target="../media/image99.png"/><Relationship Id="rId5" Type="http://schemas.openxmlformats.org/officeDocument/2006/relationships/image" Target="../media/image83.png"/><Relationship Id="rId15" Type="http://schemas.openxmlformats.org/officeDocument/2006/relationships/image" Target="../media/image93.png"/><Relationship Id="rId23" Type="http://schemas.openxmlformats.org/officeDocument/2006/relationships/image" Target="../media/image98.png"/><Relationship Id="rId28" Type="http://schemas.openxmlformats.org/officeDocument/2006/relationships/image" Target="../media/image101.png"/><Relationship Id="rId10" Type="http://schemas.openxmlformats.org/officeDocument/2006/relationships/image" Target="../media/image88.png"/><Relationship Id="rId19" Type="http://schemas.openxmlformats.org/officeDocument/2006/relationships/image" Target="../media/image90.png"/><Relationship Id="rId31" Type="http://schemas.openxmlformats.org/officeDocument/2006/relationships/image" Target="../media/image103.png"/><Relationship Id="rId4" Type="http://schemas.openxmlformats.org/officeDocument/2006/relationships/image" Target="../media/image1.jpeg"/><Relationship Id="rId9" Type="http://schemas.openxmlformats.org/officeDocument/2006/relationships/image" Target="../media/image87.png"/><Relationship Id="rId22" Type="http://schemas.openxmlformats.org/officeDocument/2006/relationships/image" Target="../media/image97.png"/><Relationship Id="rId27" Type="http://schemas.openxmlformats.org/officeDocument/2006/relationships/image" Target="../media/image980.png"/><Relationship Id="rId30" Type="http://schemas.openxmlformats.org/officeDocument/2006/relationships/image" Target="../media/image101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1210.png"/><Relationship Id="rId18" Type="http://schemas.openxmlformats.org/officeDocument/2006/relationships/image" Target="../media/image170.png"/><Relationship Id="rId3" Type="http://schemas.openxmlformats.org/officeDocument/2006/relationships/image" Target="../media/image210.png"/><Relationship Id="rId21" Type="http://schemas.openxmlformats.org/officeDocument/2006/relationships/image" Target="../media/image200.png"/><Relationship Id="rId7" Type="http://schemas.openxmlformats.org/officeDocument/2006/relationships/image" Target="../media/image610.png"/><Relationship Id="rId12" Type="http://schemas.openxmlformats.org/officeDocument/2006/relationships/image" Target="../media/image111.png"/><Relationship Id="rId17" Type="http://schemas.openxmlformats.org/officeDocument/2006/relationships/image" Target="../media/image160.png"/><Relationship Id="rId2" Type="http://schemas.openxmlformats.org/officeDocument/2006/relationships/image" Target="../media/image11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1.png"/><Relationship Id="rId11" Type="http://schemas.openxmlformats.org/officeDocument/2006/relationships/image" Target="../media/image1011.png"/><Relationship Id="rId24" Type="http://schemas.openxmlformats.org/officeDocument/2006/relationships/image" Target="../media/image230.png"/><Relationship Id="rId5" Type="http://schemas.openxmlformats.org/officeDocument/2006/relationships/image" Target="../media/image411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10" Type="http://schemas.openxmlformats.org/officeDocument/2006/relationships/image" Target="../media/image910.png"/><Relationship Id="rId19" Type="http://schemas.openxmlformats.org/officeDocument/2006/relationships/image" Target="../media/image180.png"/><Relationship Id="rId4" Type="http://schemas.openxmlformats.org/officeDocument/2006/relationships/image" Target="../media/image311.png"/><Relationship Id="rId9" Type="http://schemas.openxmlformats.org/officeDocument/2006/relationships/image" Target="../media/image80.png"/><Relationship Id="rId14" Type="http://schemas.openxmlformats.org/officeDocument/2006/relationships/image" Target="../media/image134.png"/><Relationship Id="rId22" Type="http://schemas.openxmlformats.org/officeDocument/2006/relationships/image" Target="../media/image21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3.png"/><Relationship Id="rId13" Type="http://schemas.openxmlformats.org/officeDocument/2006/relationships/image" Target="../media/image148.png"/><Relationship Id="rId18" Type="http://schemas.openxmlformats.org/officeDocument/2006/relationships/image" Target="../media/image1520.png"/><Relationship Id="rId3" Type="http://schemas.openxmlformats.org/officeDocument/2006/relationships/image" Target="../media/image138.png"/><Relationship Id="rId21" Type="http://schemas.openxmlformats.org/officeDocument/2006/relationships/image" Target="../media/image155.png"/><Relationship Id="rId7" Type="http://schemas.openxmlformats.org/officeDocument/2006/relationships/image" Target="../media/image142.png"/><Relationship Id="rId12" Type="http://schemas.openxmlformats.org/officeDocument/2006/relationships/image" Target="../media/image147.png"/><Relationship Id="rId17" Type="http://schemas.openxmlformats.org/officeDocument/2006/relationships/image" Target="../media/image1510.png"/><Relationship Id="rId25" Type="http://schemas.openxmlformats.org/officeDocument/2006/relationships/image" Target="../media/image159.png"/><Relationship Id="rId2" Type="http://schemas.openxmlformats.org/officeDocument/2006/relationships/image" Target="../media/image137.png"/><Relationship Id="rId16" Type="http://schemas.openxmlformats.org/officeDocument/2006/relationships/image" Target="../media/image152.png"/><Relationship Id="rId20" Type="http://schemas.openxmlformats.org/officeDocument/2006/relationships/image" Target="../media/image1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11" Type="http://schemas.openxmlformats.org/officeDocument/2006/relationships/image" Target="../media/image146.png"/><Relationship Id="rId24" Type="http://schemas.openxmlformats.org/officeDocument/2006/relationships/image" Target="../media/image158.png"/><Relationship Id="rId5" Type="http://schemas.openxmlformats.org/officeDocument/2006/relationships/image" Target="../media/image1390.png"/><Relationship Id="rId15" Type="http://schemas.openxmlformats.org/officeDocument/2006/relationships/image" Target="../media/image151.png"/><Relationship Id="rId23" Type="http://schemas.openxmlformats.org/officeDocument/2006/relationships/image" Target="../media/image157.png"/><Relationship Id="rId10" Type="http://schemas.openxmlformats.org/officeDocument/2006/relationships/image" Target="../media/image145.png"/><Relationship Id="rId19" Type="http://schemas.openxmlformats.org/officeDocument/2006/relationships/image" Target="../media/image153.png"/><Relationship Id="rId4" Type="http://schemas.openxmlformats.org/officeDocument/2006/relationships/image" Target="../media/image139.png"/><Relationship Id="rId9" Type="http://schemas.openxmlformats.org/officeDocument/2006/relationships/image" Target="../media/image144.png"/><Relationship Id="rId14" Type="http://schemas.openxmlformats.org/officeDocument/2006/relationships/image" Target="../media/image149.png"/><Relationship Id="rId22" Type="http://schemas.openxmlformats.org/officeDocument/2006/relationships/image" Target="../media/image156.png"/></Relationships>
</file>

<file path=ppt/slides/_rels/slide3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9.png"/><Relationship Id="rId18" Type="http://schemas.openxmlformats.org/officeDocument/2006/relationships/image" Target="../media/image154.png"/><Relationship Id="rId26" Type="http://schemas.openxmlformats.org/officeDocument/2006/relationships/image" Target="../media/image167.png"/><Relationship Id="rId21" Type="http://schemas.openxmlformats.org/officeDocument/2006/relationships/image" Target="../media/image156.png"/><Relationship Id="rId34" Type="http://schemas.openxmlformats.org/officeDocument/2006/relationships/image" Target="../media/image176.png"/><Relationship Id="rId7" Type="http://schemas.openxmlformats.org/officeDocument/2006/relationships/image" Target="../media/image144.png"/><Relationship Id="rId12" Type="http://schemas.openxmlformats.org/officeDocument/2006/relationships/image" Target="../media/image149.png"/><Relationship Id="rId17" Type="http://schemas.openxmlformats.org/officeDocument/2006/relationships/image" Target="../media/image153.png"/><Relationship Id="rId25" Type="http://schemas.openxmlformats.org/officeDocument/2006/relationships/image" Target="../media/image166.png"/><Relationship Id="rId33" Type="http://schemas.openxmlformats.org/officeDocument/2006/relationships/image" Target="../media/image175.png"/><Relationship Id="rId2" Type="http://schemas.openxmlformats.org/officeDocument/2006/relationships/image" Target="../media/image137.png"/><Relationship Id="rId16" Type="http://schemas.openxmlformats.org/officeDocument/2006/relationships/image" Target="../media/image1390.png"/><Relationship Id="rId20" Type="http://schemas.openxmlformats.org/officeDocument/2006/relationships/image" Target="../media/image164.png"/><Relationship Id="rId29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11" Type="http://schemas.openxmlformats.org/officeDocument/2006/relationships/image" Target="../media/image161.png"/><Relationship Id="rId24" Type="http://schemas.openxmlformats.org/officeDocument/2006/relationships/image" Target="../media/image165.png"/><Relationship Id="rId32" Type="http://schemas.openxmlformats.org/officeDocument/2006/relationships/image" Target="../media/image174.png"/><Relationship Id="rId37" Type="http://schemas.openxmlformats.org/officeDocument/2006/relationships/image" Target="../media/image179.png"/><Relationship Id="rId5" Type="http://schemas.openxmlformats.org/officeDocument/2006/relationships/image" Target="../media/image141.png"/><Relationship Id="rId15" Type="http://schemas.openxmlformats.org/officeDocument/2006/relationships/image" Target="../media/image162.png"/><Relationship Id="rId23" Type="http://schemas.openxmlformats.org/officeDocument/2006/relationships/image" Target="../media/image148.png"/><Relationship Id="rId28" Type="http://schemas.openxmlformats.org/officeDocument/2006/relationships/image" Target="../media/image169.png"/><Relationship Id="rId36" Type="http://schemas.openxmlformats.org/officeDocument/2006/relationships/image" Target="../media/image178.png"/><Relationship Id="rId10" Type="http://schemas.openxmlformats.org/officeDocument/2006/relationships/image" Target="../media/image1590.png"/><Relationship Id="rId19" Type="http://schemas.openxmlformats.org/officeDocument/2006/relationships/image" Target="../media/image163.png"/><Relationship Id="rId31" Type="http://schemas.openxmlformats.org/officeDocument/2006/relationships/image" Target="../media/image173.png"/><Relationship Id="rId4" Type="http://schemas.openxmlformats.org/officeDocument/2006/relationships/image" Target="../media/image1520.png"/><Relationship Id="rId9" Type="http://schemas.openxmlformats.org/officeDocument/2006/relationships/image" Target="../media/image146.png"/><Relationship Id="rId14" Type="http://schemas.openxmlformats.org/officeDocument/2006/relationships/image" Target="../media/image1510.png"/><Relationship Id="rId22" Type="http://schemas.openxmlformats.org/officeDocument/2006/relationships/image" Target="../media/image138.png"/><Relationship Id="rId27" Type="http://schemas.openxmlformats.org/officeDocument/2006/relationships/image" Target="../media/image168.png"/><Relationship Id="rId30" Type="http://schemas.openxmlformats.org/officeDocument/2006/relationships/image" Target="../media/image172.png"/><Relationship Id="rId35" Type="http://schemas.openxmlformats.org/officeDocument/2006/relationships/image" Target="../media/image177.png"/><Relationship Id="rId8" Type="http://schemas.openxmlformats.org/officeDocument/2006/relationships/image" Target="../media/image145.png"/><Relationship Id="rId3" Type="http://schemas.openxmlformats.org/officeDocument/2006/relationships/image" Target="../media/image143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3" Type="http://schemas.openxmlformats.org/officeDocument/2006/relationships/image" Target="../media/image1680.png"/><Relationship Id="rId7" Type="http://schemas.openxmlformats.org/officeDocument/2006/relationships/image" Target="../media/image181.png"/><Relationship Id="rId2" Type="http://schemas.openxmlformats.org/officeDocument/2006/relationships/image" Target="../media/image16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20.png"/><Relationship Id="rId5" Type="http://schemas.openxmlformats.org/officeDocument/2006/relationships/image" Target="../media/image1710.png"/><Relationship Id="rId4" Type="http://schemas.openxmlformats.org/officeDocument/2006/relationships/image" Target="../media/image169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5.png"/><Relationship Id="rId13" Type="http://schemas.openxmlformats.org/officeDocument/2006/relationships/image" Target="../media/image168.png"/><Relationship Id="rId18" Type="http://schemas.openxmlformats.org/officeDocument/2006/relationships/image" Target="../media/image159.png"/><Relationship Id="rId26" Type="http://schemas.openxmlformats.org/officeDocument/2006/relationships/image" Target="../media/image201.png"/><Relationship Id="rId3" Type="http://schemas.openxmlformats.org/officeDocument/2006/relationships/image" Target="../media/image1810.png"/><Relationship Id="rId21" Type="http://schemas.openxmlformats.org/officeDocument/2006/relationships/image" Target="../media/image195.png"/><Relationship Id="rId7" Type="http://schemas.openxmlformats.org/officeDocument/2006/relationships/image" Target="../media/image184.png"/><Relationship Id="rId12" Type="http://schemas.openxmlformats.org/officeDocument/2006/relationships/image" Target="../media/image188.png"/><Relationship Id="rId17" Type="http://schemas.openxmlformats.org/officeDocument/2006/relationships/image" Target="../media/image193.png"/><Relationship Id="rId25" Type="http://schemas.openxmlformats.org/officeDocument/2006/relationships/image" Target="../media/image199.png"/><Relationship Id="rId2" Type="http://schemas.openxmlformats.org/officeDocument/2006/relationships/image" Target="../media/image167.png"/><Relationship Id="rId16" Type="http://schemas.openxmlformats.org/officeDocument/2006/relationships/image" Target="../media/image192.png"/><Relationship Id="rId20" Type="http://schemas.openxmlformats.org/officeDocument/2006/relationships/image" Target="../media/image1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3.png"/><Relationship Id="rId11" Type="http://schemas.openxmlformats.org/officeDocument/2006/relationships/image" Target="../media/image187.png"/><Relationship Id="rId24" Type="http://schemas.openxmlformats.org/officeDocument/2006/relationships/image" Target="../media/image198.png"/><Relationship Id="rId5" Type="http://schemas.openxmlformats.org/officeDocument/2006/relationships/image" Target="../media/image1820.png"/><Relationship Id="rId15" Type="http://schemas.openxmlformats.org/officeDocument/2006/relationships/image" Target="../media/image191.png"/><Relationship Id="rId23" Type="http://schemas.openxmlformats.org/officeDocument/2006/relationships/image" Target="../media/image197.png"/><Relationship Id="rId28" Type="http://schemas.openxmlformats.org/officeDocument/2006/relationships/image" Target="../media/image139.png"/><Relationship Id="rId10" Type="http://schemas.openxmlformats.org/officeDocument/2006/relationships/image" Target="../media/image186.png"/><Relationship Id="rId19" Type="http://schemas.openxmlformats.org/officeDocument/2006/relationships/image" Target="../media/image194.png"/><Relationship Id="rId4" Type="http://schemas.openxmlformats.org/officeDocument/2006/relationships/image" Target="../media/image179.png"/><Relationship Id="rId9" Type="http://schemas.openxmlformats.org/officeDocument/2006/relationships/image" Target="../media/image176.png"/><Relationship Id="rId14" Type="http://schemas.openxmlformats.org/officeDocument/2006/relationships/image" Target="../media/image189.png"/><Relationship Id="rId22" Type="http://schemas.openxmlformats.org/officeDocument/2006/relationships/image" Target="../media/image196.png"/><Relationship Id="rId27" Type="http://schemas.openxmlformats.org/officeDocument/2006/relationships/image" Target="../media/image20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4.png"/><Relationship Id="rId13" Type="http://schemas.openxmlformats.org/officeDocument/2006/relationships/image" Target="../media/image208.png"/><Relationship Id="rId18" Type="http://schemas.openxmlformats.org/officeDocument/2006/relationships/image" Target="../media/image176.png"/><Relationship Id="rId3" Type="http://schemas.openxmlformats.org/officeDocument/2006/relationships/image" Target="../media/image173.png"/><Relationship Id="rId21" Type="http://schemas.openxmlformats.org/officeDocument/2006/relationships/image" Target="../media/image179.png"/><Relationship Id="rId7" Type="http://schemas.openxmlformats.org/officeDocument/2006/relationships/image" Target="../media/image168.png"/><Relationship Id="rId12" Type="http://schemas.openxmlformats.org/officeDocument/2006/relationships/image" Target="../media/image207.png"/><Relationship Id="rId17" Type="http://schemas.openxmlformats.org/officeDocument/2006/relationships/image" Target="../media/image169.png"/><Relationship Id="rId2" Type="http://schemas.openxmlformats.org/officeDocument/2006/relationships/image" Target="../media/image167.png"/><Relationship Id="rId16" Type="http://schemas.openxmlformats.org/officeDocument/2006/relationships/image" Target="../media/image139.png"/><Relationship Id="rId20" Type="http://schemas.openxmlformats.org/officeDocument/2006/relationships/image" Target="../media/image2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11" Type="http://schemas.openxmlformats.org/officeDocument/2006/relationships/image" Target="../media/image206.png"/><Relationship Id="rId5" Type="http://schemas.openxmlformats.org/officeDocument/2006/relationships/image" Target="../media/image203.png"/><Relationship Id="rId15" Type="http://schemas.openxmlformats.org/officeDocument/2006/relationships/image" Target="../media/image159.png"/><Relationship Id="rId10" Type="http://schemas.openxmlformats.org/officeDocument/2006/relationships/image" Target="../media/image188.png"/><Relationship Id="rId19" Type="http://schemas.openxmlformats.org/officeDocument/2006/relationships/image" Target="../media/image212.png"/><Relationship Id="rId4" Type="http://schemas.openxmlformats.org/officeDocument/2006/relationships/image" Target="../media/image193.png"/><Relationship Id="rId9" Type="http://schemas.openxmlformats.org/officeDocument/2006/relationships/image" Target="../media/image205.png"/><Relationship Id="rId14" Type="http://schemas.openxmlformats.org/officeDocument/2006/relationships/image" Target="../media/image209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sv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8.png"/><Relationship Id="rId7" Type="http://schemas.openxmlformats.org/officeDocument/2006/relationships/image" Target="../media/image223.png"/><Relationship Id="rId2" Type="http://schemas.openxmlformats.org/officeDocument/2006/relationships/image" Target="../media/image2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2.png"/><Relationship Id="rId5" Type="http://schemas.openxmlformats.org/officeDocument/2006/relationships/image" Target="../media/image221.png"/><Relationship Id="rId4" Type="http://schemas.openxmlformats.org/officeDocument/2006/relationships/image" Target="../media/image219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emf"/><Relationship Id="rId13" Type="http://schemas.openxmlformats.org/officeDocument/2006/relationships/image" Target="../media/image233.png"/><Relationship Id="rId3" Type="http://schemas.openxmlformats.org/officeDocument/2006/relationships/image" Target="../media/image83.emf"/><Relationship Id="rId7" Type="http://schemas.openxmlformats.org/officeDocument/2006/relationships/image" Target="../media/image112.png"/><Relationship Id="rId12" Type="http://schemas.openxmlformats.org/officeDocument/2006/relationships/image" Target="../media/image232.png"/><Relationship Id="rId2" Type="http://schemas.openxmlformats.org/officeDocument/2006/relationships/oleObject" Target="../embeddings/oleObject1.bin"/><Relationship Id="rId16" Type="http://schemas.openxmlformats.org/officeDocument/2006/relationships/image" Target="../media/image2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11" Type="http://schemas.openxmlformats.org/officeDocument/2006/relationships/image" Target="../media/image231.png"/><Relationship Id="rId5" Type="http://schemas.openxmlformats.org/officeDocument/2006/relationships/image" Target="../media/image83.emf"/><Relationship Id="rId15" Type="http://schemas.openxmlformats.org/officeDocument/2006/relationships/image" Target="../media/image235.png"/><Relationship Id="rId10" Type="http://schemas.openxmlformats.org/officeDocument/2006/relationships/image" Target="../media/image229.png"/><Relationship Id="rId4" Type="http://schemas.openxmlformats.org/officeDocument/2006/relationships/oleObject" Target="../embeddings/oleObject1.bin"/><Relationship Id="rId9" Type="http://schemas.openxmlformats.org/officeDocument/2006/relationships/image" Target="../media/image228.png"/><Relationship Id="rId14" Type="http://schemas.openxmlformats.org/officeDocument/2006/relationships/image" Target="../media/image234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3" Type="http://schemas.openxmlformats.org/officeDocument/2006/relationships/image" Target="../media/image237.png"/><Relationship Id="rId7" Type="http://schemas.openxmlformats.org/officeDocument/2006/relationships/image" Target="../media/image241.png"/><Relationship Id="rId2" Type="http://schemas.openxmlformats.org/officeDocument/2006/relationships/image" Target="../media/image2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9.png"/><Relationship Id="rId10" Type="http://schemas.openxmlformats.org/officeDocument/2006/relationships/image" Target="../media/image244.png"/><Relationship Id="rId4" Type="http://schemas.openxmlformats.org/officeDocument/2006/relationships/image" Target="../media/image238.png"/><Relationship Id="rId9" Type="http://schemas.openxmlformats.org/officeDocument/2006/relationships/image" Target="../media/image243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1.png"/><Relationship Id="rId13" Type="http://schemas.openxmlformats.org/officeDocument/2006/relationships/image" Target="../media/image256.png"/><Relationship Id="rId3" Type="http://schemas.openxmlformats.org/officeDocument/2006/relationships/image" Target="../media/image246.png"/><Relationship Id="rId7" Type="http://schemas.openxmlformats.org/officeDocument/2006/relationships/image" Target="../media/image250.png"/><Relationship Id="rId12" Type="http://schemas.openxmlformats.org/officeDocument/2006/relationships/image" Target="../media/image255.png"/><Relationship Id="rId2" Type="http://schemas.openxmlformats.org/officeDocument/2006/relationships/image" Target="../media/image2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9.png"/><Relationship Id="rId11" Type="http://schemas.openxmlformats.org/officeDocument/2006/relationships/image" Target="../media/image254.png"/><Relationship Id="rId5" Type="http://schemas.openxmlformats.org/officeDocument/2006/relationships/image" Target="../media/image248.png"/><Relationship Id="rId10" Type="http://schemas.openxmlformats.org/officeDocument/2006/relationships/image" Target="../media/image253.png"/><Relationship Id="rId4" Type="http://schemas.openxmlformats.org/officeDocument/2006/relationships/image" Target="../media/image247.png"/><Relationship Id="rId9" Type="http://schemas.openxmlformats.org/officeDocument/2006/relationships/image" Target="../media/image252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3.png"/><Relationship Id="rId13" Type="http://schemas.openxmlformats.org/officeDocument/2006/relationships/image" Target="../media/image268.png"/><Relationship Id="rId18" Type="http://schemas.openxmlformats.org/officeDocument/2006/relationships/image" Target="../media/image273.png"/><Relationship Id="rId3" Type="http://schemas.openxmlformats.org/officeDocument/2006/relationships/image" Target="../media/image258.png"/><Relationship Id="rId21" Type="http://schemas.openxmlformats.org/officeDocument/2006/relationships/image" Target="../media/image276.png"/><Relationship Id="rId7" Type="http://schemas.openxmlformats.org/officeDocument/2006/relationships/image" Target="../media/image262.png"/><Relationship Id="rId12" Type="http://schemas.openxmlformats.org/officeDocument/2006/relationships/image" Target="../media/image267.png"/><Relationship Id="rId17" Type="http://schemas.openxmlformats.org/officeDocument/2006/relationships/image" Target="../media/image272.png"/><Relationship Id="rId2" Type="http://schemas.openxmlformats.org/officeDocument/2006/relationships/image" Target="../media/image257.png"/><Relationship Id="rId16" Type="http://schemas.openxmlformats.org/officeDocument/2006/relationships/image" Target="../media/image271.png"/><Relationship Id="rId20" Type="http://schemas.openxmlformats.org/officeDocument/2006/relationships/image" Target="../media/image2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11" Type="http://schemas.openxmlformats.org/officeDocument/2006/relationships/image" Target="../media/image266.png"/><Relationship Id="rId5" Type="http://schemas.openxmlformats.org/officeDocument/2006/relationships/image" Target="../media/image260.png"/><Relationship Id="rId15" Type="http://schemas.openxmlformats.org/officeDocument/2006/relationships/image" Target="../media/image270.png"/><Relationship Id="rId23" Type="http://schemas.openxmlformats.org/officeDocument/2006/relationships/image" Target="../media/image278.png"/><Relationship Id="rId10" Type="http://schemas.openxmlformats.org/officeDocument/2006/relationships/image" Target="../media/image265.png"/><Relationship Id="rId19" Type="http://schemas.openxmlformats.org/officeDocument/2006/relationships/image" Target="../media/image274.png"/><Relationship Id="rId4" Type="http://schemas.openxmlformats.org/officeDocument/2006/relationships/image" Target="../media/image259.png"/><Relationship Id="rId9" Type="http://schemas.openxmlformats.org/officeDocument/2006/relationships/image" Target="../media/image264.png"/><Relationship Id="rId14" Type="http://schemas.openxmlformats.org/officeDocument/2006/relationships/image" Target="../media/image269.png"/><Relationship Id="rId22" Type="http://schemas.openxmlformats.org/officeDocument/2006/relationships/image" Target="../media/image277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5.png"/><Relationship Id="rId13" Type="http://schemas.openxmlformats.org/officeDocument/2006/relationships/image" Target="../media/image291.png"/><Relationship Id="rId18" Type="http://schemas.openxmlformats.org/officeDocument/2006/relationships/image" Target="../media/image296.png"/><Relationship Id="rId3" Type="http://schemas.openxmlformats.org/officeDocument/2006/relationships/image" Target="../media/image280.png"/><Relationship Id="rId21" Type="http://schemas.openxmlformats.org/officeDocument/2006/relationships/image" Target="../media/image299.png"/><Relationship Id="rId7" Type="http://schemas.openxmlformats.org/officeDocument/2006/relationships/image" Target="../media/image284.png"/><Relationship Id="rId12" Type="http://schemas.openxmlformats.org/officeDocument/2006/relationships/image" Target="../media/image289.png"/><Relationship Id="rId17" Type="http://schemas.openxmlformats.org/officeDocument/2006/relationships/image" Target="../media/image295.png"/><Relationship Id="rId2" Type="http://schemas.openxmlformats.org/officeDocument/2006/relationships/image" Target="../media/image279.png"/><Relationship Id="rId16" Type="http://schemas.openxmlformats.org/officeDocument/2006/relationships/image" Target="../media/image294.png"/><Relationship Id="rId20" Type="http://schemas.openxmlformats.org/officeDocument/2006/relationships/image" Target="../media/image2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3.png"/><Relationship Id="rId11" Type="http://schemas.openxmlformats.org/officeDocument/2006/relationships/image" Target="../media/image288.png"/><Relationship Id="rId5" Type="http://schemas.openxmlformats.org/officeDocument/2006/relationships/image" Target="../media/image282.png"/><Relationship Id="rId15" Type="http://schemas.openxmlformats.org/officeDocument/2006/relationships/image" Target="../media/image293.png"/><Relationship Id="rId23" Type="http://schemas.openxmlformats.org/officeDocument/2006/relationships/image" Target="../media/image302.png"/><Relationship Id="rId10" Type="http://schemas.openxmlformats.org/officeDocument/2006/relationships/image" Target="../media/image287.png"/><Relationship Id="rId19" Type="http://schemas.openxmlformats.org/officeDocument/2006/relationships/image" Target="../media/image297.png"/><Relationship Id="rId4" Type="http://schemas.openxmlformats.org/officeDocument/2006/relationships/image" Target="../media/image281.png"/><Relationship Id="rId9" Type="http://schemas.openxmlformats.org/officeDocument/2006/relationships/image" Target="../media/image286.png"/><Relationship Id="rId14" Type="http://schemas.openxmlformats.org/officeDocument/2006/relationships/image" Target="../media/image292.png"/><Relationship Id="rId22" Type="http://schemas.openxmlformats.org/officeDocument/2006/relationships/image" Target="../media/image30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4.png"/><Relationship Id="rId2" Type="http://schemas.openxmlformats.org/officeDocument/2006/relationships/image" Target="../media/image303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3.png"/><Relationship Id="rId13" Type="http://schemas.openxmlformats.org/officeDocument/2006/relationships/image" Target="../media/image318.png"/><Relationship Id="rId18" Type="http://schemas.openxmlformats.org/officeDocument/2006/relationships/image" Target="../media/image323.png"/><Relationship Id="rId26" Type="http://schemas.openxmlformats.org/officeDocument/2006/relationships/image" Target="../media/image331.png"/><Relationship Id="rId3" Type="http://schemas.openxmlformats.org/officeDocument/2006/relationships/image" Target="../media/image306.png"/><Relationship Id="rId21" Type="http://schemas.openxmlformats.org/officeDocument/2006/relationships/image" Target="../media/image326.png"/><Relationship Id="rId7" Type="http://schemas.openxmlformats.org/officeDocument/2006/relationships/image" Target="../media/image312.png"/><Relationship Id="rId12" Type="http://schemas.openxmlformats.org/officeDocument/2006/relationships/image" Target="../media/image317.png"/><Relationship Id="rId17" Type="http://schemas.openxmlformats.org/officeDocument/2006/relationships/image" Target="../media/image322.png"/><Relationship Id="rId25" Type="http://schemas.openxmlformats.org/officeDocument/2006/relationships/image" Target="../media/image330.png"/><Relationship Id="rId2" Type="http://schemas.openxmlformats.org/officeDocument/2006/relationships/image" Target="../media/image305.png"/><Relationship Id="rId16" Type="http://schemas.openxmlformats.org/officeDocument/2006/relationships/image" Target="../media/image321.png"/><Relationship Id="rId20" Type="http://schemas.openxmlformats.org/officeDocument/2006/relationships/image" Target="../media/image3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9.png"/><Relationship Id="rId11" Type="http://schemas.openxmlformats.org/officeDocument/2006/relationships/image" Target="../media/image316.png"/><Relationship Id="rId24" Type="http://schemas.openxmlformats.org/officeDocument/2006/relationships/image" Target="../media/image329.png"/><Relationship Id="rId5" Type="http://schemas.openxmlformats.org/officeDocument/2006/relationships/image" Target="../media/image308.png"/><Relationship Id="rId15" Type="http://schemas.openxmlformats.org/officeDocument/2006/relationships/image" Target="../media/image320.png"/><Relationship Id="rId23" Type="http://schemas.openxmlformats.org/officeDocument/2006/relationships/image" Target="../media/image328.png"/><Relationship Id="rId10" Type="http://schemas.openxmlformats.org/officeDocument/2006/relationships/image" Target="../media/image315.png"/><Relationship Id="rId19" Type="http://schemas.openxmlformats.org/officeDocument/2006/relationships/image" Target="../media/image324.png"/><Relationship Id="rId4" Type="http://schemas.openxmlformats.org/officeDocument/2006/relationships/image" Target="../media/image307.png"/><Relationship Id="rId9" Type="http://schemas.openxmlformats.org/officeDocument/2006/relationships/image" Target="../media/image314.png"/><Relationship Id="rId14" Type="http://schemas.openxmlformats.org/officeDocument/2006/relationships/image" Target="../media/image319.png"/><Relationship Id="rId22" Type="http://schemas.openxmlformats.org/officeDocument/2006/relationships/image" Target="../media/image327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5.png"/><Relationship Id="rId13" Type="http://schemas.openxmlformats.org/officeDocument/2006/relationships/image" Target="../media/image321.png"/><Relationship Id="rId18" Type="http://schemas.openxmlformats.org/officeDocument/2006/relationships/image" Target="../media/image341.png"/><Relationship Id="rId3" Type="http://schemas.openxmlformats.org/officeDocument/2006/relationships/image" Target="../media/image306.png"/><Relationship Id="rId21" Type="http://schemas.openxmlformats.org/officeDocument/2006/relationships/image" Target="../media/image331.png"/><Relationship Id="rId7" Type="http://schemas.openxmlformats.org/officeDocument/2006/relationships/image" Target="../media/image334.png"/><Relationship Id="rId12" Type="http://schemas.openxmlformats.org/officeDocument/2006/relationships/image" Target="../media/image320.png"/><Relationship Id="rId17" Type="http://schemas.openxmlformats.org/officeDocument/2006/relationships/image" Target="../media/image340.png"/><Relationship Id="rId2" Type="http://schemas.openxmlformats.org/officeDocument/2006/relationships/image" Target="../media/image305.png"/><Relationship Id="rId16" Type="http://schemas.openxmlformats.org/officeDocument/2006/relationships/image" Target="../media/image339.png"/><Relationship Id="rId20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3.png"/><Relationship Id="rId11" Type="http://schemas.openxmlformats.org/officeDocument/2006/relationships/image" Target="../media/image336.png"/><Relationship Id="rId5" Type="http://schemas.openxmlformats.org/officeDocument/2006/relationships/image" Target="../media/image308.png"/><Relationship Id="rId15" Type="http://schemas.openxmlformats.org/officeDocument/2006/relationships/image" Target="../media/image338.png"/><Relationship Id="rId10" Type="http://schemas.openxmlformats.org/officeDocument/2006/relationships/image" Target="../media/image318.png"/><Relationship Id="rId19" Type="http://schemas.openxmlformats.org/officeDocument/2006/relationships/image" Target="../media/image342.png"/><Relationship Id="rId4" Type="http://schemas.openxmlformats.org/officeDocument/2006/relationships/image" Target="../media/image332.png"/><Relationship Id="rId9" Type="http://schemas.openxmlformats.org/officeDocument/2006/relationships/image" Target="../media/image317.png"/><Relationship Id="rId14" Type="http://schemas.openxmlformats.org/officeDocument/2006/relationships/image" Target="../media/image337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4.png"/><Relationship Id="rId13" Type="http://schemas.openxmlformats.org/officeDocument/2006/relationships/image" Target="../media/image321.png"/><Relationship Id="rId18" Type="http://schemas.openxmlformats.org/officeDocument/2006/relationships/image" Target="../media/image341.png"/><Relationship Id="rId3" Type="http://schemas.openxmlformats.org/officeDocument/2006/relationships/image" Target="../media/image306.png"/><Relationship Id="rId21" Type="http://schemas.openxmlformats.org/officeDocument/2006/relationships/image" Target="../media/image331.png"/><Relationship Id="rId7" Type="http://schemas.openxmlformats.org/officeDocument/2006/relationships/image" Target="../media/image343.png"/><Relationship Id="rId12" Type="http://schemas.openxmlformats.org/officeDocument/2006/relationships/image" Target="../media/image320.png"/><Relationship Id="rId17" Type="http://schemas.openxmlformats.org/officeDocument/2006/relationships/image" Target="../media/image340.png"/><Relationship Id="rId2" Type="http://schemas.openxmlformats.org/officeDocument/2006/relationships/image" Target="../media/image305.png"/><Relationship Id="rId16" Type="http://schemas.openxmlformats.org/officeDocument/2006/relationships/image" Target="../media/image339.png"/><Relationship Id="rId20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3.png"/><Relationship Id="rId11" Type="http://schemas.openxmlformats.org/officeDocument/2006/relationships/image" Target="../media/image336.png"/><Relationship Id="rId5" Type="http://schemas.openxmlformats.org/officeDocument/2006/relationships/image" Target="../media/image308.png"/><Relationship Id="rId15" Type="http://schemas.openxmlformats.org/officeDocument/2006/relationships/image" Target="../media/image346.png"/><Relationship Id="rId10" Type="http://schemas.openxmlformats.org/officeDocument/2006/relationships/image" Target="../media/image318.png"/><Relationship Id="rId19" Type="http://schemas.openxmlformats.org/officeDocument/2006/relationships/image" Target="../media/image347.png"/><Relationship Id="rId4" Type="http://schemas.openxmlformats.org/officeDocument/2006/relationships/image" Target="../media/image332.png"/><Relationship Id="rId9" Type="http://schemas.openxmlformats.org/officeDocument/2006/relationships/image" Target="../media/image345.png"/><Relationship Id="rId14" Type="http://schemas.openxmlformats.org/officeDocument/2006/relationships/image" Target="../media/image337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5.png"/><Relationship Id="rId13" Type="http://schemas.openxmlformats.org/officeDocument/2006/relationships/image" Target="../media/image355.png"/><Relationship Id="rId18" Type="http://schemas.openxmlformats.org/officeDocument/2006/relationships/image" Target="../media/image361.png"/><Relationship Id="rId3" Type="http://schemas.openxmlformats.org/officeDocument/2006/relationships/image" Target="../media/image349.png"/><Relationship Id="rId7" Type="http://schemas.openxmlformats.org/officeDocument/2006/relationships/image" Target="../media/image353.png"/><Relationship Id="rId12" Type="http://schemas.openxmlformats.org/officeDocument/2006/relationships/image" Target="../media/image354.png"/><Relationship Id="rId17" Type="http://schemas.openxmlformats.org/officeDocument/2006/relationships/image" Target="../media/image359.png"/><Relationship Id="rId2" Type="http://schemas.openxmlformats.org/officeDocument/2006/relationships/image" Target="../media/image348.png"/><Relationship Id="rId16" Type="http://schemas.openxmlformats.org/officeDocument/2006/relationships/image" Target="../media/image358.png"/><Relationship Id="rId20" Type="http://schemas.openxmlformats.org/officeDocument/2006/relationships/image" Target="../media/image3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2.png"/><Relationship Id="rId11" Type="http://schemas.openxmlformats.org/officeDocument/2006/relationships/image" Target="../media/image336.png"/><Relationship Id="rId5" Type="http://schemas.openxmlformats.org/officeDocument/2006/relationships/image" Target="../media/image3510.png"/><Relationship Id="rId15" Type="http://schemas.openxmlformats.org/officeDocument/2006/relationships/image" Target="../media/image357.png"/><Relationship Id="rId10" Type="http://schemas.openxmlformats.org/officeDocument/2006/relationships/image" Target="../media/image318.png"/><Relationship Id="rId19" Type="http://schemas.openxmlformats.org/officeDocument/2006/relationships/image" Target="../media/image362.png"/><Relationship Id="rId4" Type="http://schemas.openxmlformats.org/officeDocument/2006/relationships/image" Target="../media/image351.png"/><Relationship Id="rId9" Type="http://schemas.openxmlformats.org/officeDocument/2006/relationships/image" Target="../media/image317.png"/><Relationship Id="rId14" Type="http://schemas.openxmlformats.org/officeDocument/2006/relationships/image" Target="../media/image356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4.png"/><Relationship Id="rId13" Type="http://schemas.openxmlformats.org/officeDocument/2006/relationships/image" Target="../media/image367.png"/><Relationship Id="rId18" Type="http://schemas.openxmlformats.org/officeDocument/2006/relationships/image" Target="../media/image373.png"/><Relationship Id="rId3" Type="http://schemas.openxmlformats.org/officeDocument/2006/relationships/image" Target="../media/image364.png"/><Relationship Id="rId7" Type="http://schemas.openxmlformats.org/officeDocument/2006/relationships/image" Target="../media/image3580.png"/><Relationship Id="rId12" Type="http://schemas.openxmlformats.org/officeDocument/2006/relationships/image" Target="../media/image366.png"/><Relationship Id="rId17" Type="http://schemas.openxmlformats.org/officeDocument/2006/relationships/image" Target="../media/image372.png"/><Relationship Id="rId2" Type="http://schemas.openxmlformats.org/officeDocument/2006/relationships/image" Target="../media/image348.png"/><Relationship Id="rId16" Type="http://schemas.openxmlformats.org/officeDocument/2006/relationships/image" Target="../media/image371.png"/><Relationship Id="rId20" Type="http://schemas.openxmlformats.org/officeDocument/2006/relationships/image" Target="../media/image3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2.png"/><Relationship Id="rId11" Type="http://schemas.openxmlformats.org/officeDocument/2006/relationships/image" Target="../media/image3590.png"/><Relationship Id="rId5" Type="http://schemas.openxmlformats.org/officeDocument/2006/relationships/image" Target="../media/image3510.png"/><Relationship Id="rId15" Type="http://schemas.openxmlformats.org/officeDocument/2006/relationships/image" Target="../media/image369.png"/><Relationship Id="rId10" Type="http://schemas.openxmlformats.org/officeDocument/2006/relationships/image" Target="../media/image318.png"/><Relationship Id="rId19" Type="http://schemas.openxmlformats.org/officeDocument/2006/relationships/image" Target="../media/image374.png"/><Relationship Id="rId4" Type="http://schemas.openxmlformats.org/officeDocument/2006/relationships/image" Target="../media/image365.png"/><Relationship Id="rId9" Type="http://schemas.openxmlformats.org/officeDocument/2006/relationships/image" Target="../media/image345.png"/><Relationship Id="rId14" Type="http://schemas.openxmlformats.org/officeDocument/2006/relationships/image" Target="../media/image368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60.png"/><Relationship Id="rId13" Type="http://schemas.openxmlformats.org/officeDocument/2006/relationships/image" Target="../media/image381.png"/><Relationship Id="rId18" Type="http://schemas.openxmlformats.org/officeDocument/2006/relationships/image" Target="../media/image386.png"/><Relationship Id="rId3" Type="http://schemas.openxmlformats.org/officeDocument/2006/relationships/image" Target="../media/image3610.png"/><Relationship Id="rId7" Type="http://schemas.openxmlformats.org/officeDocument/2006/relationships/image" Target="../media/image3650.png"/><Relationship Id="rId12" Type="http://schemas.openxmlformats.org/officeDocument/2006/relationships/image" Target="../media/image379.png"/><Relationship Id="rId17" Type="http://schemas.openxmlformats.org/officeDocument/2006/relationships/image" Target="../media/image385.png"/><Relationship Id="rId16" Type="http://schemas.openxmlformats.org/officeDocument/2006/relationships/image" Target="../media/image3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40.png"/><Relationship Id="rId11" Type="http://schemas.openxmlformats.org/officeDocument/2006/relationships/image" Target="../media/image378.png"/><Relationship Id="rId5" Type="http://schemas.openxmlformats.org/officeDocument/2006/relationships/image" Target="../media/image377.png"/><Relationship Id="rId15" Type="http://schemas.openxmlformats.org/officeDocument/2006/relationships/image" Target="../media/image383.png"/><Relationship Id="rId10" Type="http://schemas.openxmlformats.org/officeDocument/2006/relationships/image" Target="../media/image3680.png"/><Relationship Id="rId4" Type="http://schemas.openxmlformats.org/officeDocument/2006/relationships/image" Target="../media/image376.png"/><Relationship Id="rId9" Type="http://schemas.openxmlformats.org/officeDocument/2006/relationships/image" Target="../media/image3670.png"/><Relationship Id="rId14" Type="http://schemas.openxmlformats.org/officeDocument/2006/relationships/image" Target="../media/image38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8.png"/><Relationship Id="rId7" Type="http://schemas.openxmlformats.org/officeDocument/2006/relationships/image" Target="../media/image393.png"/><Relationship Id="rId2" Type="http://schemas.openxmlformats.org/officeDocument/2006/relationships/image" Target="../media/image3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2.png"/><Relationship Id="rId5" Type="http://schemas.openxmlformats.org/officeDocument/2006/relationships/image" Target="../media/image391.png"/><Relationship Id="rId4" Type="http://schemas.openxmlformats.org/officeDocument/2006/relationships/image" Target="../media/image389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6.png"/><Relationship Id="rId7" Type="http://schemas.openxmlformats.org/officeDocument/2006/relationships/image" Target="../media/image401.png"/><Relationship Id="rId2" Type="http://schemas.openxmlformats.org/officeDocument/2006/relationships/image" Target="../media/image3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9.png"/><Relationship Id="rId5" Type="http://schemas.openxmlformats.org/officeDocument/2006/relationships/image" Target="../media/image398.png"/><Relationship Id="rId4" Type="http://schemas.openxmlformats.org/officeDocument/2006/relationships/image" Target="../media/image397.png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5.png"/><Relationship Id="rId2" Type="http://schemas.openxmlformats.org/officeDocument/2006/relationships/image" Target="../media/image214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50.png"/><Relationship Id="rId2" Type="http://schemas.openxmlformats.org/officeDocument/2006/relationships/image" Target="../media/image214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50.png"/><Relationship Id="rId2" Type="http://schemas.openxmlformats.org/officeDocument/2006/relationships/image" Target="../media/image2140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50.png"/><Relationship Id="rId2" Type="http://schemas.openxmlformats.org/officeDocument/2006/relationships/image" Target="../media/image2140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4.png"/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4.png"/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4.png"/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4.png"/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6.png"/><Relationship Id="rId2" Type="http://schemas.openxmlformats.org/officeDocument/2006/relationships/image" Target="../media/image225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6.png"/><Relationship Id="rId2" Type="http://schemas.openxmlformats.org/officeDocument/2006/relationships/image" Target="../media/image225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15.png"/><Relationship Id="rId18" Type="http://schemas.openxmlformats.org/officeDocument/2006/relationships/image" Target="../media/image421.png"/><Relationship Id="rId26" Type="http://schemas.openxmlformats.org/officeDocument/2006/relationships/image" Target="../media/image429.png"/><Relationship Id="rId3" Type="http://schemas.openxmlformats.org/officeDocument/2006/relationships/image" Target="../media/image403.png"/><Relationship Id="rId21" Type="http://schemas.openxmlformats.org/officeDocument/2006/relationships/image" Target="../media/image424.png"/><Relationship Id="rId34" Type="http://schemas.openxmlformats.org/officeDocument/2006/relationships/image" Target="../media/image438.png"/><Relationship Id="rId7" Type="http://schemas.openxmlformats.org/officeDocument/2006/relationships/image" Target="../media/image407.png"/><Relationship Id="rId12" Type="http://schemas.openxmlformats.org/officeDocument/2006/relationships/image" Target="../media/image414.png"/><Relationship Id="rId17" Type="http://schemas.openxmlformats.org/officeDocument/2006/relationships/image" Target="../media/image419.png"/><Relationship Id="rId25" Type="http://schemas.openxmlformats.org/officeDocument/2006/relationships/image" Target="../media/image428.png"/><Relationship Id="rId33" Type="http://schemas.openxmlformats.org/officeDocument/2006/relationships/image" Target="../media/image437.png"/><Relationship Id="rId2" Type="http://schemas.openxmlformats.org/officeDocument/2006/relationships/image" Target="../media/image402.png"/><Relationship Id="rId16" Type="http://schemas.openxmlformats.org/officeDocument/2006/relationships/image" Target="../media/image418.png"/><Relationship Id="rId20" Type="http://schemas.openxmlformats.org/officeDocument/2006/relationships/image" Target="../media/image423.png"/><Relationship Id="rId29" Type="http://schemas.openxmlformats.org/officeDocument/2006/relationships/image" Target="../media/image4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6.png"/><Relationship Id="rId11" Type="http://schemas.openxmlformats.org/officeDocument/2006/relationships/image" Target="../media/image413.png"/><Relationship Id="rId24" Type="http://schemas.openxmlformats.org/officeDocument/2006/relationships/image" Target="../media/image427.png"/><Relationship Id="rId32" Type="http://schemas.openxmlformats.org/officeDocument/2006/relationships/image" Target="../media/image436.png"/><Relationship Id="rId5" Type="http://schemas.openxmlformats.org/officeDocument/2006/relationships/image" Target="../media/image405.png"/><Relationship Id="rId15" Type="http://schemas.openxmlformats.org/officeDocument/2006/relationships/image" Target="../media/image417.png"/><Relationship Id="rId23" Type="http://schemas.openxmlformats.org/officeDocument/2006/relationships/image" Target="../media/image426.png"/><Relationship Id="rId28" Type="http://schemas.openxmlformats.org/officeDocument/2006/relationships/image" Target="../media/image432.png"/><Relationship Id="rId10" Type="http://schemas.openxmlformats.org/officeDocument/2006/relationships/image" Target="../media/image412.png"/><Relationship Id="rId19" Type="http://schemas.openxmlformats.org/officeDocument/2006/relationships/image" Target="../media/image422.png"/><Relationship Id="rId31" Type="http://schemas.openxmlformats.org/officeDocument/2006/relationships/image" Target="../media/image435.png"/><Relationship Id="rId4" Type="http://schemas.openxmlformats.org/officeDocument/2006/relationships/image" Target="../media/image404.png"/><Relationship Id="rId9" Type="http://schemas.openxmlformats.org/officeDocument/2006/relationships/image" Target="../media/image409.png"/><Relationship Id="rId14" Type="http://schemas.openxmlformats.org/officeDocument/2006/relationships/image" Target="../media/image416.png"/><Relationship Id="rId22" Type="http://schemas.openxmlformats.org/officeDocument/2006/relationships/image" Target="../media/image425.png"/><Relationship Id="rId27" Type="http://schemas.openxmlformats.org/officeDocument/2006/relationships/image" Target="../media/image431.png"/><Relationship Id="rId30" Type="http://schemas.openxmlformats.org/officeDocument/2006/relationships/image" Target="../media/image434.png"/><Relationship Id="rId8" Type="http://schemas.openxmlformats.org/officeDocument/2006/relationships/image" Target="../media/image408.png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6.png"/><Relationship Id="rId3" Type="http://schemas.openxmlformats.org/officeDocument/2006/relationships/image" Target="../media/image441.png"/><Relationship Id="rId7" Type="http://schemas.openxmlformats.org/officeDocument/2006/relationships/image" Target="../media/image445.png"/><Relationship Id="rId2" Type="http://schemas.openxmlformats.org/officeDocument/2006/relationships/image" Target="../media/image4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4.png"/><Relationship Id="rId5" Type="http://schemas.openxmlformats.org/officeDocument/2006/relationships/image" Target="../media/image443.png"/><Relationship Id="rId4" Type="http://schemas.openxmlformats.org/officeDocument/2006/relationships/image" Target="../media/image442.png"/><Relationship Id="rId9" Type="http://schemas.openxmlformats.org/officeDocument/2006/relationships/image" Target="../media/image447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5.png"/><Relationship Id="rId13" Type="http://schemas.openxmlformats.org/officeDocument/2006/relationships/image" Target="../media/image461.png"/><Relationship Id="rId18" Type="http://schemas.openxmlformats.org/officeDocument/2006/relationships/image" Target="../media/image466.png"/><Relationship Id="rId26" Type="http://schemas.openxmlformats.org/officeDocument/2006/relationships/image" Target="../media/image475.png"/><Relationship Id="rId3" Type="http://schemas.openxmlformats.org/officeDocument/2006/relationships/image" Target="../media/image449.png"/><Relationship Id="rId21" Type="http://schemas.openxmlformats.org/officeDocument/2006/relationships/image" Target="../media/image469.png"/><Relationship Id="rId7" Type="http://schemas.openxmlformats.org/officeDocument/2006/relationships/image" Target="../media/image454.png"/><Relationship Id="rId12" Type="http://schemas.openxmlformats.org/officeDocument/2006/relationships/image" Target="../media/image459.png"/><Relationship Id="rId17" Type="http://schemas.openxmlformats.org/officeDocument/2006/relationships/image" Target="../media/image465.png"/><Relationship Id="rId25" Type="http://schemas.openxmlformats.org/officeDocument/2006/relationships/image" Target="../media/image474.png"/><Relationship Id="rId2" Type="http://schemas.openxmlformats.org/officeDocument/2006/relationships/image" Target="../media/image448.png"/><Relationship Id="rId16" Type="http://schemas.openxmlformats.org/officeDocument/2006/relationships/image" Target="../media/image464.png"/><Relationship Id="rId20" Type="http://schemas.openxmlformats.org/officeDocument/2006/relationships/image" Target="../media/image468.png"/><Relationship Id="rId29" Type="http://schemas.openxmlformats.org/officeDocument/2006/relationships/image" Target="../media/image4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3.png"/><Relationship Id="rId11" Type="http://schemas.openxmlformats.org/officeDocument/2006/relationships/image" Target="../media/image458.png"/><Relationship Id="rId24" Type="http://schemas.openxmlformats.org/officeDocument/2006/relationships/image" Target="../media/image473.png"/><Relationship Id="rId32" Type="http://schemas.openxmlformats.org/officeDocument/2006/relationships/image" Target="../media/image482.png"/><Relationship Id="rId5" Type="http://schemas.openxmlformats.org/officeDocument/2006/relationships/image" Target="../media/image452.png"/><Relationship Id="rId15" Type="http://schemas.openxmlformats.org/officeDocument/2006/relationships/image" Target="../media/image463.png"/><Relationship Id="rId23" Type="http://schemas.openxmlformats.org/officeDocument/2006/relationships/image" Target="../media/image472.png"/><Relationship Id="rId28" Type="http://schemas.openxmlformats.org/officeDocument/2006/relationships/image" Target="../media/image477.png"/><Relationship Id="rId10" Type="http://schemas.openxmlformats.org/officeDocument/2006/relationships/image" Target="../media/image457.png"/><Relationship Id="rId19" Type="http://schemas.openxmlformats.org/officeDocument/2006/relationships/image" Target="../media/image467.png"/><Relationship Id="rId31" Type="http://schemas.openxmlformats.org/officeDocument/2006/relationships/image" Target="../media/image481.png"/><Relationship Id="rId4" Type="http://schemas.openxmlformats.org/officeDocument/2006/relationships/image" Target="../media/image451.png"/><Relationship Id="rId9" Type="http://schemas.openxmlformats.org/officeDocument/2006/relationships/image" Target="../media/image456.png"/><Relationship Id="rId14" Type="http://schemas.openxmlformats.org/officeDocument/2006/relationships/image" Target="../media/image462.png"/><Relationship Id="rId22" Type="http://schemas.openxmlformats.org/officeDocument/2006/relationships/image" Target="../media/image471.png"/><Relationship Id="rId27" Type="http://schemas.openxmlformats.org/officeDocument/2006/relationships/image" Target="../media/image476.png"/><Relationship Id="rId30" Type="http://schemas.openxmlformats.org/officeDocument/2006/relationships/image" Target="../media/image479.png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4.svg"/><Relationship Id="rId2" Type="http://schemas.openxmlformats.org/officeDocument/2006/relationships/image" Target="../media/image483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1.png"/><Relationship Id="rId3" Type="http://schemas.openxmlformats.org/officeDocument/2006/relationships/image" Target="../media/image486.svg"/><Relationship Id="rId7" Type="http://schemas.openxmlformats.org/officeDocument/2006/relationships/image" Target="../media/image490.svg"/><Relationship Id="rId2" Type="http://schemas.openxmlformats.org/officeDocument/2006/relationships/image" Target="../media/image4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9.png"/><Relationship Id="rId5" Type="http://schemas.openxmlformats.org/officeDocument/2006/relationships/image" Target="../media/image488.svg"/><Relationship Id="rId4" Type="http://schemas.openxmlformats.org/officeDocument/2006/relationships/image" Target="../media/image487.png"/><Relationship Id="rId9" Type="http://schemas.openxmlformats.org/officeDocument/2006/relationships/image" Target="../media/image492.svg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4.png"/><Relationship Id="rId2" Type="http://schemas.openxmlformats.org/officeDocument/2006/relationships/image" Target="../media/image4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5.png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3.svg"/><Relationship Id="rId3" Type="http://schemas.openxmlformats.org/officeDocument/2006/relationships/image" Target="../media/image497.svg"/><Relationship Id="rId7" Type="http://schemas.openxmlformats.org/officeDocument/2006/relationships/image" Target="../media/image502.png"/><Relationship Id="rId2" Type="http://schemas.openxmlformats.org/officeDocument/2006/relationships/image" Target="../media/image4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1.png"/><Relationship Id="rId5" Type="http://schemas.openxmlformats.org/officeDocument/2006/relationships/image" Target="../media/image499.svg"/><Relationship Id="rId10" Type="http://schemas.openxmlformats.org/officeDocument/2006/relationships/image" Target="../media/image505.svg"/><Relationship Id="rId4" Type="http://schemas.openxmlformats.org/officeDocument/2006/relationships/image" Target="../media/image498.png"/><Relationship Id="rId9" Type="http://schemas.openxmlformats.org/officeDocument/2006/relationships/image" Target="../media/image504.png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4.png"/><Relationship Id="rId3" Type="http://schemas.openxmlformats.org/officeDocument/2006/relationships/image" Target="../media/image507.png"/><Relationship Id="rId7" Type="http://schemas.openxmlformats.org/officeDocument/2006/relationships/image" Target="../media/image513.png"/><Relationship Id="rId2" Type="http://schemas.openxmlformats.org/officeDocument/2006/relationships/image" Target="../media/image5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2.png"/><Relationship Id="rId5" Type="http://schemas.openxmlformats.org/officeDocument/2006/relationships/image" Target="../media/image509.png"/><Relationship Id="rId4" Type="http://schemas.openxmlformats.org/officeDocument/2006/relationships/image" Target="../media/image508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6.sv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8.png"/><Relationship Id="rId2" Type="http://schemas.openxmlformats.org/officeDocument/2006/relationships/image" Target="../media/image5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9.png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7.svg"/><Relationship Id="rId13" Type="http://schemas.openxmlformats.org/officeDocument/2006/relationships/image" Target="../media/image533.png"/><Relationship Id="rId3" Type="http://schemas.openxmlformats.org/officeDocument/2006/relationships/image" Target="../media/image522.png"/><Relationship Id="rId7" Type="http://schemas.openxmlformats.org/officeDocument/2006/relationships/image" Target="../media/image526.png"/><Relationship Id="rId12" Type="http://schemas.openxmlformats.org/officeDocument/2006/relationships/image" Target="../media/image532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3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5.svg"/><Relationship Id="rId11" Type="http://schemas.openxmlformats.org/officeDocument/2006/relationships/image" Target="../media/image531.png"/><Relationship Id="rId5" Type="http://schemas.openxmlformats.org/officeDocument/2006/relationships/image" Target="../media/image524.png"/><Relationship Id="rId15" Type="http://schemas.openxmlformats.org/officeDocument/2006/relationships/image" Target="../media/image535.png"/><Relationship Id="rId10" Type="http://schemas.openxmlformats.org/officeDocument/2006/relationships/image" Target="../media/image529.svg"/><Relationship Id="rId4" Type="http://schemas.openxmlformats.org/officeDocument/2006/relationships/image" Target="../media/image523.svg"/><Relationship Id="rId9" Type="http://schemas.openxmlformats.org/officeDocument/2006/relationships/image" Target="../media/image528.png"/><Relationship Id="rId14" Type="http://schemas.openxmlformats.org/officeDocument/2006/relationships/image" Target="../media/image534.svg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8.png"/><Relationship Id="rId2" Type="http://schemas.openxmlformats.org/officeDocument/2006/relationships/image" Target="../media/image537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3.svg"/><Relationship Id="rId7" Type="http://schemas.openxmlformats.org/officeDocument/2006/relationships/image" Target="../media/image540.svg"/><Relationship Id="rId2" Type="http://schemas.openxmlformats.org/officeDocument/2006/relationships/image" Target="../media/image5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9.png"/><Relationship Id="rId5" Type="http://schemas.openxmlformats.org/officeDocument/2006/relationships/image" Target="../media/image516.svg"/><Relationship Id="rId4" Type="http://schemas.openxmlformats.org/officeDocument/2006/relationships/image" Target="../media/image515.png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5.png"/><Relationship Id="rId2" Type="http://schemas.openxmlformats.org/officeDocument/2006/relationships/image" Target="../media/image5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7.png"/><Relationship Id="rId4" Type="http://schemas.openxmlformats.org/officeDocument/2006/relationships/image" Target="../media/image546.png"/></Relationships>
</file>

<file path=ppt/slides/_rels/slide1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2.svg"/><Relationship Id="rId13" Type="http://schemas.openxmlformats.org/officeDocument/2006/relationships/image" Target="../media/image555.png"/><Relationship Id="rId18" Type="http://schemas.openxmlformats.org/officeDocument/2006/relationships/image" Target="../media/image560.svg"/><Relationship Id="rId3" Type="http://schemas.openxmlformats.org/officeDocument/2006/relationships/image" Target="../media/image542.png"/><Relationship Id="rId21" Type="http://schemas.openxmlformats.org/officeDocument/2006/relationships/image" Target="../media/image563.png"/><Relationship Id="rId7" Type="http://schemas.openxmlformats.org/officeDocument/2006/relationships/image" Target="../media/image551.png"/><Relationship Id="rId12" Type="http://schemas.openxmlformats.org/officeDocument/2006/relationships/image" Target="../media/image554.svg"/><Relationship Id="rId17" Type="http://schemas.openxmlformats.org/officeDocument/2006/relationships/image" Target="../media/image559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558.svg"/><Relationship Id="rId20" Type="http://schemas.openxmlformats.org/officeDocument/2006/relationships/image" Target="../media/image56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9.svg"/><Relationship Id="rId11" Type="http://schemas.openxmlformats.org/officeDocument/2006/relationships/image" Target="../media/image553.png"/><Relationship Id="rId24" Type="http://schemas.openxmlformats.org/officeDocument/2006/relationships/image" Target="../media/image566.svg"/><Relationship Id="rId5" Type="http://schemas.openxmlformats.org/officeDocument/2006/relationships/image" Target="../media/image548.png"/><Relationship Id="rId15" Type="http://schemas.openxmlformats.org/officeDocument/2006/relationships/image" Target="../media/image557.png"/><Relationship Id="rId23" Type="http://schemas.openxmlformats.org/officeDocument/2006/relationships/image" Target="../media/image565.png"/><Relationship Id="rId10" Type="http://schemas.openxmlformats.org/officeDocument/2006/relationships/image" Target="../media/image492.svg"/><Relationship Id="rId19" Type="http://schemas.openxmlformats.org/officeDocument/2006/relationships/image" Target="../media/image561.png"/><Relationship Id="rId4" Type="http://schemas.openxmlformats.org/officeDocument/2006/relationships/image" Target="../media/image543.svg"/><Relationship Id="rId9" Type="http://schemas.openxmlformats.org/officeDocument/2006/relationships/image" Target="../media/image491.png"/><Relationship Id="rId14" Type="http://schemas.openxmlformats.org/officeDocument/2006/relationships/image" Target="../media/image556.svg"/><Relationship Id="rId22" Type="http://schemas.openxmlformats.org/officeDocument/2006/relationships/image" Target="../media/image564.svg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组合 77">
            <a:extLst>
              <a:ext uri="{FF2B5EF4-FFF2-40B4-BE49-F238E27FC236}">
                <a16:creationId xmlns:a16="http://schemas.microsoft.com/office/drawing/2014/main" id="{49900536-B2B7-283B-FFBE-8580D82190F3}"/>
              </a:ext>
            </a:extLst>
          </p:cNvPr>
          <p:cNvGrpSpPr/>
          <p:nvPr/>
        </p:nvGrpSpPr>
        <p:grpSpPr>
          <a:xfrm>
            <a:off x="4426527" y="2500745"/>
            <a:ext cx="3441975" cy="2031238"/>
            <a:chOff x="1380492" y="804333"/>
            <a:chExt cx="6583166" cy="3727649"/>
          </a:xfrm>
        </p:grpSpPr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236BAAE8-B5BE-DCE9-3551-E824044FC50C}"/>
                </a:ext>
              </a:extLst>
            </p:cNvPr>
            <p:cNvCxnSpPr>
              <a:stCxn id="4" idx="6"/>
            </p:cNvCxnSpPr>
            <p:nvPr/>
          </p:nvCxnSpPr>
          <p:spPr>
            <a:xfrm flipH="1" flipV="1">
              <a:off x="2057400" y="4521199"/>
              <a:ext cx="3250902" cy="10783"/>
            </a:xfrm>
            <a:prstGeom prst="line">
              <a:avLst/>
            </a:prstGeom>
            <a:ln w="12700">
              <a:prstDash val="lgDashDot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950043EA-6FFD-BEAE-1464-F0F0D642F6EC}"/>
                </a:ext>
              </a:extLst>
            </p:cNvPr>
            <p:cNvSpPr/>
            <p:nvPr/>
          </p:nvSpPr>
          <p:spPr>
            <a:xfrm>
              <a:off x="4292600" y="4165600"/>
              <a:ext cx="76200" cy="347133"/>
            </a:xfrm>
            <a:custGeom>
              <a:avLst/>
              <a:gdLst>
                <a:gd name="connsiteX0" fmla="*/ 212714 w 212714"/>
                <a:gd name="connsiteY0" fmla="*/ 0 h 347133"/>
                <a:gd name="connsiteX1" fmla="*/ 1047 w 212714"/>
                <a:gd name="connsiteY1" fmla="*/ 135467 h 347133"/>
                <a:gd name="connsiteX2" fmla="*/ 153447 w 212714"/>
                <a:gd name="connsiteY2" fmla="*/ 347133 h 34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2714" h="347133">
                  <a:moveTo>
                    <a:pt x="212714" y="0"/>
                  </a:moveTo>
                  <a:cubicBezTo>
                    <a:pt x="111819" y="38805"/>
                    <a:pt x="10925" y="77611"/>
                    <a:pt x="1047" y="135467"/>
                  </a:cubicBezTo>
                  <a:cubicBezTo>
                    <a:pt x="-8831" y="193323"/>
                    <a:pt x="51847" y="277989"/>
                    <a:pt x="153447" y="347133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FE6470D9-111D-70E6-101B-452F2B5CAE18}"/>
                    </a:ext>
                  </a:extLst>
                </p:cNvPr>
                <p:cNvSpPr txBox="1"/>
                <p:nvPr/>
              </p:nvSpPr>
              <p:spPr>
                <a:xfrm>
                  <a:off x="3768158" y="3916377"/>
                  <a:ext cx="3979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FE6470D9-111D-70E6-101B-452F2B5CAE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8158" y="3916377"/>
                  <a:ext cx="397933" cy="369332"/>
                </a:xfrm>
                <a:prstGeom prst="rect">
                  <a:avLst/>
                </a:prstGeom>
                <a:blipFill>
                  <a:blip r:embed="rId2"/>
                  <a:stretch>
                    <a:fillRect r="-44118" b="-727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任意多边形: 形状 45">
              <a:extLst>
                <a:ext uri="{FF2B5EF4-FFF2-40B4-BE49-F238E27FC236}">
                  <a16:creationId xmlns:a16="http://schemas.microsoft.com/office/drawing/2014/main" id="{AB1853DD-8D62-AE80-0BAF-E6FB0ECAD9A9}"/>
                </a:ext>
              </a:extLst>
            </p:cNvPr>
            <p:cNvSpPr/>
            <p:nvPr/>
          </p:nvSpPr>
          <p:spPr>
            <a:xfrm>
              <a:off x="1681187" y="863600"/>
              <a:ext cx="5608611" cy="3634294"/>
            </a:xfrm>
            <a:custGeom>
              <a:avLst/>
              <a:gdLst>
                <a:gd name="connsiteX0" fmla="*/ 0 w 5596467"/>
                <a:gd name="connsiteY0" fmla="*/ 1439333 h 3657600"/>
                <a:gd name="connsiteX1" fmla="*/ 2844800 w 5596467"/>
                <a:gd name="connsiteY1" fmla="*/ 0 h 3657600"/>
                <a:gd name="connsiteX2" fmla="*/ 5596467 w 5596467"/>
                <a:gd name="connsiteY2" fmla="*/ 1456267 h 3657600"/>
                <a:gd name="connsiteX3" fmla="*/ 3623734 w 5596467"/>
                <a:gd name="connsiteY3" fmla="*/ 3657600 h 3657600"/>
                <a:gd name="connsiteX4" fmla="*/ 0 w 5596467"/>
                <a:gd name="connsiteY4" fmla="*/ 1439333 h 3657600"/>
                <a:gd name="connsiteX0" fmla="*/ 0 w 5608612"/>
                <a:gd name="connsiteY0" fmla="*/ 1513138 h 3657600"/>
                <a:gd name="connsiteX1" fmla="*/ 2856945 w 5608612"/>
                <a:gd name="connsiteY1" fmla="*/ 0 h 3657600"/>
                <a:gd name="connsiteX2" fmla="*/ 5608612 w 5608612"/>
                <a:gd name="connsiteY2" fmla="*/ 1456267 h 3657600"/>
                <a:gd name="connsiteX3" fmla="*/ 3635879 w 5608612"/>
                <a:gd name="connsiteY3" fmla="*/ 3657600 h 3657600"/>
                <a:gd name="connsiteX4" fmla="*/ 0 w 5608612"/>
                <a:gd name="connsiteY4" fmla="*/ 1513138 h 3657600"/>
                <a:gd name="connsiteX0" fmla="*/ 0 w 5608612"/>
                <a:gd name="connsiteY0" fmla="*/ 1513138 h 3634293"/>
                <a:gd name="connsiteX1" fmla="*/ 2856945 w 5608612"/>
                <a:gd name="connsiteY1" fmla="*/ 0 h 3634293"/>
                <a:gd name="connsiteX2" fmla="*/ 5608612 w 5608612"/>
                <a:gd name="connsiteY2" fmla="*/ 1456267 h 3634293"/>
                <a:gd name="connsiteX3" fmla="*/ 3627784 w 5608612"/>
                <a:gd name="connsiteY3" fmla="*/ 3634293 h 3634293"/>
                <a:gd name="connsiteX4" fmla="*/ 0 w 5608612"/>
                <a:gd name="connsiteY4" fmla="*/ 1513138 h 3634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08612" h="3634293">
                  <a:moveTo>
                    <a:pt x="0" y="1513138"/>
                  </a:moveTo>
                  <a:lnTo>
                    <a:pt x="2856945" y="0"/>
                  </a:lnTo>
                  <a:lnTo>
                    <a:pt x="5608612" y="1456267"/>
                  </a:lnTo>
                  <a:lnTo>
                    <a:pt x="3627784" y="3634293"/>
                  </a:lnTo>
                  <a:lnTo>
                    <a:pt x="0" y="1513138"/>
                  </a:lnTo>
                  <a:close/>
                </a:path>
              </a:pathLst>
            </a:cu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30F2839B-0EF3-13BD-EFE9-AB7942C01443}"/>
                </a:ext>
              </a:extLst>
            </p:cNvPr>
            <p:cNvSpPr/>
            <p:nvPr/>
          </p:nvSpPr>
          <p:spPr>
            <a:xfrm rot="1882255">
              <a:off x="1380492" y="3229911"/>
              <a:ext cx="4237544" cy="398177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椭圆 51">
              <a:extLst>
                <a:ext uri="{FF2B5EF4-FFF2-40B4-BE49-F238E27FC236}">
                  <a16:creationId xmlns:a16="http://schemas.microsoft.com/office/drawing/2014/main" id="{4B197BF0-5F7A-E5FB-4A4D-54FF78D6D7A3}"/>
                </a:ext>
              </a:extLst>
            </p:cNvPr>
            <p:cNvSpPr/>
            <p:nvPr/>
          </p:nvSpPr>
          <p:spPr>
            <a:xfrm>
              <a:off x="5034156" y="2156032"/>
              <a:ext cx="113577" cy="115200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36E6D4A0-FABA-3C66-5A2A-D9D45B07FAE7}"/>
                </a:ext>
              </a:extLst>
            </p:cNvPr>
            <p:cNvGrpSpPr/>
            <p:nvPr/>
          </p:nvGrpSpPr>
          <p:grpSpPr>
            <a:xfrm>
              <a:off x="5147733" y="1414484"/>
              <a:ext cx="2815925" cy="1186122"/>
              <a:chOff x="5308302" y="1272653"/>
              <a:chExt cx="2815925" cy="1186122"/>
            </a:xfrm>
          </p:grpSpPr>
          <p:cxnSp>
            <p:nvCxnSpPr>
              <p:cNvPr id="48" name="直接箭头连接符 47">
                <a:extLst>
                  <a:ext uri="{FF2B5EF4-FFF2-40B4-BE49-F238E27FC236}">
                    <a16:creationId xmlns:a16="http://schemas.microsoft.com/office/drawing/2014/main" id="{5CD347B5-93A4-B929-ECD5-EF61D92708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08302" y="2057400"/>
                <a:ext cx="2616498" cy="0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1A7AA6FD-4CD6-A149-4419-3AB0F2D6F532}"/>
                      </a:ext>
                    </a:extLst>
                  </p:cNvPr>
                  <p:cNvSpPr txBox="1"/>
                  <p:nvPr/>
                </p:nvSpPr>
                <p:spPr>
                  <a:xfrm>
                    <a:off x="6758338" y="1272653"/>
                    <a:ext cx="1365889" cy="118612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𝑤𝑖𝑛𝑑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/>
                  </a:p>
                  <a:p>
                    <a:endParaRPr lang="zh-CN" altLang="en-US" dirty="0"/>
                  </a:p>
                </p:txBody>
              </p:sp>
            </mc:Choice>
            <mc:Fallback xmlns=""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1A7AA6FD-4CD6-A149-4419-3AB0F2D6F5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58338" y="1272653"/>
                    <a:ext cx="1365889" cy="118612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ADCE16BE-6CE2-0A61-5C0E-0C3B92A47B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47733" y="2258078"/>
              <a:ext cx="1391205" cy="883760"/>
            </a:xfrm>
            <a:prstGeom prst="straightConnector1">
              <a:avLst/>
            </a:prstGeom>
            <a:ln>
              <a:prstDash val="lgDashDotDot"/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33ABC9F6-2DE4-613C-75FE-692B12C3100C}"/>
                </a:ext>
              </a:extLst>
            </p:cNvPr>
            <p:cNvCxnSpPr/>
            <p:nvPr/>
          </p:nvCxnSpPr>
          <p:spPr>
            <a:xfrm flipV="1">
              <a:off x="2963333" y="804333"/>
              <a:ext cx="3683000" cy="3339068"/>
            </a:xfrm>
            <a:prstGeom prst="line">
              <a:avLst/>
            </a:prstGeom>
            <a:ln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箭头: 下弧形 56">
              <a:extLst>
                <a:ext uri="{FF2B5EF4-FFF2-40B4-BE49-F238E27FC236}">
                  <a16:creationId xmlns:a16="http://schemas.microsoft.com/office/drawing/2014/main" id="{D61E458C-5F2B-2873-E8D3-D8804F9631DE}"/>
                </a:ext>
              </a:extLst>
            </p:cNvPr>
            <p:cNvSpPr/>
            <p:nvPr/>
          </p:nvSpPr>
          <p:spPr>
            <a:xfrm rot="12193714">
              <a:off x="4877527" y="1865031"/>
              <a:ext cx="675688" cy="352824"/>
            </a:xfrm>
            <a:prstGeom prst="curvedUpArrow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0905B6CA-2F08-8DD6-2CB0-A33F2609F132}"/>
                    </a:ext>
                  </a:extLst>
                </p:cNvPr>
                <p:cNvSpPr txBox="1"/>
                <p:nvPr/>
              </p:nvSpPr>
              <p:spPr>
                <a:xfrm>
                  <a:off x="4563857" y="1081976"/>
                  <a:ext cx="734753" cy="6777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0905B6CA-2F08-8DD6-2CB0-A33F2609F1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3857" y="1081976"/>
                  <a:ext cx="734753" cy="67778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EAEF76B0-6879-A415-0FA8-15BBD0769B1A}"/>
                    </a:ext>
                  </a:extLst>
                </p:cNvPr>
                <p:cNvSpPr txBox="1"/>
                <p:nvPr/>
              </p:nvSpPr>
              <p:spPr>
                <a:xfrm>
                  <a:off x="2876322" y="2772507"/>
                  <a:ext cx="3979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EAEF76B0-6879-A415-0FA8-15BBD0769B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6322" y="2772507"/>
                  <a:ext cx="397933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40000" b="-696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D3A2B02B-1635-F7A7-F9DF-D345E13CCE69}"/>
                    </a:ext>
                  </a:extLst>
                </p:cNvPr>
                <p:cNvSpPr txBox="1"/>
                <p:nvPr/>
              </p:nvSpPr>
              <p:spPr>
                <a:xfrm>
                  <a:off x="6457800" y="3273287"/>
                  <a:ext cx="3979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D3A2B02B-1635-F7A7-F9DF-D345E13CCE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800" y="3273287"/>
                  <a:ext cx="397933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302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80821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72ECD811-F230-38C4-CF56-8C5F361C0923}"/>
              </a:ext>
            </a:extLst>
          </p:cNvPr>
          <p:cNvGrpSpPr/>
          <p:nvPr/>
        </p:nvGrpSpPr>
        <p:grpSpPr>
          <a:xfrm>
            <a:off x="271459" y="1304787"/>
            <a:ext cx="12263443" cy="4010163"/>
            <a:chOff x="271459" y="1304787"/>
            <a:chExt cx="12263443" cy="4010163"/>
          </a:xfrm>
        </p:grpSpPr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5B682630-FAC2-8A00-A8D7-0AC6C933F6DA}"/>
                </a:ext>
              </a:extLst>
            </p:cNvPr>
            <p:cNvGrpSpPr/>
            <p:nvPr/>
          </p:nvGrpSpPr>
          <p:grpSpPr>
            <a:xfrm>
              <a:off x="271459" y="1304787"/>
              <a:ext cx="11549066" cy="4010163"/>
              <a:chOff x="271459" y="1304787"/>
              <a:chExt cx="11549066" cy="4010163"/>
            </a:xfrm>
          </p:grpSpPr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5B65560C-B745-8E71-0A3D-DF8DF24F7E77}"/>
                  </a:ext>
                </a:extLst>
              </p:cNvPr>
              <p:cNvGrpSpPr/>
              <p:nvPr/>
            </p:nvGrpSpPr>
            <p:grpSpPr>
              <a:xfrm>
                <a:off x="531633" y="1304787"/>
                <a:ext cx="11288892" cy="4010163"/>
                <a:chOff x="531633" y="1304787"/>
                <a:chExt cx="11288892" cy="4010163"/>
              </a:xfrm>
            </p:grpSpPr>
            <p:sp>
              <p:nvSpPr>
                <p:cNvPr id="6" name="矩形: 圆角 5">
                  <a:extLst>
                    <a:ext uri="{FF2B5EF4-FFF2-40B4-BE49-F238E27FC236}">
                      <a16:creationId xmlns:a16="http://schemas.microsoft.com/office/drawing/2014/main" id="{AA8287EC-0755-BDC3-D150-3D7A8E4975D0}"/>
                    </a:ext>
                  </a:extLst>
                </p:cNvPr>
                <p:cNvSpPr/>
                <p:nvPr/>
              </p:nvSpPr>
              <p:spPr>
                <a:xfrm>
                  <a:off x="1431745" y="1354795"/>
                  <a:ext cx="1854381" cy="852624"/>
                </a:xfrm>
                <a:prstGeom prst="roundRect">
                  <a:avLst/>
                </a:pr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000"/>
                    </a:lnSpc>
                  </a:pP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ts val="1000"/>
                    </a:lnSpc>
                  </a:pPr>
                  <a:r>
                    <a:rPr lang="zh-CN" altLang="en-US" sz="24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舵机控制器</a:t>
                  </a: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7" name="矩形: 圆角 6">
                  <a:extLst>
                    <a:ext uri="{FF2B5EF4-FFF2-40B4-BE49-F238E27FC236}">
                      <a16:creationId xmlns:a16="http://schemas.microsoft.com/office/drawing/2014/main" id="{7F6DCC5F-D729-C587-E419-9051E25E37FA}"/>
                    </a:ext>
                  </a:extLst>
                </p:cNvPr>
                <p:cNvSpPr/>
                <p:nvPr/>
              </p:nvSpPr>
              <p:spPr>
                <a:xfrm>
                  <a:off x="4243387" y="1304788"/>
                  <a:ext cx="1614489" cy="952637"/>
                </a:xfrm>
                <a:prstGeom prst="roundRect">
                  <a:avLst/>
                </a:pr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000"/>
                    </a:lnSpc>
                  </a:pP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ts val="2800"/>
                    </a:lnSpc>
                  </a:pPr>
                  <a:r>
                    <a:rPr lang="zh-CN" altLang="en-US" sz="24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伺服功率放大器</a:t>
                  </a: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8" name="矩形: 圆角 7">
                  <a:extLst>
                    <a:ext uri="{FF2B5EF4-FFF2-40B4-BE49-F238E27FC236}">
                      <a16:creationId xmlns:a16="http://schemas.microsoft.com/office/drawing/2014/main" id="{BACFEC01-66F6-B10A-F10E-0084D142CC53}"/>
                    </a:ext>
                  </a:extLst>
                </p:cNvPr>
                <p:cNvSpPr/>
                <p:nvPr/>
              </p:nvSpPr>
              <p:spPr>
                <a:xfrm>
                  <a:off x="6815137" y="1304787"/>
                  <a:ext cx="1614489" cy="952637"/>
                </a:xfrm>
                <a:prstGeom prst="roundRect">
                  <a:avLst/>
                </a:pr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000"/>
                    </a:lnSpc>
                  </a:pP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ts val="2800"/>
                    </a:lnSpc>
                  </a:pPr>
                  <a:r>
                    <a:rPr lang="zh-CN" altLang="en-US" sz="24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直流伺服电动机</a:t>
                  </a: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0" name="矩形: 圆角 9">
                  <a:extLst>
                    <a:ext uri="{FF2B5EF4-FFF2-40B4-BE49-F238E27FC236}">
                      <a16:creationId xmlns:a16="http://schemas.microsoft.com/office/drawing/2014/main" id="{29F41167-01AF-EA1A-F354-86D719BBA7A1}"/>
                    </a:ext>
                  </a:extLst>
                </p:cNvPr>
                <p:cNvSpPr/>
                <p:nvPr/>
              </p:nvSpPr>
              <p:spPr>
                <a:xfrm>
                  <a:off x="9066032" y="1347650"/>
                  <a:ext cx="1854381" cy="852624"/>
                </a:xfrm>
                <a:prstGeom prst="roundRect">
                  <a:avLst/>
                </a:pr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000"/>
                    </a:lnSpc>
                  </a:pP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ts val="1000"/>
                    </a:lnSpc>
                  </a:pPr>
                  <a:r>
                    <a:rPr lang="zh-CN" altLang="en-US" sz="24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减速机构</a:t>
                  </a: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1" name="矩形: 圆角 10">
                  <a:extLst>
                    <a:ext uri="{FF2B5EF4-FFF2-40B4-BE49-F238E27FC236}">
                      <a16:creationId xmlns:a16="http://schemas.microsoft.com/office/drawing/2014/main" id="{AF8A3773-72AA-BFD6-5D41-BB61330734A1}"/>
                    </a:ext>
                  </a:extLst>
                </p:cNvPr>
                <p:cNvSpPr/>
                <p:nvPr/>
              </p:nvSpPr>
              <p:spPr>
                <a:xfrm>
                  <a:off x="2984316" y="2762113"/>
                  <a:ext cx="1614489" cy="952637"/>
                </a:xfrm>
                <a:prstGeom prst="roundRect">
                  <a:avLst/>
                </a:pr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000"/>
                    </a:lnSpc>
                  </a:pP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ts val="2800"/>
                    </a:lnSpc>
                  </a:pPr>
                  <a:r>
                    <a:rPr lang="zh-CN" altLang="en-US" sz="24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转速电流传感器</a:t>
                  </a: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2" name="矩形: 圆角 11">
                  <a:extLst>
                    <a:ext uri="{FF2B5EF4-FFF2-40B4-BE49-F238E27FC236}">
                      <a16:creationId xmlns:a16="http://schemas.microsoft.com/office/drawing/2014/main" id="{699D92EE-508A-9C83-7D0A-93C1B3625BA6}"/>
                    </a:ext>
                  </a:extLst>
                </p:cNvPr>
                <p:cNvSpPr/>
                <p:nvPr/>
              </p:nvSpPr>
              <p:spPr>
                <a:xfrm>
                  <a:off x="5288755" y="4362313"/>
                  <a:ext cx="1614489" cy="952637"/>
                </a:xfrm>
                <a:prstGeom prst="roundRect">
                  <a:avLst/>
                </a:prstGeom>
                <a:noFill/>
                <a:ln w="2857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000"/>
                    </a:lnSpc>
                  </a:pP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ts val="2800"/>
                    </a:lnSpc>
                  </a:pPr>
                  <a:r>
                    <a:rPr lang="zh-CN" altLang="en-US" sz="24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舵角位置传感器</a:t>
                  </a:r>
                  <a:endParaRPr lang="en-US" altLang="zh-CN" sz="2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cxnSp>
              <p:nvCxnSpPr>
                <p:cNvPr id="14" name="直接箭头连接符 13">
                  <a:extLst>
                    <a:ext uri="{FF2B5EF4-FFF2-40B4-BE49-F238E27FC236}">
                      <a16:creationId xmlns:a16="http://schemas.microsoft.com/office/drawing/2014/main" id="{493184A9-C126-9165-7922-918F2BF9EB72}"/>
                    </a:ext>
                  </a:extLst>
                </p:cNvPr>
                <p:cNvCxnSpPr>
                  <a:endCxn id="6" idx="1"/>
                </p:cNvCxnSpPr>
                <p:nvPr/>
              </p:nvCxnSpPr>
              <p:spPr>
                <a:xfrm>
                  <a:off x="531633" y="1781107"/>
                  <a:ext cx="900112" cy="0"/>
                </a:xfrm>
                <a:prstGeom prst="straightConnector1">
                  <a:avLst/>
                </a:prstGeom>
                <a:ln w="25400" cmpd="sng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接箭头连接符 14">
                  <a:extLst>
                    <a:ext uri="{FF2B5EF4-FFF2-40B4-BE49-F238E27FC236}">
                      <a16:creationId xmlns:a16="http://schemas.microsoft.com/office/drawing/2014/main" id="{B1D87B05-054B-8676-A740-4628A1116F34}"/>
                    </a:ext>
                  </a:extLst>
                </p:cNvPr>
                <p:cNvCxnSpPr>
                  <a:cxnSpLocks/>
                  <a:stCxn id="7" idx="3"/>
                  <a:endCxn id="8" idx="1"/>
                </p:cNvCxnSpPr>
                <p:nvPr/>
              </p:nvCxnSpPr>
              <p:spPr>
                <a:xfrm flipV="1">
                  <a:off x="5857876" y="1781106"/>
                  <a:ext cx="957261" cy="1"/>
                </a:xfrm>
                <a:prstGeom prst="straightConnector1">
                  <a:avLst/>
                </a:prstGeom>
                <a:ln w="25400" cmpd="sng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直接箭头连接符 21">
                  <a:extLst>
                    <a:ext uri="{FF2B5EF4-FFF2-40B4-BE49-F238E27FC236}">
                      <a16:creationId xmlns:a16="http://schemas.microsoft.com/office/drawing/2014/main" id="{413FE967-F32D-32BD-29D0-65028F49F37B}"/>
                    </a:ext>
                  </a:extLst>
                </p:cNvPr>
                <p:cNvCxnSpPr>
                  <a:cxnSpLocks/>
                  <a:stCxn id="6" idx="3"/>
                  <a:endCxn id="7" idx="1"/>
                </p:cNvCxnSpPr>
                <p:nvPr/>
              </p:nvCxnSpPr>
              <p:spPr>
                <a:xfrm>
                  <a:off x="3286126" y="1781107"/>
                  <a:ext cx="957261" cy="0"/>
                </a:xfrm>
                <a:prstGeom prst="straightConnector1">
                  <a:avLst/>
                </a:prstGeom>
                <a:ln w="25400" cmpd="sng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直接箭头连接符 27">
                  <a:extLst>
                    <a:ext uri="{FF2B5EF4-FFF2-40B4-BE49-F238E27FC236}">
                      <a16:creationId xmlns:a16="http://schemas.microsoft.com/office/drawing/2014/main" id="{3FCAAAAD-6E5A-ADAE-76D6-B8468531BAFD}"/>
                    </a:ext>
                  </a:extLst>
                </p:cNvPr>
                <p:cNvCxnSpPr>
                  <a:cxnSpLocks/>
                  <a:stCxn id="8" idx="3"/>
                  <a:endCxn id="10" idx="1"/>
                </p:cNvCxnSpPr>
                <p:nvPr/>
              </p:nvCxnSpPr>
              <p:spPr>
                <a:xfrm flipV="1">
                  <a:off x="8429626" y="1773962"/>
                  <a:ext cx="636406" cy="7144"/>
                </a:xfrm>
                <a:prstGeom prst="straightConnector1">
                  <a:avLst/>
                </a:prstGeom>
                <a:ln w="25400" cmpd="sng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直接箭头连接符 30">
                  <a:extLst>
                    <a:ext uri="{FF2B5EF4-FFF2-40B4-BE49-F238E27FC236}">
                      <a16:creationId xmlns:a16="http://schemas.microsoft.com/office/drawing/2014/main" id="{DA41970F-BA59-A85A-85CE-3CCCE459620C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10920413" y="1773962"/>
                  <a:ext cx="900112" cy="0"/>
                </a:xfrm>
                <a:prstGeom prst="straightConnector1">
                  <a:avLst/>
                </a:prstGeom>
                <a:ln w="25400" cmpd="sng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直接箭头连接符 33">
                  <a:extLst>
                    <a:ext uri="{FF2B5EF4-FFF2-40B4-BE49-F238E27FC236}">
                      <a16:creationId xmlns:a16="http://schemas.microsoft.com/office/drawing/2014/main" id="{47EB00B6-F4D7-2688-674D-5D0F01A0C326}"/>
                    </a:ext>
                  </a:extLst>
                </p:cNvPr>
                <p:cNvCxnSpPr>
                  <a:cxnSpLocks/>
                  <a:endCxn id="12" idx="3"/>
                </p:cNvCxnSpPr>
                <p:nvPr/>
              </p:nvCxnSpPr>
              <p:spPr>
                <a:xfrm rot="10800000" flipV="1">
                  <a:off x="6903245" y="1781102"/>
                  <a:ext cx="4477369" cy="3057529"/>
                </a:xfrm>
                <a:prstGeom prst="bentConnector3">
                  <a:avLst>
                    <a:gd name="adj1" fmla="val -738"/>
                  </a:avLst>
                </a:prstGeom>
                <a:ln w="25400" cmpd="sng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直接箭头连接符 33">
                  <a:extLst>
                    <a:ext uri="{FF2B5EF4-FFF2-40B4-BE49-F238E27FC236}">
                      <a16:creationId xmlns:a16="http://schemas.microsoft.com/office/drawing/2014/main" id="{0F472C59-05F4-9123-E916-4247FF4B9BFE}"/>
                    </a:ext>
                  </a:extLst>
                </p:cNvPr>
                <p:cNvCxnSpPr>
                  <a:cxnSpLocks/>
                  <a:stCxn id="11" idx="1"/>
                </p:cNvCxnSpPr>
                <p:nvPr/>
              </p:nvCxnSpPr>
              <p:spPr>
                <a:xfrm rot="10800000">
                  <a:off x="2644072" y="2207420"/>
                  <a:ext cx="340244" cy="1031013"/>
                </a:xfrm>
                <a:prstGeom prst="bentConnector2">
                  <a:avLst/>
                </a:prstGeom>
                <a:ln w="25400" cmpd="sng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直接箭头连接符 33">
                  <a:extLst>
                    <a:ext uri="{FF2B5EF4-FFF2-40B4-BE49-F238E27FC236}">
                      <a16:creationId xmlns:a16="http://schemas.microsoft.com/office/drawing/2014/main" id="{2DB8C6B5-F721-C55D-986E-86D226428130}"/>
                    </a:ext>
                  </a:extLst>
                </p:cNvPr>
                <p:cNvCxnSpPr>
                  <a:cxnSpLocks/>
                  <a:stCxn id="12" idx="1"/>
                </p:cNvCxnSpPr>
                <p:nvPr/>
              </p:nvCxnSpPr>
              <p:spPr>
                <a:xfrm rot="10800000">
                  <a:off x="1885949" y="2207418"/>
                  <a:ext cx="3402806" cy="2631214"/>
                </a:xfrm>
                <a:prstGeom prst="bentConnector3">
                  <a:avLst>
                    <a:gd name="adj1" fmla="val 99545"/>
                  </a:avLst>
                </a:prstGeom>
                <a:ln w="25400" cmpd="sng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直接箭头连接符 33">
                  <a:extLst>
                    <a:ext uri="{FF2B5EF4-FFF2-40B4-BE49-F238E27FC236}">
                      <a16:creationId xmlns:a16="http://schemas.microsoft.com/office/drawing/2014/main" id="{10D27EFE-61C4-EBE6-210B-2BEE0C6CE996}"/>
                    </a:ext>
                  </a:extLst>
                </p:cNvPr>
                <p:cNvCxnSpPr>
                  <a:cxnSpLocks/>
                  <a:endCxn id="11" idx="3"/>
                </p:cNvCxnSpPr>
                <p:nvPr/>
              </p:nvCxnSpPr>
              <p:spPr>
                <a:xfrm rot="10800000" flipV="1">
                  <a:off x="4598805" y="1781098"/>
                  <a:ext cx="1705860" cy="1457333"/>
                </a:xfrm>
                <a:prstGeom prst="bentConnector3">
                  <a:avLst>
                    <a:gd name="adj1" fmla="val 584"/>
                  </a:avLst>
                </a:prstGeom>
                <a:ln w="25400" cmpd="sng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331616B2-B240-ADED-C783-D78A65BC3F6D}"/>
                  </a:ext>
                </a:extLst>
              </p:cNvPr>
              <p:cNvSpPr txBox="1"/>
              <p:nvPr/>
            </p:nvSpPr>
            <p:spPr>
              <a:xfrm>
                <a:off x="271459" y="1354795"/>
                <a:ext cx="16144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/>
                  <a:t>指令转角</a:t>
                </a:r>
              </a:p>
            </p:txBody>
          </p:sp>
        </p:grp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3D69BEA9-2520-83DE-267C-5A73F56B3AF5}"/>
                </a:ext>
              </a:extLst>
            </p:cNvPr>
            <p:cNvSpPr txBox="1"/>
            <p:nvPr/>
          </p:nvSpPr>
          <p:spPr>
            <a:xfrm>
              <a:off x="10920413" y="1379710"/>
              <a:ext cx="16144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输出转角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58887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图示 3">
            <a:extLst>
              <a:ext uri="{FF2B5EF4-FFF2-40B4-BE49-F238E27FC236}">
                <a16:creationId xmlns:a16="http://schemas.microsoft.com/office/drawing/2014/main" id="{0FE5B36C-4CA7-212A-735C-35CCAABB18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8801416"/>
              </p:ext>
            </p:extLst>
          </p:nvPr>
        </p:nvGraphicFramePr>
        <p:xfrm>
          <a:off x="2514598" y="1232285"/>
          <a:ext cx="6954984" cy="31318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00548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组合 66">
            <a:extLst>
              <a:ext uri="{FF2B5EF4-FFF2-40B4-BE49-F238E27FC236}">
                <a16:creationId xmlns:a16="http://schemas.microsoft.com/office/drawing/2014/main" id="{CEC90EE7-9E9D-53F1-4C06-F33D5047CB1C}"/>
              </a:ext>
            </a:extLst>
          </p:cNvPr>
          <p:cNvGrpSpPr/>
          <p:nvPr/>
        </p:nvGrpSpPr>
        <p:grpSpPr>
          <a:xfrm>
            <a:off x="1372317" y="413063"/>
            <a:ext cx="2782757" cy="5642915"/>
            <a:chOff x="1372317" y="413063"/>
            <a:chExt cx="2782757" cy="5642915"/>
          </a:xfrm>
        </p:grpSpPr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5DEC2E3E-2F10-B188-625D-025224EE8148}"/>
                </a:ext>
              </a:extLst>
            </p:cNvPr>
            <p:cNvSpPr/>
            <p:nvPr/>
          </p:nvSpPr>
          <p:spPr>
            <a:xfrm>
              <a:off x="2301239" y="413063"/>
              <a:ext cx="938349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启动程序</a:t>
              </a: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BD4073D6-707B-0971-1EA4-784E1BF3B513}"/>
                </a:ext>
              </a:extLst>
            </p:cNvPr>
            <p:cNvCxnSpPr>
              <a:cxnSpLocks/>
              <a:stCxn id="2" idx="2"/>
              <a:endCxn id="8" idx="0"/>
            </p:cNvCxnSpPr>
            <p:nvPr/>
          </p:nvCxnSpPr>
          <p:spPr>
            <a:xfrm>
              <a:off x="2770414" y="842554"/>
              <a:ext cx="0" cy="29886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DF25973F-AD4B-736D-C666-3408E5B460C7}"/>
                </a:ext>
              </a:extLst>
            </p:cNvPr>
            <p:cNvSpPr/>
            <p:nvPr/>
          </p:nvSpPr>
          <p:spPr>
            <a:xfrm>
              <a:off x="2301239" y="1141416"/>
              <a:ext cx="938349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参数初始化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ADD622BE-D5CC-69C4-6945-0788890F40A7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>
              <a:off x="2770414" y="1570907"/>
              <a:ext cx="0" cy="29886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E39888C9-1FC4-5770-2A44-B4DF9852D4DA}"/>
                </a:ext>
              </a:extLst>
            </p:cNvPr>
            <p:cNvSpPr/>
            <p:nvPr/>
          </p:nvSpPr>
          <p:spPr>
            <a:xfrm>
              <a:off x="2301239" y="1869769"/>
              <a:ext cx="938349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更新输入量</a:t>
              </a:r>
            </a:p>
          </p:txBody>
        </p: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8A0B6DDD-045B-BF66-F101-44E758CCB3CD}"/>
                </a:ext>
              </a:extLst>
            </p:cNvPr>
            <p:cNvCxnSpPr>
              <a:cxnSpLocks/>
              <a:stCxn id="13" idx="2"/>
              <a:endCxn id="21" idx="0"/>
            </p:cNvCxnSpPr>
            <p:nvPr/>
          </p:nvCxnSpPr>
          <p:spPr>
            <a:xfrm flipH="1">
              <a:off x="2770413" y="2299260"/>
              <a:ext cx="1" cy="40039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CF72C0DE-4E25-4D0E-CDC3-A4D1F082FFA6}"/>
                </a:ext>
              </a:extLst>
            </p:cNvPr>
            <p:cNvSpPr/>
            <p:nvPr/>
          </p:nvSpPr>
          <p:spPr>
            <a:xfrm>
              <a:off x="2170609" y="2699657"/>
              <a:ext cx="1199607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运行</a:t>
              </a:r>
              <a:r>
                <a:rPr lang="en-US" altLang="zh-CN" sz="1000" dirty="0">
                  <a:solidFill>
                    <a:schemeClr val="tx1"/>
                  </a:solidFill>
                </a:rPr>
                <a:t>Simulink</a:t>
              </a:r>
              <a:r>
                <a:rPr lang="zh-CN" altLang="en-US" sz="1000" dirty="0">
                  <a:solidFill>
                    <a:schemeClr val="tx1"/>
                  </a:solidFill>
                </a:rPr>
                <a:t>模型</a:t>
              </a:r>
            </a:p>
          </p:txBody>
        </p: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9616F918-0253-B5A7-2E90-190FC2D37C29}"/>
                </a:ext>
              </a:extLst>
            </p:cNvPr>
            <p:cNvCxnSpPr>
              <a:cxnSpLocks/>
              <a:stCxn id="21" idx="2"/>
              <a:endCxn id="34" idx="0"/>
            </p:cNvCxnSpPr>
            <p:nvPr/>
          </p:nvCxnSpPr>
          <p:spPr>
            <a:xfrm flipH="1">
              <a:off x="2770412" y="3129148"/>
              <a:ext cx="1" cy="38297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9242240E-38B4-6DC1-92BE-FCEFEF215779}"/>
                </a:ext>
              </a:extLst>
            </p:cNvPr>
            <p:cNvSpPr/>
            <p:nvPr/>
          </p:nvSpPr>
          <p:spPr>
            <a:xfrm>
              <a:off x="2170608" y="3512126"/>
              <a:ext cx="1199607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提取运行数据的时域指标</a:t>
              </a:r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76831631-BA97-B5AD-5A67-33FF26001410}"/>
                </a:ext>
              </a:extLst>
            </p:cNvPr>
            <p:cNvCxnSpPr>
              <a:cxnSpLocks/>
              <a:stCxn id="34" idx="2"/>
              <a:endCxn id="42" idx="0"/>
            </p:cNvCxnSpPr>
            <p:nvPr/>
          </p:nvCxnSpPr>
          <p:spPr>
            <a:xfrm>
              <a:off x="2770412" y="3941617"/>
              <a:ext cx="2" cy="38297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DE13BA2B-EE09-D612-0136-81AD8F70F7F7}"/>
                </a:ext>
              </a:extLst>
            </p:cNvPr>
            <p:cNvSpPr/>
            <p:nvPr/>
          </p:nvSpPr>
          <p:spPr>
            <a:xfrm>
              <a:off x="2301239" y="4324596"/>
              <a:ext cx="938349" cy="44691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保存到</a:t>
              </a:r>
              <a:r>
                <a:rPr lang="en-US" altLang="zh-CN" sz="1000" dirty="0">
                  <a:solidFill>
                    <a:schemeClr val="tx1"/>
                  </a:solidFill>
                </a:rPr>
                <a:t>Excel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83403791-3D51-8948-B39B-30B4E0429B32}"/>
                </a:ext>
              </a:extLst>
            </p:cNvPr>
            <p:cNvCxnSpPr>
              <a:cxnSpLocks/>
              <a:stCxn id="42" idx="2"/>
              <a:endCxn id="45" idx="0"/>
            </p:cNvCxnSpPr>
            <p:nvPr/>
          </p:nvCxnSpPr>
          <p:spPr>
            <a:xfrm flipH="1">
              <a:off x="2770411" y="4771506"/>
              <a:ext cx="3" cy="33824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流程图: 决策 44">
              <a:extLst>
                <a:ext uri="{FF2B5EF4-FFF2-40B4-BE49-F238E27FC236}">
                  <a16:creationId xmlns:a16="http://schemas.microsoft.com/office/drawing/2014/main" id="{9F1F2BDD-2E19-D2E9-AD9E-45BB9694F1EE}"/>
                </a:ext>
              </a:extLst>
            </p:cNvPr>
            <p:cNvSpPr/>
            <p:nvPr/>
          </p:nvSpPr>
          <p:spPr>
            <a:xfrm>
              <a:off x="1742799" y="5109754"/>
              <a:ext cx="2055223" cy="703610"/>
            </a:xfrm>
            <a:prstGeom prst="flowChartDecisio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输入量读取完毕</a:t>
              </a:r>
            </a:p>
          </p:txBody>
        </p: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3063C3A4-2EBF-A483-C5AA-76EE348F3DAB}"/>
                </a:ext>
              </a:extLst>
            </p:cNvPr>
            <p:cNvCxnSpPr>
              <a:cxnSpLocks/>
              <a:stCxn id="45" idx="3"/>
            </p:cNvCxnSpPr>
            <p:nvPr/>
          </p:nvCxnSpPr>
          <p:spPr>
            <a:xfrm flipH="1" flipV="1">
              <a:off x="2770410" y="1720338"/>
              <a:ext cx="1027612" cy="3741221"/>
            </a:xfrm>
            <a:prstGeom prst="bentConnector4">
              <a:avLst>
                <a:gd name="adj1" fmla="val -35805"/>
                <a:gd name="adj2" fmla="val 100093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AC42FFA8-DF6A-5AD9-B48B-A8954AD9A837}"/>
                </a:ext>
              </a:extLst>
            </p:cNvPr>
            <p:cNvSpPr txBox="1"/>
            <p:nvPr/>
          </p:nvSpPr>
          <p:spPr>
            <a:xfrm>
              <a:off x="3798022" y="5221963"/>
              <a:ext cx="3570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/>
                <a:t>否</a:t>
              </a:r>
            </a:p>
          </p:txBody>
        </p: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A15523C8-4B35-B1E3-136B-51F6A2ED5BFE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rot="5400000" flipH="1">
              <a:off x="345965" y="3388919"/>
              <a:ext cx="4848891" cy="12700"/>
            </a:xfrm>
            <a:prstGeom prst="bentConnector5">
              <a:avLst>
                <a:gd name="adj1" fmla="val -4714"/>
                <a:gd name="adj2" fmla="val 11297118"/>
                <a:gd name="adj3" fmla="val 10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ACA8A96C-002E-F855-0998-E1BAB23CB193}"/>
                </a:ext>
              </a:extLst>
            </p:cNvPr>
            <p:cNvSpPr txBox="1"/>
            <p:nvPr/>
          </p:nvSpPr>
          <p:spPr>
            <a:xfrm>
              <a:off x="2413358" y="5778979"/>
              <a:ext cx="3570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/>
                <a:t>是</a:t>
              </a:r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5704529F-8205-E808-830B-94A7B0CB52A6}"/>
                </a:ext>
              </a:extLst>
            </p:cNvPr>
            <p:cNvSpPr txBox="1"/>
            <p:nvPr/>
          </p:nvSpPr>
          <p:spPr>
            <a:xfrm>
              <a:off x="1372317" y="727950"/>
              <a:ext cx="8899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/>
                <a:t>更新参数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2276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组合 28">
            <a:extLst>
              <a:ext uri="{FF2B5EF4-FFF2-40B4-BE49-F238E27FC236}">
                <a16:creationId xmlns:a16="http://schemas.microsoft.com/office/drawing/2014/main" id="{AB7C6040-A7D2-8C1C-0448-7C59FF8E6533}"/>
              </a:ext>
            </a:extLst>
          </p:cNvPr>
          <p:cNvGrpSpPr/>
          <p:nvPr/>
        </p:nvGrpSpPr>
        <p:grpSpPr>
          <a:xfrm>
            <a:off x="2299530" y="1873806"/>
            <a:ext cx="4723970" cy="3006723"/>
            <a:chOff x="2299530" y="1873806"/>
            <a:chExt cx="4723970" cy="3006723"/>
          </a:xfrm>
        </p:grpSpPr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D17F925C-7FC6-9060-A471-97A31C890C59}"/>
                </a:ext>
              </a:extLst>
            </p:cNvPr>
            <p:cNvSpPr/>
            <p:nvPr/>
          </p:nvSpPr>
          <p:spPr>
            <a:xfrm>
              <a:off x="2396364" y="2469154"/>
              <a:ext cx="844452" cy="365789"/>
            </a:xfrm>
            <a:custGeom>
              <a:avLst/>
              <a:gdLst>
                <a:gd name="connsiteX0" fmla="*/ -237 w 612455"/>
                <a:gd name="connsiteY0" fmla="*/ 46382 h 278408"/>
                <a:gd name="connsiteX1" fmla="*/ 46161 w 612455"/>
                <a:gd name="connsiteY1" fmla="*/ -19 h 278408"/>
                <a:gd name="connsiteX2" fmla="*/ 565820 w 612455"/>
                <a:gd name="connsiteY2" fmla="*/ -19 h 278408"/>
                <a:gd name="connsiteX3" fmla="*/ 612219 w 612455"/>
                <a:gd name="connsiteY3" fmla="*/ 46382 h 278408"/>
                <a:gd name="connsiteX4" fmla="*/ 612219 w 612455"/>
                <a:gd name="connsiteY4" fmla="*/ 231988 h 278408"/>
                <a:gd name="connsiteX5" fmla="*/ 565820 w 612455"/>
                <a:gd name="connsiteY5" fmla="*/ 278390 h 278408"/>
                <a:gd name="connsiteX6" fmla="*/ 46161 w 612455"/>
                <a:gd name="connsiteY6" fmla="*/ 278390 h 278408"/>
                <a:gd name="connsiteX7" fmla="*/ -237 w 612455"/>
                <a:gd name="connsiteY7" fmla="*/ 231988 h 278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2455" h="278408">
                  <a:moveTo>
                    <a:pt x="-237" y="46382"/>
                  </a:moveTo>
                  <a:cubicBezTo>
                    <a:pt x="-237" y="20756"/>
                    <a:pt x="20537" y="-19"/>
                    <a:pt x="46161" y="-19"/>
                  </a:cubicBezTo>
                  <a:lnTo>
                    <a:pt x="565820" y="-19"/>
                  </a:lnTo>
                  <a:cubicBezTo>
                    <a:pt x="591445" y="-19"/>
                    <a:pt x="612219" y="20756"/>
                    <a:pt x="612219" y="46382"/>
                  </a:cubicBezTo>
                  <a:lnTo>
                    <a:pt x="612219" y="231988"/>
                  </a:lnTo>
                  <a:cubicBezTo>
                    <a:pt x="612219" y="257614"/>
                    <a:pt x="591445" y="278390"/>
                    <a:pt x="565820" y="278390"/>
                  </a:cubicBezTo>
                  <a:lnTo>
                    <a:pt x="46161" y="278390"/>
                  </a:lnTo>
                  <a:cubicBezTo>
                    <a:pt x="20537" y="278390"/>
                    <a:pt x="-237" y="257614"/>
                    <a:pt x="-237" y="231988"/>
                  </a:cubicBezTo>
                  <a:close/>
                </a:path>
              </a:pathLst>
            </a:custGeom>
            <a:noFill/>
            <a:ln w="12365" cap="flat">
              <a:solidFill>
                <a:srgbClr val="172C5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1762A9E7-6938-0C14-B25C-1EB3D6488D13}"/>
                </a:ext>
              </a:extLst>
            </p:cNvPr>
            <p:cNvSpPr txBox="1"/>
            <p:nvPr/>
          </p:nvSpPr>
          <p:spPr>
            <a:xfrm>
              <a:off x="2407353" y="2539142"/>
              <a:ext cx="806593" cy="2339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75" spc="0" baseline="0" dirty="0">
                  <a:ln/>
                  <a:solidFill>
                    <a:srgbClr val="000000"/>
                  </a:solidFill>
                  <a:latin typeface="等线"/>
                  <a:ea typeface="等线"/>
                  <a:sym typeface="等线"/>
                  <a:rtl val="0"/>
                </a:rPr>
                <a:t>数据预处理</a:t>
              </a: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9CA03491-1F3D-403C-4EA7-1657D10D4D61}"/>
                </a:ext>
              </a:extLst>
            </p:cNvPr>
            <p:cNvSpPr/>
            <p:nvPr/>
          </p:nvSpPr>
          <p:spPr>
            <a:xfrm>
              <a:off x="2362245" y="3656481"/>
              <a:ext cx="844452" cy="365789"/>
            </a:xfrm>
            <a:custGeom>
              <a:avLst/>
              <a:gdLst>
                <a:gd name="connsiteX0" fmla="*/ -237 w 612455"/>
                <a:gd name="connsiteY0" fmla="*/ 46382 h 278408"/>
                <a:gd name="connsiteX1" fmla="*/ 46161 w 612455"/>
                <a:gd name="connsiteY1" fmla="*/ -19 h 278408"/>
                <a:gd name="connsiteX2" fmla="*/ 565820 w 612455"/>
                <a:gd name="connsiteY2" fmla="*/ -19 h 278408"/>
                <a:gd name="connsiteX3" fmla="*/ 612219 w 612455"/>
                <a:gd name="connsiteY3" fmla="*/ 46382 h 278408"/>
                <a:gd name="connsiteX4" fmla="*/ 612219 w 612455"/>
                <a:gd name="connsiteY4" fmla="*/ 231988 h 278408"/>
                <a:gd name="connsiteX5" fmla="*/ 565820 w 612455"/>
                <a:gd name="connsiteY5" fmla="*/ 278390 h 278408"/>
                <a:gd name="connsiteX6" fmla="*/ 46161 w 612455"/>
                <a:gd name="connsiteY6" fmla="*/ 278390 h 278408"/>
                <a:gd name="connsiteX7" fmla="*/ -237 w 612455"/>
                <a:gd name="connsiteY7" fmla="*/ 231988 h 278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2455" h="278408">
                  <a:moveTo>
                    <a:pt x="-237" y="46382"/>
                  </a:moveTo>
                  <a:cubicBezTo>
                    <a:pt x="-237" y="20756"/>
                    <a:pt x="20537" y="-19"/>
                    <a:pt x="46161" y="-19"/>
                  </a:cubicBezTo>
                  <a:lnTo>
                    <a:pt x="565820" y="-19"/>
                  </a:lnTo>
                  <a:cubicBezTo>
                    <a:pt x="591445" y="-19"/>
                    <a:pt x="612219" y="20756"/>
                    <a:pt x="612219" y="46382"/>
                  </a:cubicBezTo>
                  <a:lnTo>
                    <a:pt x="612219" y="231988"/>
                  </a:lnTo>
                  <a:cubicBezTo>
                    <a:pt x="612219" y="257614"/>
                    <a:pt x="591445" y="278390"/>
                    <a:pt x="565820" y="278390"/>
                  </a:cubicBezTo>
                  <a:lnTo>
                    <a:pt x="46161" y="278390"/>
                  </a:lnTo>
                  <a:cubicBezTo>
                    <a:pt x="20537" y="278390"/>
                    <a:pt x="-237" y="257614"/>
                    <a:pt x="-237" y="231988"/>
                  </a:cubicBezTo>
                  <a:close/>
                </a:path>
              </a:pathLst>
            </a:custGeom>
            <a:noFill/>
            <a:ln w="12365" cap="flat">
              <a:solidFill>
                <a:srgbClr val="172C5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7CE58B6-A977-5E56-F305-A0D6FA8B2316}"/>
                </a:ext>
              </a:extLst>
            </p:cNvPr>
            <p:cNvSpPr txBox="1"/>
            <p:nvPr/>
          </p:nvSpPr>
          <p:spPr>
            <a:xfrm>
              <a:off x="2373234" y="3726471"/>
              <a:ext cx="806593" cy="2339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75" spc="0" baseline="0">
                  <a:ln/>
                  <a:solidFill>
                    <a:srgbClr val="000000"/>
                  </a:solidFill>
                  <a:latin typeface="等线"/>
                  <a:ea typeface="等线"/>
                  <a:sym typeface="等线"/>
                  <a:rtl val="0"/>
                </a:rPr>
                <a:t>相关性分析</a:t>
              </a: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5A3F2D96-98E8-0478-074A-9CECC77E675B}"/>
                </a:ext>
              </a:extLst>
            </p:cNvPr>
            <p:cNvSpPr/>
            <p:nvPr/>
          </p:nvSpPr>
          <p:spPr>
            <a:xfrm rot="10800000" flipV="1">
              <a:off x="2750352" y="4026334"/>
              <a:ext cx="68238" cy="341700"/>
            </a:xfrm>
            <a:custGeom>
              <a:avLst/>
              <a:gdLst>
                <a:gd name="connsiteX0" fmla="*/ 28930 w 49491"/>
                <a:gd name="connsiteY0" fmla="*/ 287 h 260073"/>
                <a:gd name="connsiteX1" fmla="*/ 28930 w 49491"/>
                <a:gd name="connsiteY1" fmla="*/ 219114 h 260073"/>
                <a:gd name="connsiteX2" fmla="*/ 20682 w 49491"/>
                <a:gd name="connsiteY2" fmla="*/ 219114 h 260073"/>
                <a:gd name="connsiteX3" fmla="*/ 20681 w 49491"/>
                <a:gd name="connsiteY3" fmla="*/ 287 h 260073"/>
                <a:gd name="connsiteX4" fmla="*/ 49552 w 49491"/>
                <a:gd name="connsiteY4" fmla="*/ 210865 h 260073"/>
                <a:gd name="connsiteX5" fmla="*/ 24806 w 49491"/>
                <a:gd name="connsiteY5" fmla="*/ 260360 h 260073"/>
                <a:gd name="connsiteX6" fmla="*/ 60 w 49491"/>
                <a:gd name="connsiteY6" fmla="*/ 210865 h 2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491" h="260073">
                  <a:moveTo>
                    <a:pt x="28930" y="287"/>
                  </a:moveTo>
                  <a:lnTo>
                    <a:pt x="28930" y="219114"/>
                  </a:lnTo>
                  <a:lnTo>
                    <a:pt x="20682" y="219114"/>
                  </a:lnTo>
                  <a:lnTo>
                    <a:pt x="20681" y="287"/>
                  </a:lnTo>
                  <a:close/>
                  <a:moveTo>
                    <a:pt x="49552" y="210865"/>
                  </a:moveTo>
                  <a:lnTo>
                    <a:pt x="24806" y="260360"/>
                  </a:lnTo>
                  <a:lnTo>
                    <a:pt x="60" y="210865"/>
                  </a:lnTo>
                  <a:close/>
                </a:path>
              </a:pathLst>
            </a:custGeom>
            <a:solidFill>
              <a:srgbClr val="000000"/>
            </a:solidFill>
            <a:ln w="61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497DD9DC-97F8-3F1A-16BC-BEDC930C5177}"/>
                </a:ext>
              </a:extLst>
            </p:cNvPr>
            <p:cNvSpPr/>
            <p:nvPr/>
          </p:nvSpPr>
          <p:spPr>
            <a:xfrm>
              <a:off x="2320191" y="4363673"/>
              <a:ext cx="921223" cy="382046"/>
            </a:xfrm>
            <a:custGeom>
              <a:avLst/>
              <a:gdLst>
                <a:gd name="connsiteX0" fmla="*/ -237 w 668133"/>
                <a:gd name="connsiteY0" fmla="*/ 48443 h 290782"/>
                <a:gd name="connsiteX1" fmla="*/ 48221 w 668133"/>
                <a:gd name="connsiteY1" fmla="*/ -19 h 290782"/>
                <a:gd name="connsiteX2" fmla="*/ 619438 w 668133"/>
                <a:gd name="connsiteY2" fmla="*/ -19 h 290782"/>
                <a:gd name="connsiteX3" fmla="*/ 667896 w 668133"/>
                <a:gd name="connsiteY3" fmla="*/ 48443 h 290782"/>
                <a:gd name="connsiteX4" fmla="*/ 667896 w 668133"/>
                <a:gd name="connsiteY4" fmla="*/ 242302 h 290782"/>
                <a:gd name="connsiteX5" fmla="*/ 619438 w 668133"/>
                <a:gd name="connsiteY5" fmla="*/ 290763 h 290782"/>
                <a:gd name="connsiteX6" fmla="*/ 48221 w 668133"/>
                <a:gd name="connsiteY6" fmla="*/ 290763 h 290782"/>
                <a:gd name="connsiteX7" fmla="*/ -237 w 668133"/>
                <a:gd name="connsiteY7" fmla="*/ 242302 h 290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68133" h="290782">
                  <a:moveTo>
                    <a:pt x="-237" y="48443"/>
                  </a:moveTo>
                  <a:cubicBezTo>
                    <a:pt x="-237" y="21678"/>
                    <a:pt x="21459" y="-19"/>
                    <a:pt x="48221" y="-19"/>
                  </a:cubicBezTo>
                  <a:lnTo>
                    <a:pt x="619438" y="-19"/>
                  </a:lnTo>
                  <a:cubicBezTo>
                    <a:pt x="646201" y="-19"/>
                    <a:pt x="667896" y="21678"/>
                    <a:pt x="667896" y="48443"/>
                  </a:cubicBezTo>
                  <a:lnTo>
                    <a:pt x="667896" y="242302"/>
                  </a:lnTo>
                  <a:cubicBezTo>
                    <a:pt x="667896" y="269066"/>
                    <a:pt x="646201" y="290763"/>
                    <a:pt x="619438" y="290763"/>
                  </a:cubicBezTo>
                  <a:lnTo>
                    <a:pt x="48221" y="290763"/>
                  </a:lnTo>
                  <a:cubicBezTo>
                    <a:pt x="21459" y="290763"/>
                    <a:pt x="-237" y="269066"/>
                    <a:pt x="-237" y="242302"/>
                  </a:cubicBezTo>
                  <a:close/>
                </a:path>
              </a:pathLst>
            </a:custGeom>
            <a:noFill/>
            <a:ln w="12365" cap="flat">
              <a:solidFill>
                <a:srgbClr val="172C5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CFC1E07C-4476-94BB-90F7-FE858D4F1A91}"/>
                </a:ext>
              </a:extLst>
            </p:cNvPr>
            <p:cNvSpPr txBox="1"/>
            <p:nvPr/>
          </p:nvSpPr>
          <p:spPr>
            <a:xfrm>
              <a:off x="2311282" y="4441791"/>
              <a:ext cx="917481" cy="2339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sz="975" spc="0" baseline="0" dirty="0">
                  <a:ln/>
                  <a:solidFill>
                    <a:srgbClr val="000000"/>
                  </a:solidFill>
                  <a:latin typeface="等线"/>
                  <a:ea typeface="等线"/>
                  <a:sym typeface="等线"/>
                  <a:rtl val="0"/>
                </a:rPr>
                <a:t>多元线性拟合</a:t>
              </a:r>
            </a:p>
          </p:txBody>
        </p:sp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BB713A95-237C-46DE-A611-253EBB01977E}"/>
                </a:ext>
              </a:extLst>
            </p:cNvPr>
            <p:cNvCxnSpPr>
              <a:cxnSpLocks/>
              <a:stCxn id="45" idx="3"/>
              <a:endCxn id="129" idx="1"/>
            </p:cNvCxnSpPr>
            <p:nvPr/>
          </p:nvCxnSpPr>
          <p:spPr>
            <a:xfrm flipV="1">
              <a:off x="3228763" y="3839375"/>
              <a:ext cx="1047308" cy="719386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9" name="矩形: 圆角 128">
              <a:extLst>
                <a:ext uri="{FF2B5EF4-FFF2-40B4-BE49-F238E27FC236}">
                  <a16:creationId xmlns:a16="http://schemas.microsoft.com/office/drawing/2014/main" id="{924413D1-8B76-1E8B-F18C-8C814C928A8C}"/>
                </a:ext>
              </a:extLst>
            </p:cNvPr>
            <p:cNvSpPr/>
            <p:nvPr/>
          </p:nvSpPr>
          <p:spPr>
            <a:xfrm>
              <a:off x="4276071" y="3627906"/>
              <a:ext cx="950261" cy="42293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退化偏差</a:t>
              </a:r>
            </a:p>
          </p:txBody>
        </p:sp>
        <p:cxnSp>
          <p:nvCxnSpPr>
            <p:cNvPr id="132" name="直接箭头连接符 127">
              <a:extLst>
                <a:ext uri="{FF2B5EF4-FFF2-40B4-BE49-F238E27FC236}">
                  <a16:creationId xmlns:a16="http://schemas.microsoft.com/office/drawing/2014/main" id="{CECC2989-BD72-32E8-0BCB-0858972FEDA6}"/>
                </a:ext>
              </a:extLst>
            </p:cNvPr>
            <p:cNvCxnSpPr>
              <a:cxnSpLocks/>
              <a:stCxn id="45" idx="3"/>
              <a:endCxn id="135" idx="1"/>
            </p:cNvCxnSpPr>
            <p:nvPr/>
          </p:nvCxnSpPr>
          <p:spPr>
            <a:xfrm flipV="1">
              <a:off x="3228763" y="4546942"/>
              <a:ext cx="954630" cy="11819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5" name="矩形: 圆角 134">
              <a:extLst>
                <a:ext uri="{FF2B5EF4-FFF2-40B4-BE49-F238E27FC236}">
                  <a16:creationId xmlns:a16="http://schemas.microsoft.com/office/drawing/2014/main" id="{AB33024C-BB6D-B83C-C111-0EBD95EDC08E}"/>
                </a:ext>
              </a:extLst>
            </p:cNvPr>
            <p:cNvSpPr/>
            <p:nvPr/>
          </p:nvSpPr>
          <p:spPr>
            <a:xfrm>
              <a:off x="4183393" y="4335473"/>
              <a:ext cx="1037367" cy="42293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性能基线库</a:t>
              </a:r>
            </a:p>
          </p:txBody>
        </p:sp>
        <p:cxnSp>
          <p:nvCxnSpPr>
            <p:cNvPr id="141" name="直接箭头连接符 127">
              <a:extLst>
                <a:ext uri="{FF2B5EF4-FFF2-40B4-BE49-F238E27FC236}">
                  <a16:creationId xmlns:a16="http://schemas.microsoft.com/office/drawing/2014/main" id="{6D9CEC24-DAE1-4B95-51BB-3624F7EC371F}"/>
                </a:ext>
              </a:extLst>
            </p:cNvPr>
            <p:cNvCxnSpPr>
              <a:cxnSpLocks/>
              <a:stCxn id="129" idx="3"/>
              <a:endCxn id="144" idx="1"/>
            </p:cNvCxnSpPr>
            <p:nvPr/>
          </p:nvCxnSpPr>
          <p:spPr>
            <a:xfrm>
              <a:off x="5226332" y="3839375"/>
              <a:ext cx="541185" cy="293400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4" name="矩形: 圆角 143">
              <a:extLst>
                <a:ext uri="{FF2B5EF4-FFF2-40B4-BE49-F238E27FC236}">
                  <a16:creationId xmlns:a16="http://schemas.microsoft.com/office/drawing/2014/main" id="{81397347-D066-895A-4C05-C80AACC45E2F}"/>
                </a:ext>
              </a:extLst>
            </p:cNvPr>
            <p:cNvSpPr/>
            <p:nvPr/>
          </p:nvSpPr>
          <p:spPr>
            <a:xfrm>
              <a:off x="5767517" y="3921306"/>
              <a:ext cx="1255983" cy="42293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性能基线模型</a:t>
              </a:r>
            </a:p>
          </p:txBody>
        </p:sp>
        <p:cxnSp>
          <p:nvCxnSpPr>
            <p:cNvPr id="147" name="直接箭头连接符 127">
              <a:extLst>
                <a:ext uri="{FF2B5EF4-FFF2-40B4-BE49-F238E27FC236}">
                  <a16:creationId xmlns:a16="http://schemas.microsoft.com/office/drawing/2014/main" id="{327F492C-C153-A7D9-A49A-7843616B2D27}"/>
                </a:ext>
              </a:extLst>
            </p:cNvPr>
            <p:cNvCxnSpPr>
              <a:cxnSpLocks/>
              <a:stCxn id="135" idx="3"/>
              <a:endCxn id="144" idx="1"/>
            </p:cNvCxnSpPr>
            <p:nvPr/>
          </p:nvCxnSpPr>
          <p:spPr>
            <a:xfrm flipV="1">
              <a:off x="5220760" y="4132775"/>
              <a:ext cx="546757" cy="414167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文本框 151">
              <a:extLst>
                <a:ext uri="{FF2B5EF4-FFF2-40B4-BE49-F238E27FC236}">
                  <a16:creationId xmlns:a16="http://schemas.microsoft.com/office/drawing/2014/main" id="{B53128A6-23A6-DDE4-9373-53FB0AEBAABA}"/>
                </a:ext>
              </a:extLst>
            </p:cNvPr>
            <p:cNvSpPr txBox="1"/>
            <p:nvPr/>
          </p:nvSpPr>
          <p:spPr>
            <a:xfrm>
              <a:off x="3282036" y="3544993"/>
              <a:ext cx="21639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/>
                <a:t>有退化因素</a:t>
              </a:r>
            </a:p>
          </p:txBody>
        </p:sp>
        <p:sp>
          <p:nvSpPr>
            <p:cNvPr id="159" name="文本框 158">
              <a:extLst>
                <a:ext uri="{FF2B5EF4-FFF2-40B4-BE49-F238E27FC236}">
                  <a16:creationId xmlns:a16="http://schemas.microsoft.com/office/drawing/2014/main" id="{AF4FF16C-BC2F-DBDF-561D-6DFA78716BAC}"/>
                </a:ext>
              </a:extLst>
            </p:cNvPr>
            <p:cNvSpPr txBox="1"/>
            <p:nvPr/>
          </p:nvSpPr>
          <p:spPr>
            <a:xfrm>
              <a:off x="3282036" y="4603530"/>
              <a:ext cx="216395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/>
                <a:t>无退化因素</a:t>
              </a:r>
            </a:p>
          </p:txBody>
        </p:sp>
        <p:cxnSp>
          <p:nvCxnSpPr>
            <p:cNvPr id="162" name="直接箭头连接符 127">
              <a:extLst>
                <a:ext uri="{FF2B5EF4-FFF2-40B4-BE49-F238E27FC236}">
                  <a16:creationId xmlns:a16="http://schemas.microsoft.com/office/drawing/2014/main" id="{99C6A4E1-895F-6D90-D521-C2B04CDBFB27}"/>
                </a:ext>
              </a:extLst>
            </p:cNvPr>
            <p:cNvCxnSpPr>
              <a:cxnSpLocks/>
              <a:stCxn id="167" idx="2"/>
              <a:endCxn id="13" idx="0"/>
            </p:cNvCxnSpPr>
            <p:nvPr/>
          </p:nvCxnSpPr>
          <p:spPr>
            <a:xfrm rot="16200000" flipH="1">
              <a:off x="2689450" y="2417942"/>
              <a:ext cx="242398" cy="1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7" name="矩形: 圆角 166">
              <a:extLst>
                <a:ext uri="{FF2B5EF4-FFF2-40B4-BE49-F238E27FC236}">
                  <a16:creationId xmlns:a16="http://schemas.microsoft.com/office/drawing/2014/main" id="{2FF1493A-EAF6-B30D-5E6D-B90B7C7AF67B}"/>
                </a:ext>
              </a:extLst>
            </p:cNvPr>
            <p:cNvSpPr/>
            <p:nvPr/>
          </p:nvSpPr>
          <p:spPr>
            <a:xfrm>
              <a:off x="2446727" y="1873806"/>
              <a:ext cx="727844" cy="42293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数据集</a:t>
              </a:r>
            </a:p>
          </p:txBody>
        </p:sp>
        <p:cxnSp>
          <p:nvCxnSpPr>
            <p:cNvPr id="6" name="直接箭头连接符 127">
              <a:extLst>
                <a:ext uri="{FF2B5EF4-FFF2-40B4-BE49-F238E27FC236}">
                  <a16:creationId xmlns:a16="http://schemas.microsoft.com/office/drawing/2014/main" id="{5971919F-708A-F106-D67B-D7038428FB44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 rot="16200000" flipH="1">
              <a:off x="2676827" y="3550655"/>
              <a:ext cx="227913" cy="1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F9B9FE7D-47A7-ED52-EA81-453E8E8A83F9}"/>
                </a:ext>
              </a:extLst>
            </p:cNvPr>
            <p:cNvSpPr/>
            <p:nvPr/>
          </p:nvSpPr>
          <p:spPr>
            <a:xfrm>
              <a:off x="2299530" y="3075255"/>
              <a:ext cx="982506" cy="361445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提取统计指标</a:t>
              </a:r>
            </a:p>
          </p:txBody>
        </p:sp>
        <p:cxnSp>
          <p:nvCxnSpPr>
            <p:cNvPr id="24" name="直接箭头连接符 127">
              <a:extLst>
                <a:ext uri="{FF2B5EF4-FFF2-40B4-BE49-F238E27FC236}">
                  <a16:creationId xmlns:a16="http://schemas.microsoft.com/office/drawing/2014/main" id="{354A523C-CBD5-20AA-1914-C02AE0D54F87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 rot="5400000">
              <a:off x="2663691" y="2948161"/>
              <a:ext cx="254187" cy="1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248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组合 36">
            <a:extLst>
              <a:ext uri="{FF2B5EF4-FFF2-40B4-BE49-F238E27FC236}">
                <a16:creationId xmlns:a16="http://schemas.microsoft.com/office/drawing/2014/main" id="{F6DEF1F0-4989-B370-9B45-6C71E981A8FC}"/>
              </a:ext>
            </a:extLst>
          </p:cNvPr>
          <p:cNvGrpSpPr/>
          <p:nvPr/>
        </p:nvGrpSpPr>
        <p:grpSpPr>
          <a:xfrm>
            <a:off x="2334253" y="404268"/>
            <a:ext cx="6417511" cy="429495"/>
            <a:chOff x="2334253" y="404268"/>
            <a:chExt cx="6417511" cy="429495"/>
          </a:xfrm>
        </p:grpSpPr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E5A07BEF-6426-B89A-41FC-61C8AB947A79}"/>
                </a:ext>
              </a:extLst>
            </p:cNvPr>
            <p:cNvCxnSpPr>
              <a:cxnSpLocks/>
              <a:stCxn id="10" idx="3"/>
              <a:endCxn id="5" idx="1"/>
            </p:cNvCxnSpPr>
            <p:nvPr/>
          </p:nvCxnSpPr>
          <p:spPr>
            <a:xfrm flipV="1">
              <a:off x="3186063" y="619017"/>
              <a:ext cx="456296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DD8946D4-76A6-1F52-342B-A777C3DFFD29}"/>
                </a:ext>
              </a:extLst>
            </p:cNvPr>
            <p:cNvSpPr/>
            <p:nvPr/>
          </p:nvSpPr>
          <p:spPr>
            <a:xfrm>
              <a:off x="3642359" y="404271"/>
              <a:ext cx="938349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数据降噪</a:t>
              </a: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25AD0493-E62E-EA81-89D1-BDDA598FDFB6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 flipV="1">
              <a:off x="4580708" y="619016"/>
              <a:ext cx="456296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7AB1AD68-D7D0-79AA-B13B-B36F8023EEFE}"/>
                </a:ext>
              </a:extLst>
            </p:cNvPr>
            <p:cNvSpPr/>
            <p:nvPr/>
          </p:nvSpPr>
          <p:spPr>
            <a:xfrm>
              <a:off x="5037004" y="404270"/>
              <a:ext cx="938349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去除粗差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42B32485-C054-9263-4ADB-30DCCD96D3CF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5975353" y="619015"/>
              <a:ext cx="456296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2CD9C047-DB46-FD04-5920-E9D9F6B9775A}"/>
                </a:ext>
              </a:extLst>
            </p:cNvPr>
            <p:cNvSpPr/>
            <p:nvPr/>
          </p:nvSpPr>
          <p:spPr>
            <a:xfrm>
              <a:off x="6431649" y="404269"/>
              <a:ext cx="938349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数据平滑</a:t>
              </a: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091AE0D8-5D89-2AA9-9D12-5C9F9D740AEC}"/>
                </a:ext>
              </a:extLst>
            </p:cNvPr>
            <p:cNvSpPr/>
            <p:nvPr/>
          </p:nvSpPr>
          <p:spPr>
            <a:xfrm>
              <a:off x="2334253" y="404272"/>
              <a:ext cx="851810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读入数据</a:t>
              </a: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EA7CF50B-B6B8-B620-7998-2E6DB5782902}"/>
                </a:ext>
              </a:extLst>
            </p:cNvPr>
            <p:cNvSpPr/>
            <p:nvPr/>
          </p:nvSpPr>
          <p:spPr>
            <a:xfrm>
              <a:off x="7813415" y="404268"/>
              <a:ext cx="938349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预处理数据</a:t>
              </a:r>
            </a:p>
          </p:txBody>
        </p: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DFAF5CB0-9744-9677-D5F1-F6414ADD66FF}"/>
                </a:ext>
              </a:extLst>
            </p:cNvPr>
            <p:cNvCxnSpPr>
              <a:cxnSpLocks/>
              <a:stCxn id="9" idx="3"/>
              <a:endCxn id="17" idx="1"/>
            </p:cNvCxnSpPr>
            <p:nvPr/>
          </p:nvCxnSpPr>
          <p:spPr>
            <a:xfrm flipV="1">
              <a:off x="7369998" y="619014"/>
              <a:ext cx="443417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3051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组合 69">
            <a:extLst>
              <a:ext uri="{FF2B5EF4-FFF2-40B4-BE49-F238E27FC236}">
                <a16:creationId xmlns:a16="http://schemas.microsoft.com/office/drawing/2014/main" id="{3EFC9166-53E6-50A9-C4E2-45E9899E744B}"/>
              </a:ext>
            </a:extLst>
          </p:cNvPr>
          <p:cNvGrpSpPr/>
          <p:nvPr/>
        </p:nvGrpSpPr>
        <p:grpSpPr>
          <a:xfrm>
            <a:off x="-867773" y="954370"/>
            <a:ext cx="13441389" cy="4949259"/>
            <a:chOff x="-1031403" y="687951"/>
            <a:chExt cx="13441389" cy="4949259"/>
          </a:xfrm>
        </p:grpSpPr>
        <p:sp>
          <p:nvSpPr>
            <p:cNvPr id="6" name="流程图: 汇总连接 5">
              <a:extLst>
                <a:ext uri="{FF2B5EF4-FFF2-40B4-BE49-F238E27FC236}">
                  <a16:creationId xmlns:a16="http://schemas.microsoft.com/office/drawing/2014/main" id="{5DB984BF-A114-6C77-8B2D-CB4B6AC50AD2}"/>
                </a:ext>
              </a:extLst>
            </p:cNvPr>
            <p:cNvSpPr/>
            <p:nvPr/>
          </p:nvSpPr>
          <p:spPr>
            <a:xfrm>
              <a:off x="2457404" y="2592509"/>
              <a:ext cx="360000" cy="360000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0BC11B0-5998-540E-A2F2-F70BBBAC30BA}"/>
                    </a:ext>
                  </a:extLst>
                </p:cNvPr>
                <p:cNvSpPr/>
                <p:nvPr/>
              </p:nvSpPr>
              <p:spPr>
                <a:xfrm>
                  <a:off x="4154696" y="2474490"/>
                  <a:ext cx="720000" cy="612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0BC11B0-5998-540E-A2F2-F70BBBAC30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4696" y="2474490"/>
                  <a:ext cx="720000" cy="6120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86F00A77-5E3A-9445-1302-82B48B4CCF92}"/>
                </a:ext>
              </a:extLst>
            </p:cNvPr>
            <p:cNvCxnSpPr>
              <a:cxnSpLocks/>
              <a:stCxn id="87" idx="3"/>
              <a:endCxn id="129" idx="3"/>
            </p:cNvCxnSpPr>
            <p:nvPr/>
          </p:nvCxnSpPr>
          <p:spPr>
            <a:xfrm flipH="1">
              <a:off x="5548178" y="2786800"/>
              <a:ext cx="2116248" cy="953782"/>
            </a:xfrm>
            <a:prstGeom prst="bentConnector3">
              <a:avLst>
                <a:gd name="adj1" fmla="val -10802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流程图: 汇总连接 9">
              <a:extLst>
                <a:ext uri="{FF2B5EF4-FFF2-40B4-BE49-F238E27FC236}">
                  <a16:creationId xmlns:a16="http://schemas.microsoft.com/office/drawing/2014/main" id="{3EF4BA89-35FC-DF96-4FF4-12B4A8D0DC11}"/>
                </a:ext>
              </a:extLst>
            </p:cNvPr>
            <p:cNvSpPr/>
            <p:nvPr/>
          </p:nvSpPr>
          <p:spPr>
            <a:xfrm>
              <a:off x="-590901" y="2587219"/>
              <a:ext cx="360000" cy="360000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85EC8B3-E987-D657-61A8-2F672DFBDD18}"/>
                </a:ext>
              </a:extLst>
            </p:cNvPr>
            <p:cNvSpPr/>
            <p:nvPr/>
          </p:nvSpPr>
          <p:spPr>
            <a:xfrm>
              <a:off x="-75955" y="2497218"/>
              <a:ext cx="720000" cy="54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APR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DB8BA5DF-F90F-499B-18C0-F114AF266734}"/>
                </a:ext>
              </a:extLst>
            </p:cNvPr>
            <p:cNvCxnSpPr>
              <a:cxnSpLocks/>
              <a:stCxn id="10" idx="6"/>
              <a:endCxn id="12" idx="1"/>
            </p:cNvCxnSpPr>
            <p:nvPr/>
          </p:nvCxnSpPr>
          <p:spPr>
            <a:xfrm flipV="1">
              <a:off x="-230901" y="2767218"/>
              <a:ext cx="15494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流程图: 汇总连接 15">
              <a:extLst>
                <a:ext uri="{FF2B5EF4-FFF2-40B4-BE49-F238E27FC236}">
                  <a16:creationId xmlns:a16="http://schemas.microsoft.com/office/drawing/2014/main" id="{451D5DA4-20EF-22CC-077D-6D0AE3963B01}"/>
                </a:ext>
              </a:extLst>
            </p:cNvPr>
            <p:cNvSpPr/>
            <p:nvPr/>
          </p:nvSpPr>
          <p:spPr>
            <a:xfrm>
              <a:off x="881264" y="2585836"/>
              <a:ext cx="360000" cy="360000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B6C69DCC-EE24-5FD6-37DD-9C2C604A61A3}"/>
                </a:ext>
              </a:extLst>
            </p:cNvPr>
            <p:cNvCxnSpPr>
              <a:cxnSpLocks/>
              <a:stCxn id="12" idx="3"/>
              <a:endCxn id="16" idx="2"/>
            </p:cNvCxnSpPr>
            <p:nvPr/>
          </p:nvCxnSpPr>
          <p:spPr>
            <a:xfrm flipV="1">
              <a:off x="644045" y="2765836"/>
              <a:ext cx="237219" cy="13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11DF6D48-E80A-880A-9512-0ACC7B23EC73}"/>
                </a:ext>
              </a:extLst>
            </p:cNvPr>
            <p:cNvSpPr/>
            <p:nvPr/>
          </p:nvSpPr>
          <p:spPr>
            <a:xfrm>
              <a:off x="1451039" y="2495836"/>
              <a:ext cx="720000" cy="54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ASR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56AA69B0-5B20-6614-AFE8-3088C709B8AC}"/>
                </a:ext>
              </a:extLst>
            </p:cNvPr>
            <p:cNvCxnSpPr>
              <a:cxnSpLocks/>
              <a:stCxn id="16" idx="6"/>
              <a:endCxn id="20" idx="1"/>
            </p:cNvCxnSpPr>
            <p:nvPr/>
          </p:nvCxnSpPr>
          <p:spPr>
            <a:xfrm>
              <a:off x="1241264" y="2765836"/>
              <a:ext cx="2097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E2EBD3E9-7C5B-594B-E7EC-D3091994F714}"/>
                </a:ext>
              </a:extLst>
            </p:cNvPr>
            <p:cNvCxnSpPr>
              <a:cxnSpLocks/>
              <a:stCxn id="20" idx="3"/>
              <a:endCxn id="6" idx="2"/>
            </p:cNvCxnSpPr>
            <p:nvPr/>
          </p:nvCxnSpPr>
          <p:spPr>
            <a:xfrm>
              <a:off x="2171039" y="2765836"/>
              <a:ext cx="286365" cy="667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97765849-FC4D-D27A-4101-FA3874D36961}"/>
                </a:ext>
              </a:extLst>
            </p:cNvPr>
            <p:cNvSpPr/>
            <p:nvPr/>
          </p:nvSpPr>
          <p:spPr>
            <a:xfrm>
              <a:off x="3112716" y="2511584"/>
              <a:ext cx="720000" cy="54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ACR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4DD288FE-90A1-FCE8-B252-297463327809}"/>
                </a:ext>
              </a:extLst>
            </p:cNvPr>
            <p:cNvCxnSpPr>
              <a:cxnSpLocks/>
              <a:stCxn id="6" idx="6"/>
              <a:endCxn id="27" idx="1"/>
            </p:cNvCxnSpPr>
            <p:nvPr/>
          </p:nvCxnSpPr>
          <p:spPr>
            <a:xfrm>
              <a:off x="2817404" y="2772509"/>
              <a:ext cx="295312" cy="90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0AA0DAB9-8F78-9BD6-E5E4-175308A6D8C8}"/>
                </a:ext>
              </a:extLst>
            </p:cNvPr>
            <p:cNvCxnSpPr>
              <a:cxnSpLocks/>
              <a:stCxn id="27" idx="3"/>
              <a:endCxn id="7" idx="1"/>
            </p:cNvCxnSpPr>
            <p:nvPr/>
          </p:nvCxnSpPr>
          <p:spPr>
            <a:xfrm flipV="1">
              <a:off x="3832716" y="2780490"/>
              <a:ext cx="321980" cy="10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直接箭头连接符 8">
              <a:extLst>
                <a:ext uri="{FF2B5EF4-FFF2-40B4-BE49-F238E27FC236}">
                  <a16:creationId xmlns:a16="http://schemas.microsoft.com/office/drawing/2014/main" id="{D7D45DA3-3D2C-0034-5352-0C5DCB55074B}"/>
                </a:ext>
              </a:extLst>
            </p:cNvPr>
            <p:cNvCxnSpPr>
              <a:cxnSpLocks/>
              <a:stCxn id="113" idx="3"/>
              <a:endCxn id="56" idx="3"/>
            </p:cNvCxnSpPr>
            <p:nvPr/>
          </p:nvCxnSpPr>
          <p:spPr>
            <a:xfrm flipH="1">
              <a:off x="4839077" y="2800330"/>
              <a:ext cx="7029635" cy="2566880"/>
            </a:xfrm>
            <a:prstGeom prst="bentConnector3">
              <a:avLst>
                <a:gd name="adj1" fmla="val -3252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矩形 86">
                  <a:extLst>
                    <a:ext uri="{FF2B5EF4-FFF2-40B4-BE49-F238E27FC236}">
                      <a16:creationId xmlns:a16="http://schemas.microsoft.com/office/drawing/2014/main" id="{02B9DF7A-4D3A-3276-70EB-48F01B948559}"/>
                    </a:ext>
                  </a:extLst>
                </p:cNvPr>
                <p:cNvSpPr/>
                <p:nvPr/>
              </p:nvSpPr>
              <p:spPr>
                <a:xfrm>
                  <a:off x="6944426" y="2480800"/>
                  <a:ext cx="720000" cy="612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7" name="矩形 86">
                  <a:extLst>
                    <a:ext uri="{FF2B5EF4-FFF2-40B4-BE49-F238E27FC236}">
                      <a16:creationId xmlns:a16="http://schemas.microsoft.com/office/drawing/2014/main" id="{02B9DF7A-4D3A-3276-70EB-48F01B94855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4426" y="2480800"/>
                  <a:ext cx="720000" cy="6120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矩形 87">
                  <a:extLst>
                    <a:ext uri="{FF2B5EF4-FFF2-40B4-BE49-F238E27FC236}">
                      <a16:creationId xmlns:a16="http://schemas.microsoft.com/office/drawing/2014/main" id="{7EA79AC4-15D9-791D-2B9A-841ECA47351E}"/>
                    </a:ext>
                  </a:extLst>
                </p:cNvPr>
                <p:cNvSpPr/>
                <p:nvPr/>
              </p:nvSpPr>
              <p:spPr>
                <a:xfrm>
                  <a:off x="8334955" y="2520152"/>
                  <a:ext cx="720000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8" name="矩形 87">
                  <a:extLst>
                    <a:ext uri="{FF2B5EF4-FFF2-40B4-BE49-F238E27FC236}">
                      <a16:creationId xmlns:a16="http://schemas.microsoft.com/office/drawing/2014/main" id="{7EA79AC4-15D9-791D-2B9A-841ECA4735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34955" y="2520152"/>
                  <a:ext cx="720000" cy="5400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1" name="流程图: 汇总连接 110">
              <a:extLst>
                <a:ext uri="{FF2B5EF4-FFF2-40B4-BE49-F238E27FC236}">
                  <a16:creationId xmlns:a16="http://schemas.microsoft.com/office/drawing/2014/main" id="{9C94936E-95CA-C49D-A00D-F597B56DB4D4}"/>
                </a:ext>
              </a:extLst>
            </p:cNvPr>
            <p:cNvSpPr/>
            <p:nvPr/>
          </p:nvSpPr>
          <p:spPr>
            <a:xfrm>
              <a:off x="9368861" y="2610152"/>
              <a:ext cx="360000" cy="360000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矩形 111">
                  <a:extLst>
                    <a:ext uri="{FF2B5EF4-FFF2-40B4-BE49-F238E27FC236}">
                      <a16:creationId xmlns:a16="http://schemas.microsoft.com/office/drawing/2014/main" id="{51C19E4B-E0C3-7935-4E4F-C39B85D681C6}"/>
                    </a:ext>
                  </a:extLst>
                </p:cNvPr>
                <p:cNvSpPr/>
                <p:nvPr/>
              </p:nvSpPr>
              <p:spPr>
                <a:xfrm>
                  <a:off x="9938822" y="2489128"/>
                  <a:ext cx="900000" cy="612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𝐽𝑠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2" name="矩形 111">
                  <a:extLst>
                    <a:ext uri="{FF2B5EF4-FFF2-40B4-BE49-F238E27FC236}">
                      <a16:creationId xmlns:a16="http://schemas.microsoft.com/office/drawing/2014/main" id="{51C19E4B-E0C3-7935-4E4F-C39B85D681C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38822" y="2489128"/>
                  <a:ext cx="900000" cy="6120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矩形 112">
                  <a:extLst>
                    <a:ext uri="{FF2B5EF4-FFF2-40B4-BE49-F238E27FC236}">
                      <a16:creationId xmlns:a16="http://schemas.microsoft.com/office/drawing/2014/main" id="{53A5C479-06B7-AAA5-B45F-6130B7E271DD}"/>
                    </a:ext>
                  </a:extLst>
                </p:cNvPr>
                <p:cNvSpPr/>
                <p:nvPr/>
              </p:nvSpPr>
              <p:spPr>
                <a:xfrm>
                  <a:off x="11148712" y="2494330"/>
                  <a:ext cx="720000" cy="612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矩形 112">
                  <a:extLst>
                    <a:ext uri="{FF2B5EF4-FFF2-40B4-BE49-F238E27FC236}">
                      <a16:creationId xmlns:a16="http://schemas.microsoft.com/office/drawing/2014/main" id="{53A5C479-06B7-AAA5-B45F-6130B7E271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48712" y="2494330"/>
                  <a:ext cx="720000" cy="6120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6" name="直接箭头连接符 115">
              <a:extLst>
                <a:ext uri="{FF2B5EF4-FFF2-40B4-BE49-F238E27FC236}">
                  <a16:creationId xmlns:a16="http://schemas.microsoft.com/office/drawing/2014/main" id="{9791CEFC-490F-2B23-7CE6-639A79F2A4FF}"/>
                </a:ext>
              </a:extLst>
            </p:cNvPr>
            <p:cNvCxnSpPr>
              <a:cxnSpLocks/>
              <a:stCxn id="7" idx="3"/>
              <a:endCxn id="15" idx="1"/>
            </p:cNvCxnSpPr>
            <p:nvPr/>
          </p:nvCxnSpPr>
          <p:spPr>
            <a:xfrm>
              <a:off x="4874696" y="2780490"/>
              <a:ext cx="321980" cy="113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矩形 128">
                  <a:extLst>
                    <a:ext uri="{FF2B5EF4-FFF2-40B4-BE49-F238E27FC236}">
                      <a16:creationId xmlns:a16="http://schemas.microsoft.com/office/drawing/2014/main" id="{C8649E9F-AAE0-CC13-A411-0945983B1B28}"/>
                    </a:ext>
                  </a:extLst>
                </p:cNvPr>
                <p:cNvSpPr/>
                <p:nvPr/>
              </p:nvSpPr>
              <p:spPr>
                <a:xfrm>
                  <a:off x="4828178" y="3470582"/>
                  <a:ext cx="720000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9" name="矩形 128">
                  <a:extLst>
                    <a:ext uri="{FF2B5EF4-FFF2-40B4-BE49-F238E27FC236}">
                      <a16:creationId xmlns:a16="http://schemas.microsoft.com/office/drawing/2014/main" id="{C8649E9F-AAE0-CC13-A411-0945983B1B2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8178" y="3470582"/>
                  <a:ext cx="720000" cy="54000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5" name="直接箭头连接符 8">
              <a:extLst>
                <a:ext uri="{FF2B5EF4-FFF2-40B4-BE49-F238E27FC236}">
                  <a16:creationId xmlns:a16="http://schemas.microsoft.com/office/drawing/2014/main" id="{737CA2BA-E014-8B8C-7434-2A376CEECE14}"/>
                </a:ext>
              </a:extLst>
            </p:cNvPr>
            <p:cNvCxnSpPr>
              <a:cxnSpLocks/>
              <a:stCxn id="129" idx="1"/>
              <a:endCxn id="6" idx="4"/>
            </p:cNvCxnSpPr>
            <p:nvPr/>
          </p:nvCxnSpPr>
          <p:spPr>
            <a:xfrm rot="10800000">
              <a:off x="2637404" y="2952510"/>
              <a:ext cx="2190774" cy="788073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DFFA838B-17A1-275F-1980-8A486DD998F8}"/>
                </a:ext>
              </a:extLst>
            </p:cNvPr>
            <p:cNvCxnSpPr>
              <a:cxnSpLocks/>
              <a:stCxn id="88" idx="3"/>
              <a:endCxn id="111" idx="2"/>
            </p:cNvCxnSpPr>
            <p:nvPr/>
          </p:nvCxnSpPr>
          <p:spPr>
            <a:xfrm>
              <a:off x="9054955" y="2790152"/>
              <a:ext cx="31390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直接箭头连接符 140">
              <a:extLst>
                <a:ext uri="{FF2B5EF4-FFF2-40B4-BE49-F238E27FC236}">
                  <a16:creationId xmlns:a16="http://schemas.microsoft.com/office/drawing/2014/main" id="{FF5233A0-AB36-DC42-DF67-32D86F93DD75}"/>
                </a:ext>
              </a:extLst>
            </p:cNvPr>
            <p:cNvCxnSpPr>
              <a:cxnSpLocks/>
              <a:stCxn id="111" idx="6"/>
              <a:endCxn id="112" idx="1"/>
            </p:cNvCxnSpPr>
            <p:nvPr/>
          </p:nvCxnSpPr>
          <p:spPr>
            <a:xfrm>
              <a:off x="9728861" y="2790152"/>
              <a:ext cx="209961" cy="49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直接箭头连接符 145">
              <a:extLst>
                <a:ext uri="{FF2B5EF4-FFF2-40B4-BE49-F238E27FC236}">
                  <a16:creationId xmlns:a16="http://schemas.microsoft.com/office/drawing/2014/main" id="{954A035A-0772-8E37-F6B6-27E035A245B3}"/>
                </a:ext>
              </a:extLst>
            </p:cNvPr>
            <p:cNvCxnSpPr>
              <a:cxnSpLocks/>
              <a:stCxn id="112" idx="3"/>
              <a:endCxn id="113" idx="1"/>
            </p:cNvCxnSpPr>
            <p:nvPr/>
          </p:nvCxnSpPr>
          <p:spPr>
            <a:xfrm>
              <a:off x="10838822" y="2795128"/>
              <a:ext cx="309890" cy="52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2" name="直接箭头连接符 8">
              <a:extLst>
                <a:ext uri="{FF2B5EF4-FFF2-40B4-BE49-F238E27FC236}">
                  <a16:creationId xmlns:a16="http://schemas.microsoft.com/office/drawing/2014/main" id="{64DEBA25-7AFE-A1C6-190C-5581F686F432}"/>
                </a:ext>
              </a:extLst>
            </p:cNvPr>
            <p:cNvCxnSpPr>
              <a:cxnSpLocks/>
              <a:stCxn id="111" idx="6"/>
              <a:endCxn id="156" idx="3"/>
            </p:cNvCxnSpPr>
            <p:nvPr/>
          </p:nvCxnSpPr>
          <p:spPr>
            <a:xfrm flipH="1">
              <a:off x="5544696" y="2790152"/>
              <a:ext cx="4184165" cy="1698736"/>
            </a:xfrm>
            <a:prstGeom prst="bentConnector3">
              <a:avLst>
                <a:gd name="adj1" fmla="val -5463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矩形 155">
                  <a:extLst>
                    <a:ext uri="{FF2B5EF4-FFF2-40B4-BE49-F238E27FC236}">
                      <a16:creationId xmlns:a16="http://schemas.microsoft.com/office/drawing/2014/main" id="{E39F800D-17D7-8E1A-8101-C43886CBFDD3}"/>
                    </a:ext>
                  </a:extLst>
                </p:cNvPr>
                <p:cNvSpPr/>
                <p:nvPr/>
              </p:nvSpPr>
              <p:spPr>
                <a:xfrm>
                  <a:off x="4824696" y="4218888"/>
                  <a:ext cx="720000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6" name="矩形 155">
                  <a:extLst>
                    <a:ext uri="{FF2B5EF4-FFF2-40B4-BE49-F238E27FC236}">
                      <a16:creationId xmlns:a16="http://schemas.microsoft.com/office/drawing/2014/main" id="{E39F800D-17D7-8E1A-8101-C43886CBFD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4696" y="4218888"/>
                  <a:ext cx="720000" cy="54000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9" name="直接箭头连接符 8">
              <a:extLst>
                <a:ext uri="{FF2B5EF4-FFF2-40B4-BE49-F238E27FC236}">
                  <a16:creationId xmlns:a16="http://schemas.microsoft.com/office/drawing/2014/main" id="{80934145-A21F-DB2F-4B02-0DF3DA87C0A5}"/>
                </a:ext>
              </a:extLst>
            </p:cNvPr>
            <p:cNvCxnSpPr>
              <a:cxnSpLocks/>
              <a:stCxn id="156" idx="1"/>
              <a:endCxn id="16" idx="4"/>
            </p:cNvCxnSpPr>
            <p:nvPr/>
          </p:nvCxnSpPr>
          <p:spPr>
            <a:xfrm rot="10800000">
              <a:off x="1061264" y="2945836"/>
              <a:ext cx="3763432" cy="154305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矩形 164">
                  <a:extLst>
                    <a:ext uri="{FF2B5EF4-FFF2-40B4-BE49-F238E27FC236}">
                      <a16:creationId xmlns:a16="http://schemas.microsoft.com/office/drawing/2014/main" id="{8B37CEFA-ED70-BF6A-23D0-CB9BBA6E7F9D}"/>
                    </a:ext>
                  </a:extLst>
                </p:cNvPr>
                <p:cNvSpPr/>
                <p:nvPr/>
              </p:nvSpPr>
              <p:spPr>
                <a:xfrm>
                  <a:off x="11158571" y="1250551"/>
                  <a:ext cx="720000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5" name="矩形 164">
                  <a:extLst>
                    <a:ext uri="{FF2B5EF4-FFF2-40B4-BE49-F238E27FC236}">
                      <a16:creationId xmlns:a16="http://schemas.microsoft.com/office/drawing/2014/main" id="{8B37CEFA-ED70-BF6A-23D0-CB9BBA6E7F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58571" y="1250551"/>
                  <a:ext cx="720000" cy="54000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6" name="直接箭头连接符 8">
              <a:extLst>
                <a:ext uri="{FF2B5EF4-FFF2-40B4-BE49-F238E27FC236}">
                  <a16:creationId xmlns:a16="http://schemas.microsoft.com/office/drawing/2014/main" id="{59DFD1B5-1D0B-A925-1492-D8003216B0EC}"/>
                </a:ext>
              </a:extLst>
            </p:cNvPr>
            <p:cNvCxnSpPr>
              <a:cxnSpLocks/>
              <a:endCxn id="165" idx="3"/>
            </p:cNvCxnSpPr>
            <p:nvPr/>
          </p:nvCxnSpPr>
          <p:spPr>
            <a:xfrm rot="16200000" flipV="1">
              <a:off x="11342835" y="2056288"/>
              <a:ext cx="1284205" cy="21273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2" name="直接箭头连接符 171">
              <a:extLst>
                <a:ext uri="{FF2B5EF4-FFF2-40B4-BE49-F238E27FC236}">
                  <a16:creationId xmlns:a16="http://schemas.microsoft.com/office/drawing/2014/main" id="{0A2C913C-AAD3-7075-0860-1ED0A17558E2}"/>
                </a:ext>
              </a:extLst>
            </p:cNvPr>
            <p:cNvCxnSpPr>
              <a:cxnSpLocks/>
              <a:endCxn id="165" idx="0"/>
            </p:cNvCxnSpPr>
            <p:nvPr/>
          </p:nvCxnSpPr>
          <p:spPr>
            <a:xfrm>
              <a:off x="11518571" y="687951"/>
              <a:ext cx="0" cy="5626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5" name="直接箭头连接符 8">
              <a:extLst>
                <a:ext uri="{FF2B5EF4-FFF2-40B4-BE49-F238E27FC236}">
                  <a16:creationId xmlns:a16="http://schemas.microsoft.com/office/drawing/2014/main" id="{F511C4D1-3478-0C7B-D25A-7864D89A8F82}"/>
                </a:ext>
              </a:extLst>
            </p:cNvPr>
            <p:cNvCxnSpPr>
              <a:cxnSpLocks/>
              <a:stCxn id="165" idx="1"/>
              <a:endCxn id="111" idx="0"/>
            </p:cNvCxnSpPr>
            <p:nvPr/>
          </p:nvCxnSpPr>
          <p:spPr>
            <a:xfrm rot="10800000" flipV="1">
              <a:off x="9548861" y="1520550"/>
              <a:ext cx="1609710" cy="108960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9" name="直接箭头连接符 178">
              <a:extLst>
                <a:ext uri="{FF2B5EF4-FFF2-40B4-BE49-F238E27FC236}">
                  <a16:creationId xmlns:a16="http://schemas.microsoft.com/office/drawing/2014/main" id="{F499CCF3-334F-8BB1-9287-4665838217AD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-1006648" y="2767218"/>
              <a:ext cx="41574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9" name="流程图: 汇总连接 218">
              <a:extLst>
                <a:ext uri="{FF2B5EF4-FFF2-40B4-BE49-F238E27FC236}">
                  <a16:creationId xmlns:a16="http://schemas.microsoft.com/office/drawing/2014/main" id="{27F74170-2689-59D0-D4C8-65E667AB107E}"/>
                </a:ext>
              </a:extLst>
            </p:cNvPr>
            <p:cNvSpPr/>
            <p:nvPr/>
          </p:nvSpPr>
          <p:spPr>
            <a:xfrm>
              <a:off x="6289327" y="2610152"/>
              <a:ext cx="360000" cy="360000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0" name="矩形 229">
                  <a:extLst>
                    <a:ext uri="{FF2B5EF4-FFF2-40B4-BE49-F238E27FC236}">
                      <a16:creationId xmlns:a16="http://schemas.microsoft.com/office/drawing/2014/main" id="{CEFA2677-5C79-4547-F0C4-57B01DD5150F}"/>
                    </a:ext>
                  </a:extLst>
                </p:cNvPr>
                <p:cNvSpPr/>
                <p:nvPr/>
              </p:nvSpPr>
              <p:spPr>
                <a:xfrm>
                  <a:off x="8378861" y="1627524"/>
                  <a:ext cx="720000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0" name="矩形 229">
                  <a:extLst>
                    <a:ext uri="{FF2B5EF4-FFF2-40B4-BE49-F238E27FC236}">
                      <a16:creationId xmlns:a16="http://schemas.microsoft.com/office/drawing/2014/main" id="{CEFA2677-5C79-4547-F0C4-57B01DD5150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8861" y="1627524"/>
                  <a:ext cx="720000" cy="54000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9" name="直接箭头连接符 8">
              <a:extLst>
                <a:ext uri="{FF2B5EF4-FFF2-40B4-BE49-F238E27FC236}">
                  <a16:creationId xmlns:a16="http://schemas.microsoft.com/office/drawing/2014/main" id="{62C2AE81-D3DC-C69A-0F8A-76361221C290}"/>
                </a:ext>
              </a:extLst>
            </p:cNvPr>
            <p:cNvCxnSpPr>
              <a:cxnSpLocks/>
              <a:stCxn id="113" idx="1"/>
              <a:endCxn id="230" idx="3"/>
            </p:cNvCxnSpPr>
            <p:nvPr/>
          </p:nvCxnSpPr>
          <p:spPr>
            <a:xfrm rot="10800000">
              <a:off x="9098862" y="1897524"/>
              <a:ext cx="2049851" cy="902806"/>
            </a:xfrm>
            <a:prstGeom prst="bentConnector3">
              <a:avLst>
                <a:gd name="adj1" fmla="val 580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直接箭头连接符 8">
              <a:extLst>
                <a:ext uri="{FF2B5EF4-FFF2-40B4-BE49-F238E27FC236}">
                  <a16:creationId xmlns:a16="http://schemas.microsoft.com/office/drawing/2014/main" id="{585958A7-AFFC-6C32-C740-AEF5CCE3A754}"/>
                </a:ext>
              </a:extLst>
            </p:cNvPr>
            <p:cNvCxnSpPr>
              <a:cxnSpLocks/>
              <a:stCxn id="230" idx="1"/>
              <a:endCxn id="219" idx="0"/>
            </p:cNvCxnSpPr>
            <p:nvPr/>
          </p:nvCxnSpPr>
          <p:spPr>
            <a:xfrm rot="10800000" flipV="1">
              <a:off x="6469327" y="1897524"/>
              <a:ext cx="1909534" cy="71262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6" name="直接箭头连接符 315">
              <a:extLst>
                <a:ext uri="{FF2B5EF4-FFF2-40B4-BE49-F238E27FC236}">
                  <a16:creationId xmlns:a16="http://schemas.microsoft.com/office/drawing/2014/main" id="{79337324-C51E-9DFE-5FDF-978A37DEA84B}"/>
                </a:ext>
              </a:extLst>
            </p:cNvPr>
            <p:cNvCxnSpPr>
              <a:cxnSpLocks/>
              <a:stCxn id="219" idx="6"/>
              <a:endCxn id="87" idx="1"/>
            </p:cNvCxnSpPr>
            <p:nvPr/>
          </p:nvCxnSpPr>
          <p:spPr>
            <a:xfrm flipV="1">
              <a:off x="6649327" y="2786800"/>
              <a:ext cx="295099" cy="335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11B726D9-F0D7-50C7-C188-C054CDF84602}"/>
                    </a:ext>
                  </a:extLst>
                </p:cNvPr>
                <p:cNvSpPr txBox="1"/>
                <p:nvPr/>
              </p:nvSpPr>
              <p:spPr>
                <a:xfrm>
                  <a:off x="-1031403" y="2303523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11B726D9-F0D7-50C7-C188-C054CDF846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31403" y="2303523"/>
                  <a:ext cx="8382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文本框 182">
                  <a:extLst>
                    <a:ext uri="{FF2B5EF4-FFF2-40B4-BE49-F238E27FC236}">
                      <a16:creationId xmlns:a16="http://schemas.microsoft.com/office/drawing/2014/main" id="{B9A4ACB6-B489-6E5F-BF77-DC3DDC6A89F4}"/>
                    </a:ext>
                  </a:extLst>
                </p:cNvPr>
                <p:cNvSpPr txBox="1"/>
                <p:nvPr/>
              </p:nvSpPr>
              <p:spPr>
                <a:xfrm>
                  <a:off x="402878" y="2297930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3" name="文本框 182">
                  <a:extLst>
                    <a:ext uri="{FF2B5EF4-FFF2-40B4-BE49-F238E27FC236}">
                      <a16:creationId xmlns:a16="http://schemas.microsoft.com/office/drawing/2014/main" id="{B9A4ACB6-B489-6E5F-BF77-DC3DDC6A8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878" y="2297930"/>
                  <a:ext cx="838200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DEC485A5-E4EB-BDDB-0A53-D5CC39D5EDBB}"/>
                    </a:ext>
                  </a:extLst>
                </p:cNvPr>
                <p:cNvSpPr txBox="1"/>
                <p:nvPr/>
              </p:nvSpPr>
              <p:spPr>
                <a:xfrm>
                  <a:off x="441346" y="3145089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DEC485A5-E4EB-BDDB-0A53-D5CC39D5E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46" y="3145089"/>
                  <a:ext cx="83820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76D47546-40EC-C7C0-09A0-84F7DC67B7AB}"/>
                    </a:ext>
                  </a:extLst>
                </p:cNvPr>
                <p:cNvSpPr txBox="1"/>
                <p:nvPr/>
              </p:nvSpPr>
              <p:spPr>
                <a:xfrm>
                  <a:off x="1971352" y="2326339"/>
                  <a:ext cx="838200" cy="3754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76D47546-40EC-C7C0-09A0-84F7DC67B7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1352" y="2326339"/>
                  <a:ext cx="838200" cy="375424"/>
                </a:xfrm>
                <a:prstGeom prst="rect">
                  <a:avLst/>
                </a:prstGeom>
                <a:blipFill>
                  <a:blip r:embed="rId14"/>
                  <a:stretch>
                    <a:fillRect b="-16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7625102D-99CB-96C1-5614-E057CC6AA46F}"/>
                    </a:ext>
                  </a:extLst>
                </p:cNvPr>
                <p:cNvSpPr txBox="1"/>
                <p:nvPr/>
              </p:nvSpPr>
              <p:spPr>
                <a:xfrm>
                  <a:off x="1981540" y="3132509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7625102D-99CB-96C1-5614-E057CC6AA4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1540" y="3132509"/>
                  <a:ext cx="838200" cy="369332"/>
                </a:xfrm>
                <a:prstGeom prst="rect">
                  <a:avLst/>
                </a:prstGeom>
                <a:blipFill>
                  <a:blip r:embed="rId1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E35A6250-113C-67B8-1D38-EB27D8F81F2B}"/>
                    </a:ext>
                  </a:extLst>
                </p:cNvPr>
                <p:cNvSpPr txBox="1"/>
                <p:nvPr/>
              </p:nvSpPr>
              <p:spPr>
                <a:xfrm>
                  <a:off x="-961138" y="3003308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E35A6250-113C-67B8-1D38-EB27D8F81F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61138" y="3003308"/>
                  <a:ext cx="83820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文本框 189">
                  <a:extLst>
                    <a:ext uri="{FF2B5EF4-FFF2-40B4-BE49-F238E27FC236}">
                      <a16:creationId xmlns:a16="http://schemas.microsoft.com/office/drawing/2014/main" id="{C73A4006-1C4A-F41F-BDE1-0FF3D876D48B}"/>
                    </a:ext>
                  </a:extLst>
                </p:cNvPr>
                <p:cNvSpPr txBox="1"/>
                <p:nvPr/>
              </p:nvSpPr>
              <p:spPr>
                <a:xfrm>
                  <a:off x="3597671" y="2339098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0" name="文本框 189">
                  <a:extLst>
                    <a:ext uri="{FF2B5EF4-FFF2-40B4-BE49-F238E27FC236}">
                      <a16:creationId xmlns:a16="http://schemas.microsoft.com/office/drawing/2014/main" id="{C73A4006-1C4A-F41F-BDE1-0FF3D876D4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7671" y="2339098"/>
                  <a:ext cx="83820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文本框 190">
                  <a:extLst>
                    <a:ext uri="{FF2B5EF4-FFF2-40B4-BE49-F238E27FC236}">
                      <a16:creationId xmlns:a16="http://schemas.microsoft.com/office/drawing/2014/main" id="{EED9AE6F-6BB8-21D1-4E36-EE6E128804B7}"/>
                    </a:ext>
                  </a:extLst>
                </p:cNvPr>
                <p:cNvSpPr txBox="1"/>
                <p:nvPr/>
              </p:nvSpPr>
              <p:spPr>
                <a:xfrm>
                  <a:off x="5648534" y="2451016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1" name="文本框 190">
                  <a:extLst>
                    <a:ext uri="{FF2B5EF4-FFF2-40B4-BE49-F238E27FC236}">
                      <a16:creationId xmlns:a16="http://schemas.microsoft.com/office/drawing/2014/main" id="{EED9AE6F-6BB8-21D1-4E36-EE6E128804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48534" y="2451016"/>
                  <a:ext cx="83820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文本框 193">
                  <a:extLst>
                    <a:ext uri="{FF2B5EF4-FFF2-40B4-BE49-F238E27FC236}">
                      <a16:creationId xmlns:a16="http://schemas.microsoft.com/office/drawing/2014/main" id="{E8102B02-D1B1-AA82-9D0C-6893B9E3EF9B}"/>
                    </a:ext>
                  </a:extLst>
                </p:cNvPr>
                <p:cNvSpPr txBox="1"/>
                <p:nvPr/>
              </p:nvSpPr>
              <p:spPr>
                <a:xfrm>
                  <a:off x="7455287" y="2416260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4" name="文本框 193">
                  <a:extLst>
                    <a:ext uri="{FF2B5EF4-FFF2-40B4-BE49-F238E27FC236}">
                      <a16:creationId xmlns:a16="http://schemas.microsoft.com/office/drawing/2014/main" id="{E8102B02-D1B1-AA82-9D0C-6893B9E3EF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5287" y="2416260"/>
                  <a:ext cx="83820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71835C65-F338-20A9-5C9E-2555DE219691}"/>
                    </a:ext>
                  </a:extLst>
                </p:cNvPr>
                <p:cNvSpPr txBox="1"/>
                <p:nvPr/>
              </p:nvSpPr>
              <p:spPr>
                <a:xfrm>
                  <a:off x="8790731" y="2422973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71835C65-F338-20A9-5C9E-2555DE2196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0731" y="2422973"/>
                  <a:ext cx="83820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文本框 320">
                  <a:extLst>
                    <a:ext uri="{FF2B5EF4-FFF2-40B4-BE49-F238E27FC236}">
                      <a16:creationId xmlns:a16="http://schemas.microsoft.com/office/drawing/2014/main" id="{A193D15D-F530-4D73-0791-FD7DDEE6660E}"/>
                    </a:ext>
                  </a:extLst>
                </p:cNvPr>
                <p:cNvSpPr txBox="1"/>
                <p:nvPr/>
              </p:nvSpPr>
              <p:spPr>
                <a:xfrm>
                  <a:off x="9414741" y="1136853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21" name="文本框 320">
                  <a:extLst>
                    <a:ext uri="{FF2B5EF4-FFF2-40B4-BE49-F238E27FC236}">
                      <a16:creationId xmlns:a16="http://schemas.microsoft.com/office/drawing/2014/main" id="{A193D15D-F530-4D73-0791-FD7DDEE666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14741" y="1136853"/>
                  <a:ext cx="838200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文本框 321">
                  <a:extLst>
                    <a:ext uri="{FF2B5EF4-FFF2-40B4-BE49-F238E27FC236}">
                      <a16:creationId xmlns:a16="http://schemas.microsoft.com/office/drawing/2014/main" id="{ACD426FE-5ADC-61D8-2186-0E16BE6D760E}"/>
                    </a:ext>
                  </a:extLst>
                </p:cNvPr>
                <p:cNvSpPr txBox="1"/>
                <p:nvPr/>
              </p:nvSpPr>
              <p:spPr>
                <a:xfrm>
                  <a:off x="10530332" y="2471243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22" name="文本框 321">
                  <a:extLst>
                    <a:ext uri="{FF2B5EF4-FFF2-40B4-BE49-F238E27FC236}">
                      <a16:creationId xmlns:a16="http://schemas.microsoft.com/office/drawing/2014/main" id="{ACD426FE-5ADC-61D8-2186-0E16BE6D76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30332" y="2471243"/>
                  <a:ext cx="838200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3" name="文本框 322">
                  <a:extLst>
                    <a:ext uri="{FF2B5EF4-FFF2-40B4-BE49-F238E27FC236}">
                      <a16:creationId xmlns:a16="http://schemas.microsoft.com/office/drawing/2014/main" id="{8C395DBE-131B-75F4-609E-B580A3A9F881}"/>
                    </a:ext>
                  </a:extLst>
                </p:cNvPr>
                <p:cNvSpPr txBox="1"/>
                <p:nvPr/>
              </p:nvSpPr>
              <p:spPr>
                <a:xfrm>
                  <a:off x="11571786" y="2520152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23" name="文本框 322">
                  <a:extLst>
                    <a:ext uri="{FF2B5EF4-FFF2-40B4-BE49-F238E27FC236}">
                      <a16:creationId xmlns:a16="http://schemas.microsoft.com/office/drawing/2014/main" id="{8C395DBE-131B-75F4-609E-B580A3A9F8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71786" y="2520152"/>
                  <a:ext cx="838200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5" name="文本框 324">
                  <a:extLst>
                    <a:ext uri="{FF2B5EF4-FFF2-40B4-BE49-F238E27FC236}">
                      <a16:creationId xmlns:a16="http://schemas.microsoft.com/office/drawing/2014/main" id="{DD2B550D-6F12-795E-805F-30214D131409}"/>
                    </a:ext>
                  </a:extLst>
                </p:cNvPr>
                <p:cNvSpPr txBox="1"/>
                <p:nvPr/>
              </p:nvSpPr>
              <p:spPr>
                <a:xfrm>
                  <a:off x="10739471" y="767961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25" name="文本框 324">
                  <a:extLst>
                    <a:ext uri="{FF2B5EF4-FFF2-40B4-BE49-F238E27FC236}">
                      <a16:creationId xmlns:a16="http://schemas.microsoft.com/office/drawing/2014/main" id="{DD2B550D-6F12-795E-805F-30214D1314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39471" y="767961"/>
                  <a:ext cx="838200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DAC4A219-B5F9-A605-80FF-0B4AD491AC32}"/>
                    </a:ext>
                  </a:extLst>
                </p:cNvPr>
                <p:cNvSpPr/>
                <p:nvPr/>
              </p:nvSpPr>
              <p:spPr>
                <a:xfrm>
                  <a:off x="5196676" y="2521793"/>
                  <a:ext cx="720000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𝑒𝑓𝑓𝑒𝑐𝑡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DAC4A219-B5F9-A605-80FF-0B4AD491AC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6676" y="2521793"/>
                  <a:ext cx="720000" cy="540000"/>
                </a:xfrm>
                <a:prstGeom prst="rect">
                  <a:avLst/>
                </a:prstGeom>
                <a:blipFill>
                  <a:blip r:embed="rId25"/>
                  <a:stretch>
                    <a:fillRect l="-10833" r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16CF12B0-523A-2D4C-38C1-0940335011DB}"/>
                </a:ext>
              </a:extLst>
            </p:cNvPr>
            <p:cNvCxnSpPr>
              <a:cxnSpLocks/>
              <a:stCxn id="87" idx="3"/>
              <a:endCxn id="88" idx="1"/>
            </p:cNvCxnSpPr>
            <p:nvPr/>
          </p:nvCxnSpPr>
          <p:spPr>
            <a:xfrm>
              <a:off x="7664426" y="2786800"/>
              <a:ext cx="670529" cy="335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B3F8B471-D833-7C14-A06E-DFF5DB930989}"/>
                </a:ext>
              </a:extLst>
            </p:cNvPr>
            <p:cNvSpPr txBox="1"/>
            <p:nvPr/>
          </p:nvSpPr>
          <p:spPr>
            <a:xfrm>
              <a:off x="-559033" y="2668190"/>
              <a:ext cx="2857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-</a:t>
              </a:r>
              <a:endParaRPr lang="zh-CN" altLang="en-US" dirty="0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FCAD65D6-BF32-5D9C-7E8C-03F971135D12}"/>
                </a:ext>
              </a:extLst>
            </p:cNvPr>
            <p:cNvSpPr txBox="1"/>
            <p:nvPr/>
          </p:nvSpPr>
          <p:spPr>
            <a:xfrm>
              <a:off x="918139" y="2681088"/>
              <a:ext cx="2857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-</a:t>
              </a:r>
              <a:endParaRPr lang="zh-CN" altLang="en-US" dirty="0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F20E25A3-ACBD-3513-9AEB-70693888B409}"/>
                </a:ext>
              </a:extLst>
            </p:cNvPr>
            <p:cNvSpPr txBox="1"/>
            <p:nvPr/>
          </p:nvSpPr>
          <p:spPr>
            <a:xfrm>
              <a:off x="2485169" y="2681088"/>
              <a:ext cx="2857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-</a:t>
              </a:r>
              <a:endParaRPr lang="zh-CN" altLang="en-US" dirty="0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7E81387-AC79-6007-E83F-CD2976FE7F6F}"/>
                </a:ext>
              </a:extLst>
            </p:cNvPr>
            <p:cNvSpPr txBox="1"/>
            <p:nvPr/>
          </p:nvSpPr>
          <p:spPr>
            <a:xfrm>
              <a:off x="784808" y="2569710"/>
              <a:ext cx="2857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+</a:t>
              </a:r>
              <a:endParaRPr lang="zh-CN" altLang="en-US" dirty="0"/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E025FB1A-C837-CCCE-4E50-B0E79444F03A}"/>
                </a:ext>
              </a:extLst>
            </p:cNvPr>
            <p:cNvSpPr txBox="1"/>
            <p:nvPr/>
          </p:nvSpPr>
          <p:spPr>
            <a:xfrm>
              <a:off x="2368889" y="2592509"/>
              <a:ext cx="2857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+</a:t>
              </a:r>
              <a:endParaRPr lang="zh-CN" altLang="en-US" dirty="0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794E469A-ACB3-18FD-9B8C-E7975CABFC12}"/>
                </a:ext>
              </a:extLst>
            </p:cNvPr>
            <p:cNvSpPr txBox="1"/>
            <p:nvPr/>
          </p:nvSpPr>
          <p:spPr>
            <a:xfrm>
              <a:off x="-694143" y="2586756"/>
              <a:ext cx="2857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+</a:t>
              </a:r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矩形 51">
                  <a:extLst>
                    <a:ext uri="{FF2B5EF4-FFF2-40B4-BE49-F238E27FC236}">
                      <a16:creationId xmlns:a16="http://schemas.microsoft.com/office/drawing/2014/main" id="{13F298C1-1C7B-F50F-561C-46F3D940997B}"/>
                    </a:ext>
                  </a:extLst>
                </p:cNvPr>
                <p:cNvSpPr/>
                <p:nvPr/>
              </p:nvSpPr>
              <p:spPr>
                <a:xfrm>
                  <a:off x="1467821" y="5097210"/>
                  <a:ext cx="1186785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𝑑𝑒𝑙𝑎𝑦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𝑒𝑓𝑓𝑒𝑐𝑡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矩形 51">
                  <a:extLst>
                    <a:ext uri="{FF2B5EF4-FFF2-40B4-BE49-F238E27FC236}">
                      <a16:creationId xmlns:a16="http://schemas.microsoft.com/office/drawing/2014/main" id="{13F298C1-1C7B-F50F-561C-46F3D94099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7821" y="5097210"/>
                  <a:ext cx="1186785" cy="540000"/>
                </a:xfrm>
                <a:prstGeom prst="rect">
                  <a:avLst/>
                </a:prstGeom>
                <a:blipFill>
                  <a:blip r:embed="rId26"/>
                  <a:stretch>
                    <a:fillRect l="-867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矩形 55">
                  <a:extLst>
                    <a:ext uri="{FF2B5EF4-FFF2-40B4-BE49-F238E27FC236}">
                      <a16:creationId xmlns:a16="http://schemas.microsoft.com/office/drawing/2014/main" id="{1975E80E-22C6-F5A7-213B-D6A47A4196E9}"/>
                    </a:ext>
                  </a:extLst>
                </p:cNvPr>
                <p:cNvSpPr/>
                <p:nvPr/>
              </p:nvSpPr>
              <p:spPr>
                <a:xfrm>
                  <a:off x="3652292" y="5097210"/>
                  <a:ext cx="1186785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𝑎𝑑𝑑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𝑛𝑜𝑖𝑠𝑒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6" name="矩形 55">
                  <a:extLst>
                    <a:ext uri="{FF2B5EF4-FFF2-40B4-BE49-F238E27FC236}">
                      <a16:creationId xmlns:a16="http://schemas.microsoft.com/office/drawing/2014/main" id="{1975E80E-22C6-F5A7-213B-D6A47A4196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2292" y="5097210"/>
                  <a:ext cx="1186785" cy="540000"/>
                </a:xfrm>
                <a:prstGeom prst="rect">
                  <a:avLst/>
                </a:prstGeom>
                <a:blipFill>
                  <a:blip r:embed="rId27"/>
                  <a:stretch>
                    <a:fillRect l="-152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8E6643C9-BAD7-0E83-C360-A4B336323373}"/>
                </a:ext>
              </a:extLst>
            </p:cNvPr>
            <p:cNvCxnSpPr>
              <a:cxnSpLocks/>
              <a:stCxn id="56" idx="1"/>
              <a:endCxn id="52" idx="3"/>
            </p:cNvCxnSpPr>
            <p:nvPr/>
          </p:nvCxnSpPr>
          <p:spPr>
            <a:xfrm flipH="1">
              <a:off x="2654606" y="5367210"/>
              <a:ext cx="9976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直接箭头连接符 8">
              <a:extLst>
                <a:ext uri="{FF2B5EF4-FFF2-40B4-BE49-F238E27FC236}">
                  <a16:creationId xmlns:a16="http://schemas.microsoft.com/office/drawing/2014/main" id="{DBEDABA0-F5EB-8586-874B-C1726D4131E7}"/>
                </a:ext>
              </a:extLst>
            </p:cNvPr>
            <p:cNvCxnSpPr>
              <a:cxnSpLocks/>
              <a:stCxn id="52" idx="1"/>
              <a:endCxn id="10" idx="4"/>
            </p:cNvCxnSpPr>
            <p:nvPr/>
          </p:nvCxnSpPr>
          <p:spPr>
            <a:xfrm rot="10800000">
              <a:off x="-410901" y="2947220"/>
              <a:ext cx="1878722" cy="24199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9720CFF0-0DD1-3B03-69C4-46137100B6A7}"/>
                </a:ext>
              </a:extLst>
            </p:cNvPr>
            <p:cNvCxnSpPr>
              <a:cxnSpLocks/>
              <a:stCxn id="15" idx="3"/>
              <a:endCxn id="219" idx="2"/>
            </p:cNvCxnSpPr>
            <p:nvPr/>
          </p:nvCxnSpPr>
          <p:spPr>
            <a:xfrm flipV="1">
              <a:off x="5916676" y="2790152"/>
              <a:ext cx="372651" cy="16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3B951BF2-5FEB-0D73-D403-4E1CB1C82F7F}"/>
                </a:ext>
              </a:extLst>
            </p:cNvPr>
            <p:cNvSpPr txBox="1"/>
            <p:nvPr/>
          </p:nvSpPr>
          <p:spPr>
            <a:xfrm>
              <a:off x="6313645" y="2464815"/>
              <a:ext cx="2857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-</a:t>
              </a:r>
              <a:endParaRPr lang="zh-CN" altLang="en-US" dirty="0"/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E4E848DC-4337-B652-6FB0-BF5AC658A2FD}"/>
                </a:ext>
              </a:extLst>
            </p:cNvPr>
            <p:cNvSpPr txBox="1"/>
            <p:nvPr/>
          </p:nvSpPr>
          <p:spPr>
            <a:xfrm>
              <a:off x="6182782" y="2599533"/>
              <a:ext cx="2857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+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93790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组合 66">
            <a:extLst>
              <a:ext uri="{FF2B5EF4-FFF2-40B4-BE49-F238E27FC236}">
                <a16:creationId xmlns:a16="http://schemas.microsoft.com/office/drawing/2014/main" id="{CEC90EE7-9E9D-53F1-4C06-F33D5047CB1C}"/>
              </a:ext>
            </a:extLst>
          </p:cNvPr>
          <p:cNvGrpSpPr/>
          <p:nvPr/>
        </p:nvGrpSpPr>
        <p:grpSpPr>
          <a:xfrm>
            <a:off x="1372317" y="413063"/>
            <a:ext cx="2782757" cy="5642915"/>
            <a:chOff x="1372317" y="413063"/>
            <a:chExt cx="2782757" cy="5642915"/>
          </a:xfrm>
        </p:grpSpPr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5DEC2E3E-2F10-B188-625D-025224EE8148}"/>
                </a:ext>
              </a:extLst>
            </p:cNvPr>
            <p:cNvSpPr/>
            <p:nvPr/>
          </p:nvSpPr>
          <p:spPr>
            <a:xfrm>
              <a:off x="2301239" y="413063"/>
              <a:ext cx="938349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相关性分析</a:t>
              </a: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BD4073D6-707B-0971-1EA4-784E1BF3B513}"/>
                </a:ext>
              </a:extLst>
            </p:cNvPr>
            <p:cNvCxnSpPr>
              <a:cxnSpLocks/>
              <a:stCxn id="2" idx="2"/>
              <a:endCxn id="8" idx="0"/>
            </p:cNvCxnSpPr>
            <p:nvPr/>
          </p:nvCxnSpPr>
          <p:spPr>
            <a:xfrm>
              <a:off x="2770414" y="842554"/>
              <a:ext cx="0" cy="29886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DF25973F-AD4B-736D-C666-3408E5B460C7}"/>
                </a:ext>
              </a:extLst>
            </p:cNvPr>
            <p:cNvSpPr/>
            <p:nvPr/>
          </p:nvSpPr>
          <p:spPr>
            <a:xfrm>
              <a:off x="2301239" y="1141416"/>
              <a:ext cx="938349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参数初始化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ADD622BE-D5CC-69C4-6945-0788890F40A7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>
              <a:off x="2770414" y="1570907"/>
              <a:ext cx="0" cy="29886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E39888C9-1FC4-5770-2A44-B4DF9852D4DA}"/>
                </a:ext>
              </a:extLst>
            </p:cNvPr>
            <p:cNvSpPr/>
            <p:nvPr/>
          </p:nvSpPr>
          <p:spPr>
            <a:xfrm>
              <a:off x="2301239" y="1869769"/>
              <a:ext cx="938349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更新输入量</a:t>
              </a:r>
            </a:p>
          </p:txBody>
        </p: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8A0B6DDD-045B-BF66-F101-44E758CCB3CD}"/>
                </a:ext>
              </a:extLst>
            </p:cNvPr>
            <p:cNvCxnSpPr>
              <a:cxnSpLocks/>
              <a:stCxn id="13" idx="2"/>
              <a:endCxn id="21" idx="0"/>
            </p:cNvCxnSpPr>
            <p:nvPr/>
          </p:nvCxnSpPr>
          <p:spPr>
            <a:xfrm flipH="1">
              <a:off x="2770413" y="2299260"/>
              <a:ext cx="1" cy="40039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CF72C0DE-4E25-4D0E-CDC3-A4D1F082FFA6}"/>
                </a:ext>
              </a:extLst>
            </p:cNvPr>
            <p:cNvSpPr/>
            <p:nvPr/>
          </p:nvSpPr>
          <p:spPr>
            <a:xfrm>
              <a:off x="2170609" y="2699657"/>
              <a:ext cx="1199607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运行</a:t>
              </a:r>
              <a:r>
                <a:rPr lang="en-US" altLang="zh-CN" sz="1000" dirty="0">
                  <a:solidFill>
                    <a:schemeClr val="tx1"/>
                  </a:solidFill>
                </a:rPr>
                <a:t>Simulink</a:t>
              </a:r>
              <a:r>
                <a:rPr lang="zh-CN" altLang="en-US" sz="1000" dirty="0">
                  <a:solidFill>
                    <a:schemeClr val="tx1"/>
                  </a:solidFill>
                </a:rPr>
                <a:t>模型</a:t>
              </a:r>
            </a:p>
          </p:txBody>
        </p: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9616F918-0253-B5A7-2E90-190FC2D37C29}"/>
                </a:ext>
              </a:extLst>
            </p:cNvPr>
            <p:cNvCxnSpPr>
              <a:cxnSpLocks/>
              <a:stCxn id="21" idx="2"/>
              <a:endCxn id="34" idx="0"/>
            </p:cNvCxnSpPr>
            <p:nvPr/>
          </p:nvCxnSpPr>
          <p:spPr>
            <a:xfrm flipH="1">
              <a:off x="2770412" y="3129148"/>
              <a:ext cx="1" cy="38297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9242240E-38B4-6DC1-92BE-FCEFEF215779}"/>
                </a:ext>
              </a:extLst>
            </p:cNvPr>
            <p:cNvSpPr/>
            <p:nvPr/>
          </p:nvSpPr>
          <p:spPr>
            <a:xfrm>
              <a:off x="2170608" y="3512126"/>
              <a:ext cx="1199607" cy="429491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提取运行数据的时域指标</a:t>
              </a:r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76831631-BA97-B5AD-5A67-33FF26001410}"/>
                </a:ext>
              </a:extLst>
            </p:cNvPr>
            <p:cNvCxnSpPr>
              <a:cxnSpLocks/>
              <a:stCxn id="34" idx="2"/>
              <a:endCxn id="42" idx="0"/>
            </p:cNvCxnSpPr>
            <p:nvPr/>
          </p:nvCxnSpPr>
          <p:spPr>
            <a:xfrm>
              <a:off x="2770412" y="3941617"/>
              <a:ext cx="2" cy="38297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DE13BA2B-EE09-D612-0136-81AD8F70F7F7}"/>
                </a:ext>
              </a:extLst>
            </p:cNvPr>
            <p:cNvSpPr/>
            <p:nvPr/>
          </p:nvSpPr>
          <p:spPr>
            <a:xfrm>
              <a:off x="2301239" y="4324596"/>
              <a:ext cx="938349" cy="446910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保存到</a:t>
              </a:r>
              <a:r>
                <a:rPr lang="en-US" altLang="zh-CN" sz="1000" dirty="0">
                  <a:solidFill>
                    <a:schemeClr val="tx1"/>
                  </a:solidFill>
                </a:rPr>
                <a:t>Excel</a:t>
              </a:r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83403791-3D51-8948-B39B-30B4E0429B32}"/>
                </a:ext>
              </a:extLst>
            </p:cNvPr>
            <p:cNvCxnSpPr>
              <a:cxnSpLocks/>
              <a:stCxn id="42" idx="2"/>
              <a:endCxn id="45" idx="0"/>
            </p:cNvCxnSpPr>
            <p:nvPr/>
          </p:nvCxnSpPr>
          <p:spPr>
            <a:xfrm flipH="1">
              <a:off x="2770411" y="4771506"/>
              <a:ext cx="3" cy="33824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流程图: 决策 44">
              <a:extLst>
                <a:ext uri="{FF2B5EF4-FFF2-40B4-BE49-F238E27FC236}">
                  <a16:creationId xmlns:a16="http://schemas.microsoft.com/office/drawing/2014/main" id="{9F1F2BDD-2E19-D2E9-AD9E-45BB9694F1EE}"/>
                </a:ext>
              </a:extLst>
            </p:cNvPr>
            <p:cNvSpPr/>
            <p:nvPr/>
          </p:nvSpPr>
          <p:spPr>
            <a:xfrm>
              <a:off x="1742799" y="5109754"/>
              <a:ext cx="2055223" cy="703610"/>
            </a:xfrm>
            <a:prstGeom prst="flowChartDecisio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</a:rPr>
                <a:t>输入量读取完毕</a:t>
              </a:r>
            </a:p>
          </p:txBody>
        </p: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3063C3A4-2EBF-A483-C5AA-76EE348F3DAB}"/>
                </a:ext>
              </a:extLst>
            </p:cNvPr>
            <p:cNvCxnSpPr>
              <a:cxnSpLocks/>
              <a:stCxn id="45" idx="3"/>
            </p:cNvCxnSpPr>
            <p:nvPr/>
          </p:nvCxnSpPr>
          <p:spPr>
            <a:xfrm flipH="1" flipV="1">
              <a:off x="2770410" y="1720338"/>
              <a:ext cx="1027612" cy="3741221"/>
            </a:xfrm>
            <a:prstGeom prst="bentConnector4">
              <a:avLst>
                <a:gd name="adj1" fmla="val -35805"/>
                <a:gd name="adj2" fmla="val 100093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AC42FFA8-DF6A-5AD9-B48B-A8954AD9A837}"/>
                </a:ext>
              </a:extLst>
            </p:cNvPr>
            <p:cNvSpPr txBox="1"/>
            <p:nvPr/>
          </p:nvSpPr>
          <p:spPr>
            <a:xfrm>
              <a:off x="3798022" y="5221963"/>
              <a:ext cx="3570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/>
                <a:t>否</a:t>
              </a:r>
            </a:p>
          </p:txBody>
        </p: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A15523C8-4B35-B1E3-136B-51F6A2ED5BFE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rot="5400000" flipH="1">
              <a:off x="345965" y="3388919"/>
              <a:ext cx="4848891" cy="12700"/>
            </a:xfrm>
            <a:prstGeom prst="bentConnector5">
              <a:avLst>
                <a:gd name="adj1" fmla="val -4714"/>
                <a:gd name="adj2" fmla="val 11297118"/>
                <a:gd name="adj3" fmla="val 10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ACA8A96C-002E-F855-0998-E1BAB23CB193}"/>
                </a:ext>
              </a:extLst>
            </p:cNvPr>
            <p:cNvSpPr txBox="1"/>
            <p:nvPr/>
          </p:nvSpPr>
          <p:spPr>
            <a:xfrm>
              <a:off x="2413358" y="5778979"/>
              <a:ext cx="3570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/>
                <a:t>是</a:t>
              </a:r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5704529F-8205-E808-830B-94A7B0CB52A6}"/>
                </a:ext>
              </a:extLst>
            </p:cNvPr>
            <p:cNvSpPr txBox="1"/>
            <p:nvPr/>
          </p:nvSpPr>
          <p:spPr>
            <a:xfrm>
              <a:off x="1372317" y="727950"/>
              <a:ext cx="8899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200" dirty="0"/>
                <a:t>更新参数</a:t>
              </a:r>
            </a:p>
          </p:txBody>
        </p:sp>
      </p:grp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0A92265-BA30-4C1C-A3E7-286E6EB9A29B}"/>
              </a:ext>
            </a:extLst>
          </p:cNvPr>
          <p:cNvSpPr/>
          <p:nvPr/>
        </p:nvSpPr>
        <p:spPr>
          <a:xfrm>
            <a:off x="7497127" y="413062"/>
            <a:ext cx="1096804" cy="429491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相关性分析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C070ABA-944E-63DE-80BC-85F0A91211DB}"/>
              </a:ext>
            </a:extLst>
          </p:cNvPr>
          <p:cNvSpPr/>
          <p:nvPr/>
        </p:nvSpPr>
        <p:spPr>
          <a:xfrm>
            <a:off x="7497127" y="1215544"/>
            <a:ext cx="1096804" cy="654225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选定一个控制量，保持其他控制量不变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7766BB2-D1BA-1627-BBA0-69993B3994C6}"/>
              </a:ext>
            </a:extLst>
          </p:cNvPr>
          <p:cNvSpPr/>
          <p:nvPr/>
        </p:nvSpPr>
        <p:spPr>
          <a:xfrm>
            <a:off x="7497127" y="2194422"/>
            <a:ext cx="1096804" cy="93472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选定控制量所在列与状态量的统计指标做相关性分析</a:t>
            </a:r>
          </a:p>
        </p:txBody>
      </p:sp>
    </p:spTree>
    <p:extLst>
      <p:ext uri="{BB962C8B-B14F-4D97-AF65-F5344CB8AC3E}">
        <p14:creationId xmlns:p14="http://schemas.microsoft.com/office/powerpoint/2010/main" val="39645288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>
            <a:extLst>
              <a:ext uri="{FF2B5EF4-FFF2-40B4-BE49-F238E27FC236}">
                <a16:creationId xmlns:a16="http://schemas.microsoft.com/office/drawing/2014/main" id="{EB67AF36-DD74-0CD1-523B-43269E53696B}"/>
              </a:ext>
            </a:extLst>
          </p:cNvPr>
          <p:cNvGrpSpPr/>
          <p:nvPr/>
        </p:nvGrpSpPr>
        <p:grpSpPr>
          <a:xfrm>
            <a:off x="3093057" y="1545106"/>
            <a:ext cx="3848132" cy="1452036"/>
            <a:chOff x="2996805" y="1169720"/>
            <a:chExt cx="3848132" cy="14520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: 圆角 1">
                  <a:extLst>
                    <a:ext uri="{FF2B5EF4-FFF2-40B4-BE49-F238E27FC236}">
                      <a16:creationId xmlns:a16="http://schemas.microsoft.com/office/drawing/2014/main" id="{13409FFF-927B-87D4-5674-52BA19890817}"/>
                    </a:ext>
                  </a:extLst>
                </p:cNvPr>
                <p:cNvSpPr/>
                <p:nvPr/>
              </p:nvSpPr>
              <p:spPr>
                <a:xfrm>
                  <a:off x="4243388" y="1304789"/>
                  <a:ext cx="442912" cy="345417"/>
                </a:xfrm>
                <a:prstGeom prst="roundRect">
                  <a:avLst/>
                </a:prstGeom>
                <a:noFill/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en-US" altLang="zh-CN" sz="1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" name="矩形: 圆角 1">
                  <a:extLst>
                    <a:ext uri="{FF2B5EF4-FFF2-40B4-BE49-F238E27FC236}">
                      <a16:creationId xmlns:a16="http://schemas.microsoft.com/office/drawing/2014/main" id="{13409FFF-927B-87D4-5674-52BA1989081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3388" y="1304789"/>
                  <a:ext cx="442912" cy="345417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1270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: 圆角 2">
                  <a:extLst>
                    <a:ext uri="{FF2B5EF4-FFF2-40B4-BE49-F238E27FC236}">
                      <a16:creationId xmlns:a16="http://schemas.microsoft.com/office/drawing/2014/main" id="{11035352-3BF1-E3A3-2344-8DBDC965B322}"/>
                    </a:ext>
                  </a:extLst>
                </p:cNvPr>
                <p:cNvSpPr/>
                <p:nvPr/>
              </p:nvSpPr>
              <p:spPr>
                <a:xfrm>
                  <a:off x="4243388" y="2276339"/>
                  <a:ext cx="442912" cy="345417"/>
                </a:xfrm>
                <a:prstGeom prst="roundRect">
                  <a:avLst/>
                </a:prstGeom>
                <a:noFill/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ts val="1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sub>
                        </m:sSub>
                      </m:oMath>
                    </m:oMathPara>
                  </a14:m>
                  <a:endParaRPr lang="en-US" altLang="zh-CN" sz="14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" name="矩形: 圆角 2">
                  <a:extLst>
                    <a:ext uri="{FF2B5EF4-FFF2-40B4-BE49-F238E27FC236}">
                      <a16:creationId xmlns:a16="http://schemas.microsoft.com/office/drawing/2014/main" id="{11035352-3BF1-E3A3-2344-8DBDC965B3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3388" y="2276339"/>
                  <a:ext cx="442912" cy="345417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FE1EEC9-086C-25F0-7F97-D9601A4808C3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3164681" y="1477498"/>
              <a:ext cx="107870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E5CB94F7-0854-F8E6-EE9A-39C1E2B6D3F7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3164680" y="2449047"/>
              <a:ext cx="107870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流程图: 汇总连接 9">
              <a:extLst>
                <a:ext uri="{FF2B5EF4-FFF2-40B4-BE49-F238E27FC236}">
                  <a16:creationId xmlns:a16="http://schemas.microsoft.com/office/drawing/2014/main" id="{4540B5FA-1F8B-8327-BCCE-A2C148D54C16}"/>
                </a:ext>
              </a:extLst>
            </p:cNvPr>
            <p:cNvSpPr/>
            <p:nvPr/>
          </p:nvSpPr>
          <p:spPr>
            <a:xfrm>
              <a:off x="5172074" y="1811994"/>
              <a:ext cx="342901" cy="345417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D7A5515B-7104-FF33-1655-8FA0AF104996}"/>
                </a:ext>
              </a:extLst>
            </p:cNvPr>
            <p:cNvCxnSpPr>
              <a:cxnSpLocks/>
              <a:stCxn id="3" idx="3"/>
              <a:endCxn id="10" idx="4"/>
            </p:cNvCxnSpPr>
            <p:nvPr/>
          </p:nvCxnSpPr>
          <p:spPr>
            <a:xfrm flipV="1">
              <a:off x="4686300" y="2157411"/>
              <a:ext cx="657225" cy="29163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箭头连接符 10">
              <a:extLst>
                <a:ext uri="{FF2B5EF4-FFF2-40B4-BE49-F238E27FC236}">
                  <a16:creationId xmlns:a16="http://schemas.microsoft.com/office/drawing/2014/main" id="{940531B5-ED1D-0B2F-9C73-F90B8B773F67}"/>
                </a:ext>
              </a:extLst>
            </p:cNvPr>
            <p:cNvCxnSpPr>
              <a:cxnSpLocks/>
              <a:stCxn id="2" idx="3"/>
              <a:endCxn id="10" idx="0"/>
            </p:cNvCxnSpPr>
            <p:nvPr/>
          </p:nvCxnSpPr>
          <p:spPr>
            <a:xfrm>
              <a:off x="4686300" y="1477498"/>
              <a:ext cx="657225" cy="33449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83C9C35E-B210-2C7D-5CF4-7630EF2AB4A2}"/>
                </a:ext>
              </a:extLst>
            </p:cNvPr>
            <p:cNvSpPr txBox="1"/>
            <p:nvPr/>
          </p:nvSpPr>
          <p:spPr>
            <a:xfrm>
              <a:off x="5178028" y="1690325"/>
              <a:ext cx="4143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+</a:t>
              </a:r>
              <a:endParaRPr lang="zh-CN" altLang="en-US" dirty="0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1EA56A09-D8DC-17CE-2E18-FC0962EFF8A0}"/>
                </a:ext>
              </a:extLst>
            </p:cNvPr>
            <p:cNvSpPr txBox="1"/>
            <p:nvPr/>
          </p:nvSpPr>
          <p:spPr>
            <a:xfrm>
              <a:off x="5176561" y="1909748"/>
              <a:ext cx="4143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+</a:t>
              </a:r>
              <a:endParaRPr lang="zh-CN" altLang="en-US" dirty="0"/>
            </a:p>
          </p:txBody>
        </p: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E1667A6F-38AC-9CAB-E73C-B8B16DA05543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 flipV="1">
              <a:off x="5514975" y="1984702"/>
              <a:ext cx="421481" cy="1"/>
            </a:xfrm>
            <a:prstGeom prst="straightConnector1">
              <a:avLst/>
            </a:prstGeom>
            <a:ln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536E9487-72CC-44B1-585D-CBFF31DED115}"/>
                    </a:ext>
                  </a:extLst>
                </p:cNvPr>
                <p:cNvSpPr txBox="1"/>
                <p:nvPr/>
              </p:nvSpPr>
              <p:spPr>
                <a:xfrm>
                  <a:off x="6255546" y="1644746"/>
                  <a:ext cx="4143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𝑤𝑐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536E9487-72CC-44B1-585D-CBFF31DED1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55546" y="1644746"/>
                  <a:ext cx="41433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2205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339C5BDB-DAEE-B64C-97FA-865AA7313E58}"/>
                    </a:ext>
                  </a:extLst>
                </p:cNvPr>
                <p:cNvSpPr txBox="1"/>
                <p:nvPr/>
              </p:nvSpPr>
              <p:spPr>
                <a:xfrm>
                  <a:off x="3078956" y="1169720"/>
                  <a:ext cx="107870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339C5BDB-DAEE-B64C-97FA-865AA7313E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78956" y="1169720"/>
                  <a:ext cx="107870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05D7B431-026F-7318-BAF4-01BAA2EBCBD4}"/>
                    </a:ext>
                  </a:extLst>
                </p:cNvPr>
                <p:cNvSpPr txBox="1"/>
                <p:nvPr/>
              </p:nvSpPr>
              <p:spPr>
                <a:xfrm>
                  <a:off x="2996805" y="2139856"/>
                  <a:ext cx="1078706" cy="3247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sz="1400">
                            <a:latin typeface="Cambria Math" panose="02040503050406030204" pitchFamily="18" charset="0"/>
                          </a:rPr>
                          <m:t>Δ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sz="1400">
                            <a:latin typeface="Cambria Math" panose="02040503050406030204" pitchFamily="18" charset="0"/>
                          </a:rPr>
                          <m:t>Δ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05D7B431-026F-7318-BAF4-01BAA2EBC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6805" y="2139856"/>
                  <a:ext cx="1078706" cy="324769"/>
                </a:xfrm>
                <a:prstGeom prst="rect">
                  <a:avLst/>
                </a:prstGeom>
                <a:blipFill>
                  <a:blip r:embed="rId6"/>
                  <a:stretch>
                    <a:fillRect r="-1073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B95C1856-A57B-43E7-8E82-50F5CD76D0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36456" y="1750423"/>
              <a:ext cx="264320" cy="231778"/>
            </a:xfrm>
            <a:prstGeom prst="straightConnector1">
              <a:avLst/>
            </a:prstGeom>
            <a:ln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2F41E30C-F993-C373-4A97-9C70462E142F}"/>
                </a:ext>
              </a:extLst>
            </p:cNvPr>
            <p:cNvCxnSpPr>
              <a:cxnSpLocks/>
            </p:cNvCxnSpPr>
            <p:nvPr/>
          </p:nvCxnSpPr>
          <p:spPr>
            <a:xfrm>
              <a:off x="6153864" y="1994184"/>
              <a:ext cx="69107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34FA0076-7692-1677-CD93-B49C9AC2B374}"/>
                    </a:ext>
                  </a:extLst>
                </p:cNvPr>
                <p:cNvSpPr txBox="1"/>
                <p:nvPr/>
              </p:nvSpPr>
              <p:spPr>
                <a:xfrm>
                  <a:off x="5848351" y="1964730"/>
                  <a:ext cx="4143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34FA0076-7692-1677-CD93-B49C9AC2B3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8351" y="1964730"/>
                  <a:ext cx="414338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72576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0D1CD5B6-3311-79DC-0D74-0C7303E6843A}"/>
                  </a:ext>
                </a:extLst>
              </p:cNvPr>
              <p:cNvSpPr/>
              <p:nvPr/>
            </p:nvSpPr>
            <p:spPr>
              <a:xfrm>
                <a:off x="3907941" y="1546518"/>
                <a:ext cx="467814" cy="430519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𝐽𝑠</m:t>
                          </m:r>
                        </m:den>
                      </m:f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0D1CD5B6-3311-79DC-0D74-0C7303E68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941" y="1546518"/>
                <a:ext cx="467814" cy="43051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: 圆角 6">
                <a:extLst>
                  <a:ext uri="{FF2B5EF4-FFF2-40B4-BE49-F238E27FC236}">
                    <a16:creationId xmlns:a16="http://schemas.microsoft.com/office/drawing/2014/main" id="{3120D20B-E186-C757-CF7F-89CB8285C1B3}"/>
                  </a:ext>
                </a:extLst>
              </p:cNvPr>
              <p:cNvSpPr/>
              <p:nvPr/>
            </p:nvSpPr>
            <p:spPr>
              <a:xfrm>
                <a:off x="4927351" y="1550955"/>
                <a:ext cx="690565" cy="387969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矩形: 圆角 6">
                <a:extLst>
                  <a:ext uri="{FF2B5EF4-FFF2-40B4-BE49-F238E27FC236}">
                    <a16:creationId xmlns:a16="http://schemas.microsoft.com/office/drawing/2014/main" id="{3120D20B-E186-C757-CF7F-89CB8285C1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351" y="1550955"/>
                <a:ext cx="690565" cy="38796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C43DDCAD-265D-4715-0DDB-1C94821350B8}"/>
                  </a:ext>
                </a:extLst>
              </p:cNvPr>
              <p:cNvSpPr/>
              <p:nvPr/>
            </p:nvSpPr>
            <p:spPr>
              <a:xfrm>
                <a:off x="5848233" y="1552422"/>
                <a:ext cx="690565" cy="387969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0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0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C43DDCAD-265D-4715-0DDB-1C94821350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233" y="1552422"/>
                <a:ext cx="690565" cy="38796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: 圆角 8">
                <a:extLst>
                  <a:ext uri="{FF2B5EF4-FFF2-40B4-BE49-F238E27FC236}">
                    <a16:creationId xmlns:a16="http://schemas.microsoft.com/office/drawing/2014/main" id="{846182CF-D630-AB55-AF49-9FCA7DA2EC8B}"/>
                  </a:ext>
                </a:extLst>
              </p:cNvPr>
              <p:cNvSpPr/>
              <p:nvPr/>
            </p:nvSpPr>
            <p:spPr>
              <a:xfrm>
                <a:off x="8059273" y="1564181"/>
                <a:ext cx="690565" cy="387969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矩形: 圆角 8">
                <a:extLst>
                  <a:ext uri="{FF2B5EF4-FFF2-40B4-BE49-F238E27FC236}">
                    <a16:creationId xmlns:a16="http://schemas.microsoft.com/office/drawing/2014/main" id="{846182CF-D630-AB55-AF49-9FCA7DA2EC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9273" y="1564181"/>
                <a:ext cx="690565" cy="38796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: 圆角 9">
                <a:extLst>
                  <a:ext uri="{FF2B5EF4-FFF2-40B4-BE49-F238E27FC236}">
                    <a16:creationId xmlns:a16="http://schemas.microsoft.com/office/drawing/2014/main" id="{0F6F1D7E-FB5F-4318-58B4-7428E94F1623}"/>
                  </a:ext>
                </a:extLst>
              </p:cNvPr>
              <p:cNvSpPr/>
              <p:nvPr/>
            </p:nvSpPr>
            <p:spPr>
              <a:xfrm>
                <a:off x="8997058" y="1550955"/>
                <a:ext cx="345282" cy="387969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矩形: 圆角 9">
                <a:extLst>
                  <a:ext uri="{FF2B5EF4-FFF2-40B4-BE49-F238E27FC236}">
                    <a16:creationId xmlns:a16="http://schemas.microsoft.com/office/drawing/2014/main" id="{0F6F1D7E-FB5F-4318-58B4-7428E94F16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7058" y="1550955"/>
                <a:ext cx="345282" cy="38796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E47D7D41-3A26-77FF-FD84-743781152280}"/>
                  </a:ext>
                </a:extLst>
              </p:cNvPr>
              <p:cNvSpPr/>
              <p:nvPr/>
            </p:nvSpPr>
            <p:spPr>
              <a:xfrm>
                <a:off x="9712838" y="1526179"/>
                <a:ext cx="344081" cy="430519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E47D7D41-3A26-77FF-FD84-7437811522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2838" y="1526179"/>
                <a:ext cx="344081" cy="43051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流程图: 汇总连接 11">
            <a:extLst>
              <a:ext uri="{FF2B5EF4-FFF2-40B4-BE49-F238E27FC236}">
                <a16:creationId xmlns:a16="http://schemas.microsoft.com/office/drawing/2014/main" id="{AC357865-2844-52C7-C16C-B08F50BA6455}"/>
              </a:ext>
            </a:extLst>
          </p:cNvPr>
          <p:cNvSpPr/>
          <p:nvPr/>
        </p:nvSpPr>
        <p:spPr>
          <a:xfrm>
            <a:off x="4565654" y="1663451"/>
            <a:ext cx="202403" cy="196655"/>
          </a:xfrm>
          <a:prstGeom prst="flowChartSummingJuncti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" name="直接箭头连接符 10">
            <a:extLst>
              <a:ext uri="{FF2B5EF4-FFF2-40B4-BE49-F238E27FC236}">
                <a16:creationId xmlns:a16="http://schemas.microsoft.com/office/drawing/2014/main" id="{E0B8F07C-0125-8786-5941-6446F4042D73}"/>
              </a:ext>
            </a:extLst>
          </p:cNvPr>
          <p:cNvCxnSpPr>
            <a:cxnSpLocks/>
            <a:stCxn id="6" idx="3"/>
            <a:endCxn id="12" idx="2"/>
          </p:cNvCxnSpPr>
          <p:nvPr/>
        </p:nvCxnSpPr>
        <p:spPr>
          <a:xfrm>
            <a:off x="4375755" y="1761778"/>
            <a:ext cx="1898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0">
            <a:extLst>
              <a:ext uri="{FF2B5EF4-FFF2-40B4-BE49-F238E27FC236}">
                <a16:creationId xmlns:a16="http://schemas.microsoft.com/office/drawing/2014/main" id="{B5803C61-E0A0-2C33-5BA5-F98846C75EF0}"/>
              </a:ext>
            </a:extLst>
          </p:cNvPr>
          <p:cNvCxnSpPr>
            <a:cxnSpLocks/>
            <a:stCxn id="12" idx="6"/>
            <a:endCxn id="7" idx="1"/>
          </p:cNvCxnSpPr>
          <p:nvPr/>
        </p:nvCxnSpPr>
        <p:spPr>
          <a:xfrm flipV="1">
            <a:off x="4768057" y="1744940"/>
            <a:ext cx="159294" cy="1683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箭头连接符 10">
            <a:extLst>
              <a:ext uri="{FF2B5EF4-FFF2-40B4-BE49-F238E27FC236}">
                <a16:creationId xmlns:a16="http://schemas.microsoft.com/office/drawing/2014/main" id="{8860B921-35A4-B3A8-1DEC-DDB736A076E9}"/>
              </a:ext>
            </a:extLst>
          </p:cNvPr>
          <p:cNvCxnSpPr>
            <a:cxnSpLocks/>
            <a:stCxn id="26" idx="1"/>
            <a:endCxn id="25" idx="3"/>
          </p:cNvCxnSpPr>
          <p:nvPr/>
        </p:nvCxnSpPr>
        <p:spPr>
          <a:xfrm rot="10800000" flipV="1">
            <a:off x="8904515" y="1266591"/>
            <a:ext cx="118908" cy="167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0">
            <a:extLst>
              <a:ext uri="{FF2B5EF4-FFF2-40B4-BE49-F238E27FC236}">
                <a16:creationId xmlns:a16="http://schemas.microsoft.com/office/drawing/2014/main" id="{C1E8D898-019B-4D94-5E6B-159B0A28909D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5617916" y="1744940"/>
            <a:ext cx="230317" cy="14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53FA36FE-89A4-B975-BC86-46FAE49C1243}"/>
                  </a:ext>
                </a:extLst>
              </p:cNvPr>
              <p:cNvSpPr/>
              <p:nvPr/>
            </p:nvSpPr>
            <p:spPr>
              <a:xfrm>
                <a:off x="6750547" y="1550957"/>
                <a:ext cx="690565" cy="387969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53FA36FE-89A4-B975-BC86-46FAE49C12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0547" y="1550957"/>
                <a:ext cx="690565" cy="38796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接箭头连接符 10">
            <a:extLst>
              <a:ext uri="{FF2B5EF4-FFF2-40B4-BE49-F238E27FC236}">
                <a16:creationId xmlns:a16="http://schemas.microsoft.com/office/drawing/2014/main" id="{6AD678C3-413A-FD43-4646-C181517C9459}"/>
              </a:ext>
            </a:extLst>
          </p:cNvPr>
          <p:cNvCxnSpPr>
            <a:cxnSpLocks/>
            <a:stCxn id="8" idx="3"/>
            <a:endCxn id="17" idx="1"/>
          </p:cNvCxnSpPr>
          <p:nvPr/>
        </p:nvCxnSpPr>
        <p:spPr>
          <a:xfrm flipV="1">
            <a:off x="6538798" y="1744942"/>
            <a:ext cx="211749" cy="14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流程图: 汇总连接 18">
            <a:extLst>
              <a:ext uri="{FF2B5EF4-FFF2-40B4-BE49-F238E27FC236}">
                <a16:creationId xmlns:a16="http://schemas.microsoft.com/office/drawing/2014/main" id="{4A904DC3-05AC-FB3B-49E8-E9E4A6547902}"/>
              </a:ext>
            </a:extLst>
          </p:cNvPr>
          <p:cNvSpPr/>
          <p:nvPr/>
        </p:nvSpPr>
        <p:spPr>
          <a:xfrm>
            <a:off x="7659608" y="1652586"/>
            <a:ext cx="202403" cy="196655"/>
          </a:xfrm>
          <a:prstGeom prst="flowChartSummingJuncti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" name="直接箭头连接符 10">
            <a:extLst>
              <a:ext uri="{FF2B5EF4-FFF2-40B4-BE49-F238E27FC236}">
                <a16:creationId xmlns:a16="http://schemas.microsoft.com/office/drawing/2014/main" id="{8D17460A-8523-BD47-7890-4EA2249259B7}"/>
              </a:ext>
            </a:extLst>
          </p:cNvPr>
          <p:cNvCxnSpPr>
            <a:cxnSpLocks/>
            <a:stCxn id="17" idx="3"/>
            <a:endCxn id="19" idx="2"/>
          </p:cNvCxnSpPr>
          <p:nvPr/>
        </p:nvCxnSpPr>
        <p:spPr>
          <a:xfrm>
            <a:off x="7441112" y="1744942"/>
            <a:ext cx="218496" cy="597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10">
            <a:extLst>
              <a:ext uri="{FF2B5EF4-FFF2-40B4-BE49-F238E27FC236}">
                <a16:creationId xmlns:a16="http://schemas.microsoft.com/office/drawing/2014/main" id="{A2B21018-EEA5-1C6B-4779-63DCE0777C7C}"/>
              </a:ext>
            </a:extLst>
          </p:cNvPr>
          <p:cNvCxnSpPr>
            <a:cxnSpLocks/>
            <a:stCxn id="19" idx="6"/>
            <a:endCxn id="9" idx="1"/>
          </p:cNvCxnSpPr>
          <p:nvPr/>
        </p:nvCxnSpPr>
        <p:spPr>
          <a:xfrm>
            <a:off x="7862011" y="1750914"/>
            <a:ext cx="197262" cy="72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10">
            <a:extLst>
              <a:ext uri="{FF2B5EF4-FFF2-40B4-BE49-F238E27FC236}">
                <a16:creationId xmlns:a16="http://schemas.microsoft.com/office/drawing/2014/main" id="{82B84D6E-13C4-BE3A-7B11-DF1E9E5FC378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8749838" y="1744940"/>
            <a:ext cx="247220" cy="132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10">
            <a:extLst>
              <a:ext uri="{FF2B5EF4-FFF2-40B4-BE49-F238E27FC236}">
                <a16:creationId xmlns:a16="http://schemas.microsoft.com/office/drawing/2014/main" id="{5BC4187E-6576-54CE-05AB-74B2D003BD12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9342340" y="1741439"/>
            <a:ext cx="370498" cy="35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箭头连接符 10">
            <a:extLst>
              <a:ext uri="{FF2B5EF4-FFF2-40B4-BE49-F238E27FC236}">
                <a16:creationId xmlns:a16="http://schemas.microsoft.com/office/drawing/2014/main" id="{16DC6883-3C40-8C10-3C90-07854ECEBAFD}"/>
              </a:ext>
            </a:extLst>
          </p:cNvPr>
          <p:cNvCxnSpPr>
            <a:cxnSpLocks/>
            <a:stCxn id="27" idx="1"/>
            <a:endCxn id="19" idx="0"/>
          </p:cNvCxnSpPr>
          <p:nvPr/>
        </p:nvCxnSpPr>
        <p:spPr>
          <a:xfrm rot="10800000" flipV="1">
            <a:off x="7760811" y="1266590"/>
            <a:ext cx="371443" cy="3859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矩形: 圆角 24">
                <a:extLst>
                  <a:ext uri="{FF2B5EF4-FFF2-40B4-BE49-F238E27FC236}">
                    <a16:creationId xmlns:a16="http://schemas.microsoft.com/office/drawing/2014/main" id="{3C446F0C-6D33-6B43-43AC-06890D3D4E81}"/>
                  </a:ext>
                </a:extLst>
              </p:cNvPr>
              <p:cNvSpPr/>
              <p:nvPr/>
            </p:nvSpPr>
            <p:spPr>
              <a:xfrm>
                <a:off x="8486423" y="1089326"/>
                <a:ext cx="418092" cy="387969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矩形: 圆角 24">
                <a:extLst>
                  <a:ext uri="{FF2B5EF4-FFF2-40B4-BE49-F238E27FC236}">
                    <a16:creationId xmlns:a16="http://schemas.microsoft.com/office/drawing/2014/main" id="{3C446F0C-6D33-6B43-43AC-06890D3D4E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6423" y="1089326"/>
                <a:ext cx="418092" cy="387969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B896BC37-7738-B40F-61B4-D2BE8788CF1D}"/>
                  </a:ext>
                </a:extLst>
              </p:cNvPr>
              <p:cNvSpPr/>
              <p:nvPr/>
            </p:nvSpPr>
            <p:spPr>
              <a:xfrm>
                <a:off x="9023423" y="1072607"/>
                <a:ext cx="292552" cy="387969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B896BC37-7738-B40F-61B4-D2BE8788CF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3423" y="1072607"/>
                <a:ext cx="292552" cy="387969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矩形: 圆角 26">
                <a:extLst>
                  <a:ext uri="{FF2B5EF4-FFF2-40B4-BE49-F238E27FC236}">
                    <a16:creationId xmlns:a16="http://schemas.microsoft.com/office/drawing/2014/main" id="{F730A53D-C225-43CA-0995-4C6E1BC4CC62}"/>
                  </a:ext>
                </a:extLst>
              </p:cNvPr>
              <p:cNvSpPr/>
              <p:nvPr/>
            </p:nvSpPr>
            <p:spPr>
              <a:xfrm>
                <a:off x="8132253" y="1145349"/>
                <a:ext cx="202404" cy="242483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矩形: 圆角 26">
                <a:extLst>
                  <a:ext uri="{FF2B5EF4-FFF2-40B4-BE49-F238E27FC236}">
                    <a16:creationId xmlns:a16="http://schemas.microsoft.com/office/drawing/2014/main" id="{F730A53D-C225-43CA-0995-4C6E1BC4CC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253" y="1145349"/>
                <a:ext cx="202404" cy="242483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接箭头连接符 10">
            <a:extLst>
              <a:ext uri="{FF2B5EF4-FFF2-40B4-BE49-F238E27FC236}">
                <a16:creationId xmlns:a16="http://schemas.microsoft.com/office/drawing/2014/main" id="{F4C3402E-BF3A-06DD-A2B3-4466E44CFC80}"/>
              </a:ext>
            </a:extLst>
          </p:cNvPr>
          <p:cNvCxnSpPr>
            <a:cxnSpLocks/>
            <a:stCxn id="25" idx="1"/>
            <a:endCxn id="27" idx="3"/>
          </p:cNvCxnSpPr>
          <p:nvPr/>
        </p:nvCxnSpPr>
        <p:spPr>
          <a:xfrm rot="10800000">
            <a:off x="8334657" y="1266591"/>
            <a:ext cx="151766" cy="167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10">
            <a:extLst>
              <a:ext uri="{FF2B5EF4-FFF2-40B4-BE49-F238E27FC236}">
                <a16:creationId xmlns:a16="http://schemas.microsoft.com/office/drawing/2014/main" id="{E6C06989-FD60-9545-79AC-A43E2E0380C3}"/>
              </a:ext>
            </a:extLst>
          </p:cNvPr>
          <p:cNvCxnSpPr>
            <a:cxnSpLocks/>
            <a:endCxn id="26" idx="3"/>
          </p:cNvCxnSpPr>
          <p:nvPr/>
        </p:nvCxnSpPr>
        <p:spPr>
          <a:xfrm rot="16200000" flipV="1">
            <a:off x="9139572" y="1442995"/>
            <a:ext cx="478348" cy="12554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10">
            <a:extLst>
              <a:ext uri="{FF2B5EF4-FFF2-40B4-BE49-F238E27FC236}">
                <a16:creationId xmlns:a16="http://schemas.microsoft.com/office/drawing/2014/main" id="{C864CCE2-DF19-D835-85D9-AD459F8816DB}"/>
              </a:ext>
            </a:extLst>
          </p:cNvPr>
          <p:cNvCxnSpPr>
            <a:cxnSpLocks/>
            <a:endCxn id="12" idx="4"/>
          </p:cNvCxnSpPr>
          <p:nvPr/>
        </p:nvCxnSpPr>
        <p:spPr>
          <a:xfrm rot="10800000" flipV="1">
            <a:off x="4666857" y="1741440"/>
            <a:ext cx="4774665" cy="118665"/>
          </a:xfrm>
          <a:prstGeom prst="bentConnector4">
            <a:avLst>
              <a:gd name="adj1" fmla="val 15"/>
              <a:gd name="adj2" fmla="val 10993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0AF0F76F-FFDF-8CDA-8A3A-BCE8C13A7BF7}"/>
              </a:ext>
            </a:extLst>
          </p:cNvPr>
          <p:cNvSpPr/>
          <p:nvPr/>
        </p:nvSpPr>
        <p:spPr>
          <a:xfrm>
            <a:off x="7083591" y="2193714"/>
            <a:ext cx="344081" cy="430519"/>
          </a:xfrm>
          <a:prstGeom prst="round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32" name="直接箭头连接符 10">
            <a:extLst>
              <a:ext uri="{FF2B5EF4-FFF2-40B4-BE49-F238E27FC236}">
                <a16:creationId xmlns:a16="http://schemas.microsoft.com/office/drawing/2014/main" id="{A7948C51-A4B0-B2F9-CF8F-42C508600226}"/>
              </a:ext>
            </a:extLst>
          </p:cNvPr>
          <p:cNvCxnSpPr>
            <a:cxnSpLocks/>
            <a:endCxn id="36" idx="3"/>
          </p:cNvCxnSpPr>
          <p:nvPr/>
        </p:nvCxnSpPr>
        <p:spPr>
          <a:xfrm rot="10800000" flipV="1">
            <a:off x="8610407" y="1750913"/>
            <a:ext cx="705568" cy="438879"/>
          </a:xfrm>
          <a:prstGeom prst="bentConnector3">
            <a:avLst>
              <a:gd name="adj1" fmla="val -158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10">
            <a:extLst>
              <a:ext uri="{FF2B5EF4-FFF2-40B4-BE49-F238E27FC236}">
                <a16:creationId xmlns:a16="http://schemas.microsoft.com/office/drawing/2014/main" id="{0068A6F3-FF40-A59D-C142-086A5163EDC6}"/>
              </a:ext>
            </a:extLst>
          </p:cNvPr>
          <p:cNvCxnSpPr>
            <a:cxnSpLocks/>
            <a:stCxn id="36" idx="1"/>
            <a:endCxn id="19" idx="4"/>
          </p:cNvCxnSpPr>
          <p:nvPr/>
        </p:nvCxnSpPr>
        <p:spPr>
          <a:xfrm rot="10800000">
            <a:off x="7760811" y="1849241"/>
            <a:ext cx="366761" cy="3405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箭头连接符 10">
            <a:extLst>
              <a:ext uri="{FF2B5EF4-FFF2-40B4-BE49-F238E27FC236}">
                <a16:creationId xmlns:a16="http://schemas.microsoft.com/office/drawing/2014/main" id="{55AB8962-801D-4BF6-A375-CA095688B673}"/>
              </a:ext>
            </a:extLst>
          </p:cNvPr>
          <p:cNvCxnSpPr>
            <a:cxnSpLocks/>
            <a:stCxn id="36" idx="2"/>
            <a:endCxn id="37" idx="0"/>
          </p:cNvCxnSpPr>
          <p:nvPr/>
        </p:nvCxnSpPr>
        <p:spPr>
          <a:xfrm flipH="1">
            <a:off x="8362635" y="2362291"/>
            <a:ext cx="6354" cy="2793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箭头连接符 10">
            <a:extLst>
              <a:ext uri="{FF2B5EF4-FFF2-40B4-BE49-F238E27FC236}">
                <a16:creationId xmlns:a16="http://schemas.microsoft.com/office/drawing/2014/main" id="{4DEE5CF7-410B-3BB9-8A4B-00DA872E58F5}"/>
              </a:ext>
            </a:extLst>
          </p:cNvPr>
          <p:cNvCxnSpPr>
            <a:cxnSpLocks/>
            <a:stCxn id="11" idx="0"/>
            <a:endCxn id="27" idx="0"/>
          </p:cNvCxnSpPr>
          <p:nvPr/>
        </p:nvCxnSpPr>
        <p:spPr>
          <a:xfrm rot="16200000" flipV="1">
            <a:off x="8868752" y="510052"/>
            <a:ext cx="380830" cy="1651424"/>
          </a:xfrm>
          <a:prstGeom prst="bentConnector3">
            <a:avLst>
              <a:gd name="adj1" fmla="val 16002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: 圆角 35">
                <a:extLst>
                  <a:ext uri="{FF2B5EF4-FFF2-40B4-BE49-F238E27FC236}">
                    <a16:creationId xmlns:a16="http://schemas.microsoft.com/office/drawing/2014/main" id="{A5F37D31-477B-26EE-4BFC-210923A35E43}"/>
                  </a:ext>
                </a:extLst>
              </p:cNvPr>
              <p:cNvSpPr/>
              <p:nvPr/>
            </p:nvSpPr>
            <p:spPr>
              <a:xfrm>
                <a:off x="8127571" y="2017295"/>
                <a:ext cx="482836" cy="344996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𝕗</m:t>
                          </m:r>
                        </m:sub>
                      </m:sSub>
                      <m:r>
                        <a:rPr lang="en-US" altLang="zh-CN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CN" alt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: 圆角 35">
                <a:extLst>
                  <a:ext uri="{FF2B5EF4-FFF2-40B4-BE49-F238E27FC236}">
                    <a16:creationId xmlns:a16="http://schemas.microsoft.com/office/drawing/2014/main" id="{A5F37D31-477B-26EE-4BFC-210923A35E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7571" y="2017295"/>
                <a:ext cx="482836" cy="344996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DCBCB99-1EE0-4014-0D0C-4A20B2372300}"/>
              </a:ext>
            </a:extLst>
          </p:cNvPr>
          <p:cNvSpPr/>
          <p:nvPr/>
        </p:nvSpPr>
        <p:spPr>
          <a:xfrm>
            <a:off x="7960642" y="2641595"/>
            <a:ext cx="803985" cy="245728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摩擦增大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92FA578A-D334-3BDD-67CC-E39019D93C94}"/>
                  </a:ext>
                </a:extLst>
              </p:cNvPr>
              <p:cNvSpPr txBox="1"/>
              <p:nvPr/>
            </p:nvSpPr>
            <p:spPr>
              <a:xfrm>
                <a:off x="3895243" y="1467004"/>
                <a:ext cx="11865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92FA578A-D334-3BDD-67CC-E39019D93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243" y="1467004"/>
                <a:ext cx="1186532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C850B26E-34F1-0BE6-16B4-16D9500403D5}"/>
                  </a:ext>
                </a:extLst>
              </p:cNvPr>
              <p:cNvSpPr txBox="1"/>
              <p:nvPr/>
            </p:nvSpPr>
            <p:spPr>
              <a:xfrm>
                <a:off x="4000758" y="1997659"/>
                <a:ext cx="11865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C850B26E-34F1-0BE6-16B4-16D9500403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758" y="1997659"/>
                <a:ext cx="1186532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1FB1D7F3-1153-18E0-6006-E9AC07E72BC1}"/>
                  </a:ext>
                </a:extLst>
              </p:cNvPr>
              <p:cNvSpPr txBox="1"/>
              <p:nvPr/>
            </p:nvSpPr>
            <p:spPr>
              <a:xfrm>
                <a:off x="4228894" y="1434628"/>
                <a:ext cx="11865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1FB1D7F3-1153-18E0-6006-E9AC07E72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8894" y="1434628"/>
                <a:ext cx="1186532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45D77873-7778-1BD0-F2EA-A3753D28FCD2}"/>
                  </a:ext>
                </a:extLst>
              </p:cNvPr>
              <p:cNvSpPr txBox="1"/>
              <p:nvPr/>
            </p:nvSpPr>
            <p:spPr>
              <a:xfrm>
                <a:off x="5151842" y="1417861"/>
                <a:ext cx="11865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45D77873-7778-1BD0-F2EA-A3753D28F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842" y="1417861"/>
                <a:ext cx="1186532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64429420-CE27-D982-E2C0-391FE977A8B3}"/>
                  </a:ext>
                </a:extLst>
              </p:cNvPr>
              <p:cNvSpPr txBox="1"/>
              <p:nvPr/>
            </p:nvSpPr>
            <p:spPr>
              <a:xfrm>
                <a:off x="6080540" y="1459999"/>
                <a:ext cx="11865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64429420-CE27-D982-E2C0-391FE977A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0540" y="1459999"/>
                <a:ext cx="1186532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22B10F4-1734-424A-C668-56CDA2125175}"/>
                  </a:ext>
                </a:extLst>
              </p:cNvPr>
              <p:cNvSpPr txBox="1"/>
              <p:nvPr/>
            </p:nvSpPr>
            <p:spPr>
              <a:xfrm>
                <a:off x="6967440" y="1467619"/>
                <a:ext cx="11865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22B10F4-1734-424A-C668-56CDA2125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7440" y="1467619"/>
                <a:ext cx="1186532" cy="3077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F0738DDB-B7E6-C338-A917-56432EF99116}"/>
                  </a:ext>
                </a:extLst>
              </p:cNvPr>
              <p:cNvSpPr txBox="1"/>
              <p:nvPr/>
            </p:nvSpPr>
            <p:spPr>
              <a:xfrm>
                <a:off x="7312156" y="989603"/>
                <a:ext cx="118653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F0738DDB-B7E6-C338-A917-56432EF991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2156" y="989603"/>
                <a:ext cx="1186532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CD356FA4-8AA0-46ED-75E7-27EC1CADE6A8}"/>
                  </a:ext>
                </a:extLst>
              </p:cNvPr>
              <p:cNvSpPr txBox="1"/>
              <p:nvPr/>
            </p:nvSpPr>
            <p:spPr>
              <a:xfrm>
                <a:off x="7291042" y="1876295"/>
                <a:ext cx="1186532" cy="3250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CD356FA4-8AA0-46ED-75E7-27EC1CADE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1042" y="1876295"/>
                <a:ext cx="1186532" cy="325025"/>
              </a:xfrm>
              <a:prstGeom prst="rect">
                <a:avLst/>
              </a:prstGeom>
              <a:blipFill>
                <a:blip r:embed="rId20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直接箭头连接符 10">
            <a:extLst>
              <a:ext uri="{FF2B5EF4-FFF2-40B4-BE49-F238E27FC236}">
                <a16:creationId xmlns:a16="http://schemas.microsoft.com/office/drawing/2014/main" id="{F39E9639-D0BC-D80C-19C5-8A51B4B2A37D}"/>
              </a:ext>
            </a:extLst>
          </p:cNvPr>
          <p:cNvCxnSpPr>
            <a:cxnSpLocks/>
            <a:stCxn id="37" idx="1"/>
            <a:endCxn id="19" idx="4"/>
          </p:cNvCxnSpPr>
          <p:nvPr/>
        </p:nvCxnSpPr>
        <p:spPr>
          <a:xfrm rot="10800000">
            <a:off x="7760810" y="1849241"/>
            <a:ext cx="199832" cy="91521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C232887-389F-717D-F639-D3D0BFFD6188}"/>
                  </a:ext>
                </a:extLst>
              </p:cNvPr>
              <p:cNvSpPr txBox="1"/>
              <p:nvPr/>
            </p:nvSpPr>
            <p:spPr>
              <a:xfrm>
                <a:off x="7497821" y="2316570"/>
                <a:ext cx="769495" cy="3250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𝑘𝐼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C232887-389F-717D-F639-D3D0BFFD61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7821" y="2316570"/>
                <a:ext cx="769495" cy="325025"/>
              </a:xfrm>
              <a:prstGeom prst="rect">
                <a:avLst/>
              </a:prstGeom>
              <a:blipFill>
                <a:blip r:embed="rId21"/>
                <a:stretch>
                  <a:fillRect b="-37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BF1A1540-4ADD-0A98-411E-174EE001236D}"/>
                  </a:ext>
                </a:extLst>
              </p:cNvPr>
              <p:cNvSpPr txBox="1"/>
              <p:nvPr/>
            </p:nvSpPr>
            <p:spPr>
              <a:xfrm>
                <a:off x="9189016" y="1716201"/>
                <a:ext cx="82193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BF1A1540-4ADD-0A98-411E-174EE0012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016" y="1716201"/>
                <a:ext cx="821931" cy="30777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DAE18F0A-0C16-ED87-1781-B8590C151900}"/>
              </a:ext>
            </a:extLst>
          </p:cNvPr>
          <p:cNvSpPr/>
          <p:nvPr/>
        </p:nvSpPr>
        <p:spPr>
          <a:xfrm>
            <a:off x="6693836" y="2078457"/>
            <a:ext cx="803985" cy="245728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增益衰减</a:t>
            </a:r>
          </a:p>
        </p:txBody>
      </p:sp>
      <p:cxnSp>
        <p:nvCxnSpPr>
          <p:cNvPr id="50" name="直接箭头连接符 10">
            <a:extLst>
              <a:ext uri="{FF2B5EF4-FFF2-40B4-BE49-F238E27FC236}">
                <a16:creationId xmlns:a16="http://schemas.microsoft.com/office/drawing/2014/main" id="{26A95D88-A860-70C1-DCC0-4490866ADBB1}"/>
              </a:ext>
            </a:extLst>
          </p:cNvPr>
          <p:cNvCxnSpPr>
            <a:cxnSpLocks/>
            <a:stCxn id="49" idx="0"/>
            <a:endCxn id="17" idx="2"/>
          </p:cNvCxnSpPr>
          <p:nvPr/>
        </p:nvCxnSpPr>
        <p:spPr>
          <a:xfrm rot="5400000" flipH="1" flipV="1">
            <a:off x="7026064" y="2008692"/>
            <a:ext cx="13953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箭头连接符 10">
            <a:extLst>
              <a:ext uri="{FF2B5EF4-FFF2-40B4-BE49-F238E27FC236}">
                <a16:creationId xmlns:a16="http://schemas.microsoft.com/office/drawing/2014/main" id="{DE63C466-85DF-01EC-E6D4-4B5A29DEC3B1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539151" y="1761778"/>
            <a:ext cx="368790" cy="59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8F6A02F-E2DA-4BF3-6B40-B7618E01E369}"/>
                  </a:ext>
                </a:extLst>
              </p:cNvPr>
              <p:cNvSpPr txBox="1"/>
              <p:nvPr/>
            </p:nvSpPr>
            <p:spPr>
              <a:xfrm>
                <a:off x="3539151" y="1866283"/>
                <a:ext cx="41433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𝑊𝑐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8F6A02F-E2DA-4BF3-6B40-B7618E01E3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9151" y="1866283"/>
                <a:ext cx="414338" cy="369332"/>
              </a:xfrm>
              <a:prstGeom prst="rect">
                <a:avLst/>
              </a:prstGeom>
              <a:blipFill>
                <a:blip r:embed="rId23"/>
                <a:stretch>
                  <a:fillRect r="-397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151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组合 32">
            <a:extLst>
              <a:ext uri="{FF2B5EF4-FFF2-40B4-BE49-F238E27FC236}">
                <a16:creationId xmlns:a16="http://schemas.microsoft.com/office/drawing/2014/main" id="{64BE3706-8563-B0EE-D103-B458BDB15853}"/>
              </a:ext>
            </a:extLst>
          </p:cNvPr>
          <p:cNvGrpSpPr/>
          <p:nvPr/>
        </p:nvGrpSpPr>
        <p:grpSpPr>
          <a:xfrm>
            <a:off x="3477512" y="2079712"/>
            <a:ext cx="5397478" cy="542044"/>
            <a:chOff x="3477512" y="2079712"/>
            <a:chExt cx="5397478" cy="542044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65E28E11-C08C-83E8-C3F8-EF953ABC6A0D}"/>
                </a:ext>
              </a:extLst>
            </p:cNvPr>
            <p:cNvSpPr/>
            <p:nvPr/>
          </p:nvSpPr>
          <p:spPr>
            <a:xfrm>
              <a:off x="4243388" y="2276339"/>
              <a:ext cx="442912" cy="345417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</a:t>
              </a: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8398E766-9406-D8EB-1159-C32521D68474}"/>
                </a:ext>
              </a:extLst>
            </p:cNvPr>
            <p:cNvSpPr/>
            <p:nvPr/>
          </p:nvSpPr>
          <p:spPr>
            <a:xfrm>
              <a:off x="5459931" y="2276338"/>
              <a:ext cx="442912" cy="345417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30B057E-CE7C-9DD0-2F3F-07A46508F997}"/>
                </a:ext>
              </a:extLst>
            </p:cNvPr>
            <p:cNvSpPr/>
            <p:nvPr/>
          </p:nvSpPr>
          <p:spPr>
            <a:xfrm>
              <a:off x="6484024" y="2276337"/>
              <a:ext cx="657970" cy="345417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000"/>
                </a:lnSpc>
              </a:pPr>
              <a:r>
                <a:rPr lang="zh-CN" altLang="en-US" sz="1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轮系</a:t>
              </a:r>
              <a:endPara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93183130-281A-F5C6-DEA4-4A80C67991CA}"/>
                </a:ext>
              </a:extLst>
            </p:cNvPr>
            <p:cNvSpPr/>
            <p:nvPr/>
          </p:nvSpPr>
          <p:spPr>
            <a:xfrm>
              <a:off x="7723175" y="2276336"/>
              <a:ext cx="442912" cy="345417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000"/>
                </a:lnSpc>
              </a:pPr>
              <a:r>
                <a:rPr lang="en-US" altLang="zh-CN" sz="1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0CC84181-F218-7198-F754-1EE1D5B18A75}"/>
                    </a:ext>
                  </a:extLst>
                </p:cNvPr>
                <p:cNvSpPr txBox="1"/>
                <p:nvPr/>
              </p:nvSpPr>
              <p:spPr>
                <a:xfrm>
                  <a:off x="3593307" y="2091673"/>
                  <a:ext cx="4143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0CC84181-F218-7198-F754-1EE1D5B18A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3307" y="2091673"/>
                  <a:ext cx="41433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404338D5-1EAC-BC16-3279-91F653B38A42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3477512" y="2449047"/>
              <a:ext cx="76587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FD7595E0-BD79-54C5-E016-D500EADF6896}"/>
                </a:ext>
              </a:extLst>
            </p:cNvPr>
            <p:cNvCxnSpPr>
              <a:cxnSpLocks/>
              <a:stCxn id="4" idx="3"/>
              <a:endCxn id="5" idx="1"/>
            </p:cNvCxnSpPr>
            <p:nvPr/>
          </p:nvCxnSpPr>
          <p:spPr>
            <a:xfrm flipV="1">
              <a:off x="4686300" y="2449047"/>
              <a:ext cx="773631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C33CC31A-0792-7071-8F1C-D3755B5F4DDE}"/>
                    </a:ext>
                  </a:extLst>
                </p:cNvPr>
                <p:cNvSpPr txBox="1"/>
                <p:nvPr/>
              </p:nvSpPr>
              <p:spPr>
                <a:xfrm>
                  <a:off x="4718785" y="2101997"/>
                  <a:ext cx="67641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latin typeface="Cambria Math" panose="02040503050406030204" pitchFamily="18" charset="0"/>
                          </a:rPr>
                          <m:t>𝚫</m:t>
                        </m:r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𝑤𝑐</m:t>
                            </m:r>
                          </m:sub>
                        </m:sSub>
                      </m:oMath>
                    </m:oMathPara>
                  </a14:m>
                  <a:endParaRPr lang="zh-CN" altLang="en-US" b="1" dirty="0"/>
                </a:p>
              </p:txBody>
            </p:sp>
          </mc:Choice>
          <mc:Fallback xmlns=""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C33CC31A-0792-7071-8F1C-D3755B5F4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8785" y="2101997"/>
                  <a:ext cx="67641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B3463BD-A9BF-3F70-6B82-B676D075BE9C}"/>
                    </a:ext>
                  </a:extLst>
                </p:cNvPr>
                <p:cNvSpPr txBox="1"/>
                <p:nvPr/>
              </p:nvSpPr>
              <p:spPr>
                <a:xfrm>
                  <a:off x="5827977" y="2079712"/>
                  <a:ext cx="67641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B3463BD-A9BF-3F70-6B82-B676D075BE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7977" y="2079712"/>
                  <a:ext cx="6764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72CAD2EA-7FF8-04AB-2A03-7E23B3E6E590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 flipV="1">
              <a:off x="7141994" y="2449045"/>
              <a:ext cx="581181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E6D5117A-31F7-FD1B-FAAD-606612C42C1C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 flipV="1">
              <a:off x="5902843" y="2449046"/>
              <a:ext cx="581181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74FC3FE6-731F-C11C-E9C5-7C1A946C2F61}"/>
                    </a:ext>
                  </a:extLst>
                </p:cNvPr>
                <p:cNvSpPr txBox="1"/>
                <p:nvPr/>
              </p:nvSpPr>
              <p:spPr>
                <a:xfrm>
                  <a:off x="7094376" y="2105396"/>
                  <a:ext cx="67641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oMath>
                    </m:oMathPara>
                  </a14:m>
                  <a:endParaRPr lang="zh-CN" altLang="en-US" b="1" dirty="0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74FC3FE6-731F-C11C-E9C5-7C1A946C2F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94376" y="2105396"/>
                  <a:ext cx="6764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BF40C249-DDC0-D83D-5611-E4A043F112DB}"/>
                    </a:ext>
                  </a:extLst>
                </p:cNvPr>
                <p:cNvSpPr txBox="1"/>
                <p:nvPr/>
              </p:nvSpPr>
              <p:spPr>
                <a:xfrm>
                  <a:off x="8198572" y="2101997"/>
                  <a:ext cx="67641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BF40C249-DDC0-D83D-5611-E4A043F11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8572" y="2101997"/>
                  <a:ext cx="6764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BB8364EF-E51D-7ABF-F20B-7DA6FB8F10F3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8166087" y="2449045"/>
              <a:ext cx="708903" cy="111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2" name="组合 171">
            <a:extLst>
              <a:ext uri="{FF2B5EF4-FFF2-40B4-BE49-F238E27FC236}">
                <a16:creationId xmlns:a16="http://schemas.microsoft.com/office/drawing/2014/main" id="{134995E2-F6FC-1E72-833E-5BA03256ADAB}"/>
              </a:ext>
            </a:extLst>
          </p:cNvPr>
          <p:cNvGrpSpPr/>
          <p:nvPr/>
        </p:nvGrpSpPr>
        <p:grpSpPr>
          <a:xfrm>
            <a:off x="4181816" y="3283930"/>
            <a:ext cx="6669063" cy="2915583"/>
            <a:chOff x="4007645" y="3153301"/>
            <a:chExt cx="6669063" cy="2915583"/>
          </a:xfrm>
        </p:grpSpPr>
        <p:sp>
          <p:nvSpPr>
            <p:cNvPr id="72" name="矩形: 圆角 71">
              <a:extLst>
                <a:ext uri="{FF2B5EF4-FFF2-40B4-BE49-F238E27FC236}">
                  <a16:creationId xmlns:a16="http://schemas.microsoft.com/office/drawing/2014/main" id="{9EFE6918-8720-2081-8020-F5E37FD2C8C4}"/>
                </a:ext>
              </a:extLst>
            </p:cNvPr>
            <p:cNvSpPr/>
            <p:nvPr/>
          </p:nvSpPr>
          <p:spPr>
            <a:xfrm>
              <a:off x="5794002" y="3784840"/>
              <a:ext cx="659045" cy="378619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转速</a:t>
              </a:r>
              <a:endParaRPr lang="en-US" altLang="zh-CN" sz="1000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控制器</a:t>
              </a:r>
            </a:p>
          </p:txBody>
        </p:sp>
        <p:sp>
          <p:nvSpPr>
            <p:cNvPr id="73" name="矩形: 圆角 72">
              <a:extLst>
                <a:ext uri="{FF2B5EF4-FFF2-40B4-BE49-F238E27FC236}">
                  <a16:creationId xmlns:a16="http://schemas.microsoft.com/office/drawing/2014/main" id="{2E1EE1D1-0FDB-428D-0092-B21A7832FF29}"/>
                </a:ext>
              </a:extLst>
            </p:cNvPr>
            <p:cNvSpPr/>
            <p:nvPr/>
          </p:nvSpPr>
          <p:spPr>
            <a:xfrm>
              <a:off x="6765216" y="3784840"/>
              <a:ext cx="659045" cy="378619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电流环</a:t>
              </a:r>
              <a:endParaRPr lang="en-US" altLang="zh-CN" sz="1000" dirty="0">
                <a:solidFill>
                  <a:schemeClr val="tx1"/>
                </a:solidFill>
              </a:endParaRPr>
            </a:p>
          </p:txBody>
        </p:sp>
        <p:sp>
          <p:nvSpPr>
            <p:cNvPr id="74" name="矩形: 圆角 73">
              <a:extLst>
                <a:ext uri="{FF2B5EF4-FFF2-40B4-BE49-F238E27FC236}">
                  <a16:creationId xmlns:a16="http://schemas.microsoft.com/office/drawing/2014/main" id="{9757B83A-7B76-BE9C-C9C1-51D82911634E}"/>
                </a:ext>
              </a:extLst>
            </p:cNvPr>
            <p:cNvSpPr/>
            <p:nvPr/>
          </p:nvSpPr>
          <p:spPr>
            <a:xfrm>
              <a:off x="7712604" y="3781864"/>
              <a:ext cx="659045" cy="378619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功率</a:t>
              </a:r>
              <a:endParaRPr lang="en-US" altLang="zh-CN" sz="1000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放大器</a:t>
              </a:r>
            </a:p>
          </p:txBody>
        </p:sp>
        <p:sp>
          <p:nvSpPr>
            <p:cNvPr id="75" name="矩形: 圆角 74">
              <a:extLst>
                <a:ext uri="{FF2B5EF4-FFF2-40B4-BE49-F238E27FC236}">
                  <a16:creationId xmlns:a16="http://schemas.microsoft.com/office/drawing/2014/main" id="{7B054F62-FFD8-CF84-FE49-E0861C408799}"/>
                </a:ext>
              </a:extLst>
            </p:cNvPr>
            <p:cNvSpPr/>
            <p:nvPr/>
          </p:nvSpPr>
          <p:spPr>
            <a:xfrm>
              <a:off x="8618833" y="3823197"/>
              <a:ext cx="599638" cy="292894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飞轮</a:t>
              </a:r>
              <a:r>
                <a:rPr lang="en-US" altLang="zh-CN" sz="10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76" name="矩形: 圆角 75">
              <a:extLst>
                <a:ext uri="{FF2B5EF4-FFF2-40B4-BE49-F238E27FC236}">
                  <a16:creationId xmlns:a16="http://schemas.microsoft.com/office/drawing/2014/main" id="{8755782D-9058-74F9-568D-1AE7910F83D6}"/>
                </a:ext>
              </a:extLst>
            </p:cNvPr>
            <p:cNvSpPr/>
            <p:nvPr/>
          </p:nvSpPr>
          <p:spPr>
            <a:xfrm>
              <a:off x="8547115" y="3325429"/>
              <a:ext cx="743074" cy="292894"/>
            </a:xfrm>
            <a:prstGeom prst="roundRect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摩擦增大</a:t>
              </a:r>
              <a:endParaRPr lang="en-US" altLang="zh-CN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10">
              <a:extLst>
                <a:ext uri="{FF2B5EF4-FFF2-40B4-BE49-F238E27FC236}">
                  <a16:creationId xmlns:a16="http://schemas.microsoft.com/office/drawing/2014/main" id="{BC0D0B1C-B950-B900-DC8B-21302C97EE02}"/>
                </a:ext>
              </a:extLst>
            </p:cNvPr>
            <p:cNvCxnSpPr>
              <a:cxnSpLocks/>
              <a:stCxn id="110" idx="0"/>
              <a:endCxn id="79" idx="2"/>
            </p:cNvCxnSpPr>
            <p:nvPr/>
          </p:nvCxnSpPr>
          <p:spPr>
            <a:xfrm rot="5400000" flipH="1" flipV="1">
              <a:off x="4842095" y="3865225"/>
              <a:ext cx="355174" cy="57278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8" name="矩形: 圆角 77">
              <a:extLst>
                <a:ext uri="{FF2B5EF4-FFF2-40B4-BE49-F238E27FC236}">
                  <a16:creationId xmlns:a16="http://schemas.microsoft.com/office/drawing/2014/main" id="{DBB45FEE-62EC-AD51-680C-3F6D71229251}"/>
                </a:ext>
              </a:extLst>
            </p:cNvPr>
            <p:cNvSpPr/>
            <p:nvPr/>
          </p:nvSpPr>
          <p:spPr>
            <a:xfrm>
              <a:off x="4007645" y="3159696"/>
              <a:ext cx="6669063" cy="2880253"/>
            </a:xfrm>
            <a:prstGeom prst="roundRect">
              <a:avLst/>
            </a:prstGeom>
            <a:noFill/>
            <a:ln w="127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400" dirty="0">
                <a:solidFill>
                  <a:schemeClr val="tx1"/>
                </a:solidFill>
              </a:endParaRPr>
            </a:p>
          </p:txBody>
        </p:sp>
        <p:sp>
          <p:nvSpPr>
            <p:cNvPr id="79" name="流程图: 汇总连接 78">
              <a:extLst>
                <a:ext uri="{FF2B5EF4-FFF2-40B4-BE49-F238E27FC236}">
                  <a16:creationId xmlns:a16="http://schemas.microsoft.com/office/drawing/2014/main" id="{352CF208-ADBF-59F1-6EC8-C21DF42BF8D1}"/>
                </a:ext>
              </a:extLst>
            </p:cNvPr>
            <p:cNvSpPr/>
            <p:nvPr/>
          </p:nvSpPr>
          <p:spPr>
            <a:xfrm>
              <a:off x="5306074" y="3875702"/>
              <a:ext cx="202403" cy="196655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0" name="直接箭头连接符 10">
              <a:extLst>
                <a:ext uri="{FF2B5EF4-FFF2-40B4-BE49-F238E27FC236}">
                  <a16:creationId xmlns:a16="http://schemas.microsoft.com/office/drawing/2014/main" id="{1089218B-EEED-96BC-11EA-5D1A31A46267}"/>
                </a:ext>
              </a:extLst>
            </p:cNvPr>
            <p:cNvCxnSpPr>
              <a:cxnSpLocks/>
              <a:stCxn id="73" idx="3"/>
              <a:endCxn id="74" idx="1"/>
            </p:cNvCxnSpPr>
            <p:nvPr/>
          </p:nvCxnSpPr>
          <p:spPr>
            <a:xfrm flipV="1">
              <a:off x="7424261" y="3971174"/>
              <a:ext cx="288343" cy="29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直接箭头连接符 10">
              <a:extLst>
                <a:ext uri="{FF2B5EF4-FFF2-40B4-BE49-F238E27FC236}">
                  <a16:creationId xmlns:a16="http://schemas.microsoft.com/office/drawing/2014/main" id="{C07A7B6E-9EE3-82D5-1821-7B0208680A69}"/>
                </a:ext>
              </a:extLst>
            </p:cNvPr>
            <p:cNvCxnSpPr>
              <a:cxnSpLocks/>
              <a:stCxn id="72" idx="3"/>
              <a:endCxn id="73" idx="1"/>
            </p:cNvCxnSpPr>
            <p:nvPr/>
          </p:nvCxnSpPr>
          <p:spPr>
            <a:xfrm>
              <a:off x="6453047" y="3974150"/>
              <a:ext cx="31216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接箭头连接符 10">
              <a:extLst>
                <a:ext uri="{FF2B5EF4-FFF2-40B4-BE49-F238E27FC236}">
                  <a16:creationId xmlns:a16="http://schemas.microsoft.com/office/drawing/2014/main" id="{92BCA2B3-2117-4638-AFB5-4B167A68C0C3}"/>
                </a:ext>
              </a:extLst>
            </p:cNvPr>
            <p:cNvCxnSpPr>
              <a:cxnSpLocks/>
              <a:stCxn id="74" idx="3"/>
              <a:endCxn id="75" idx="1"/>
            </p:cNvCxnSpPr>
            <p:nvPr/>
          </p:nvCxnSpPr>
          <p:spPr>
            <a:xfrm flipV="1">
              <a:off x="8371649" y="3969644"/>
              <a:ext cx="247184" cy="153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箭头连接符 10">
              <a:extLst>
                <a:ext uri="{FF2B5EF4-FFF2-40B4-BE49-F238E27FC236}">
                  <a16:creationId xmlns:a16="http://schemas.microsoft.com/office/drawing/2014/main" id="{DF01F83C-72AC-5CB4-9084-140EB9439694}"/>
                </a:ext>
              </a:extLst>
            </p:cNvPr>
            <p:cNvCxnSpPr>
              <a:cxnSpLocks/>
              <a:stCxn id="79" idx="6"/>
              <a:endCxn id="72" idx="1"/>
            </p:cNvCxnSpPr>
            <p:nvPr/>
          </p:nvCxnSpPr>
          <p:spPr>
            <a:xfrm>
              <a:off x="5508477" y="3974030"/>
              <a:ext cx="285525" cy="1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直接箭头连接符 10">
              <a:extLst>
                <a:ext uri="{FF2B5EF4-FFF2-40B4-BE49-F238E27FC236}">
                  <a16:creationId xmlns:a16="http://schemas.microsoft.com/office/drawing/2014/main" id="{5DC78BB2-C2F6-7591-3E51-765CC1638879}"/>
                </a:ext>
              </a:extLst>
            </p:cNvPr>
            <p:cNvCxnSpPr>
              <a:cxnSpLocks/>
              <a:stCxn id="76" idx="2"/>
              <a:endCxn id="75" idx="0"/>
            </p:cNvCxnSpPr>
            <p:nvPr/>
          </p:nvCxnSpPr>
          <p:spPr>
            <a:xfrm>
              <a:off x="8918652" y="3618323"/>
              <a:ext cx="0" cy="2048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接箭头连接符 10">
              <a:extLst>
                <a:ext uri="{FF2B5EF4-FFF2-40B4-BE49-F238E27FC236}">
                  <a16:creationId xmlns:a16="http://schemas.microsoft.com/office/drawing/2014/main" id="{0B8A44D0-9DC8-2A65-17AC-75104FBBC870}"/>
                </a:ext>
              </a:extLst>
            </p:cNvPr>
            <p:cNvCxnSpPr>
              <a:cxnSpLocks/>
              <a:stCxn id="75" idx="3"/>
              <a:endCxn id="133" idx="0"/>
            </p:cNvCxnSpPr>
            <p:nvPr/>
          </p:nvCxnSpPr>
          <p:spPr>
            <a:xfrm>
              <a:off x="9218471" y="3969644"/>
              <a:ext cx="782507" cy="36761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矩形: 圆角 85">
              <a:extLst>
                <a:ext uri="{FF2B5EF4-FFF2-40B4-BE49-F238E27FC236}">
                  <a16:creationId xmlns:a16="http://schemas.microsoft.com/office/drawing/2014/main" id="{F1662D37-F55E-233E-D92E-DD151398EFE5}"/>
                </a:ext>
              </a:extLst>
            </p:cNvPr>
            <p:cNvSpPr/>
            <p:nvPr/>
          </p:nvSpPr>
          <p:spPr>
            <a:xfrm>
              <a:off x="8585894" y="4453375"/>
              <a:ext cx="599638" cy="292894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飞轮</a:t>
              </a:r>
              <a:r>
                <a:rPr lang="en-US" altLang="zh-CN" sz="10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87" name="矩形: 圆角 86">
              <a:extLst>
                <a:ext uri="{FF2B5EF4-FFF2-40B4-BE49-F238E27FC236}">
                  <a16:creationId xmlns:a16="http://schemas.microsoft.com/office/drawing/2014/main" id="{7542EB88-0B59-B8C1-A0ED-9C65D0675974}"/>
                </a:ext>
              </a:extLst>
            </p:cNvPr>
            <p:cNvSpPr/>
            <p:nvPr/>
          </p:nvSpPr>
          <p:spPr>
            <a:xfrm>
              <a:off x="8585894" y="5042527"/>
              <a:ext cx="599638" cy="292894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飞轮</a:t>
              </a:r>
              <a:r>
                <a:rPr lang="en-US" altLang="zh-CN" sz="10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FF607CF9-AAF5-82C6-E0ED-4B8144A9E2FF}"/>
                </a:ext>
              </a:extLst>
            </p:cNvPr>
            <p:cNvSpPr/>
            <p:nvPr/>
          </p:nvSpPr>
          <p:spPr>
            <a:xfrm>
              <a:off x="8587640" y="5636322"/>
              <a:ext cx="599638" cy="292894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飞轮</a:t>
              </a:r>
              <a:r>
                <a:rPr lang="en-US" altLang="zh-CN" sz="1000" dirty="0">
                  <a:solidFill>
                    <a:schemeClr val="tx1"/>
                  </a:solidFill>
                </a:rPr>
                <a:t>4</a:t>
              </a:r>
            </a:p>
          </p:txBody>
        </p:sp>
        <p:cxnSp>
          <p:nvCxnSpPr>
            <p:cNvPr id="89" name="直接箭头连接符 10">
              <a:extLst>
                <a:ext uri="{FF2B5EF4-FFF2-40B4-BE49-F238E27FC236}">
                  <a16:creationId xmlns:a16="http://schemas.microsoft.com/office/drawing/2014/main" id="{A86A2570-A717-AB9F-68D2-DBAF59DDD6BF}"/>
                </a:ext>
              </a:extLst>
            </p:cNvPr>
            <p:cNvCxnSpPr>
              <a:cxnSpLocks/>
              <a:stCxn id="110" idx="2"/>
              <a:endCxn id="87" idx="1"/>
            </p:cNvCxnSpPr>
            <p:nvPr/>
          </p:nvCxnSpPr>
          <p:spPr>
            <a:xfrm rot="16200000" flipH="1">
              <a:off x="6500325" y="3103404"/>
              <a:ext cx="318535" cy="3852604"/>
            </a:xfrm>
            <a:prstGeom prst="bentConnector2">
              <a:avLst/>
            </a:prstGeom>
            <a:ln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直接箭头连接符 10">
              <a:extLst>
                <a:ext uri="{FF2B5EF4-FFF2-40B4-BE49-F238E27FC236}">
                  <a16:creationId xmlns:a16="http://schemas.microsoft.com/office/drawing/2014/main" id="{55995473-9C09-20F8-6B53-A51115882023}"/>
                </a:ext>
              </a:extLst>
            </p:cNvPr>
            <p:cNvCxnSpPr>
              <a:cxnSpLocks/>
              <a:stCxn id="110" idx="2"/>
              <a:endCxn id="88" idx="1"/>
            </p:cNvCxnSpPr>
            <p:nvPr/>
          </p:nvCxnSpPr>
          <p:spPr>
            <a:xfrm rot="16200000" flipH="1">
              <a:off x="6204300" y="3399429"/>
              <a:ext cx="912330" cy="3854350"/>
            </a:xfrm>
            <a:prstGeom prst="bentConnector2">
              <a:avLst/>
            </a:prstGeom>
            <a:ln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接箭头连接符 10">
              <a:extLst>
                <a:ext uri="{FF2B5EF4-FFF2-40B4-BE49-F238E27FC236}">
                  <a16:creationId xmlns:a16="http://schemas.microsoft.com/office/drawing/2014/main" id="{1B8460C9-5D21-F302-B26C-05D6290255E8}"/>
                </a:ext>
              </a:extLst>
            </p:cNvPr>
            <p:cNvCxnSpPr>
              <a:cxnSpLocks/>
              <a:stCxn id="110" idx="3"/>
              <a:endCxn id="86" idx="1"/>
            </p:cNvCxnSpPr>
            <p:nvPr/>
          </p:nvCxnSpPr>
          <p:spPr>
            <a:xfrm>
              <a:off x="5132655" y="4599822"/>
              <a:ext cx="3453239" cy="0"/>
            </a:xfrm>
            <a:prstGeom prst="straightConnector1">
              <a:avLst/>
            </a:prstGeom>
            <a:ln cmpd="sng">
              <a:prstDash val="dash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直接箭头连接符 10">
              <a:extLst>
                <a:ext uri="{FF2B5EF4-FFF2-40B4-BE49-F238E27FC236}">
                  <a16:creationId xmlns:a16="http://schemas.microsoft.com/office/drawing/2014/main" id="{CD7F9CD3-3AB0-AEE8-4AA3-5A6406B80234}"/>
                </a:ext>
              </a:extLst>
            </p:cNvPr>
            <p:cNvCxnSpPr>
              <a:cxnSpLocks/>
              <a:stCxn id="86" idx="3"/>
              <a:endCxn id="133" idx="1"/>
            </p:cNvCxnSpPr>
            <p:nvPr/>
          </p:nvCxnSpPr>
          <p:spPr>
            <a:xfrm>
              <a:off x="9185532" y="4599822"/>
              <a:ext cx="416080" cy="8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直接箭头连接符 10">
              <a:extLst>
                <a:ext uri="{FF2B5EF4-FFF2-40B4-BE49-F238E27FC236}">
                  <a16:creationId xmlns:a16="http://schemas.microsoft.com/office/drawing/2014/main" id="{627C6811-0CAD-6959-030A-EFD56846AA32}"/>
                </a:ext>
              </a:extLst>
            </p:cNvPr>
            <p:cNvCxnSpPr>
              <a:cxnSpLocks/>
              <a:stCxn id="87" idx="3"/>
              <a:endCxn id="133" idx="2"/>
            </p:cNvCxnSpPr>
            <p:nvPr/>
          </p:nvCxnSpPr>
          <p:spPr>
            <a:xfrm flipV="1">
              <a:off x="9185532" y="4878496"/>
              <a:ext cx="815446" cy="31047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接箭头连接符 10">
              <a:extLst>
                <a:ext uri="{FF2B5EF4-FFF2-40B4-BE49-F238E27FC236}">
                  <a16:creationId xmlns:a16="http://schemas.microsoft.com/office/drawing/2014/main" id="{EB2B29BB-738F-F933-0A75-D6BEB631D859}"/>
                </a:ext>
              </a:extLst>
            </p:cNvPr>
            <p:cNvCxnSpPr>
              <a:cxnSpLocks/>
              <a:stCxn id="88" idx="3"/>
              <a:endCxn id="133" idx="2"/>
            </p:cNvCxnSpPr>
            <p:nvPr/>
          </p:nvCxnSpPr>
          <p:spPr>
            <a:xfrm flipV="1">
              <a:off x="9187278" y="4878496"/>
              <a:ext cx="813700" cy="904273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5" name="矩形: 圆角 94">
              <a:extLst>
                <a:ext uri="{FF2B5EF4-FFF2-40B4-BE49-F238E27FC236}">
                  <a16:creationId xmlns:a16="http://schemas.microsoft.com/office/drawing/2014/main" id="{0E92E758-0FCF-ED43-657F-0DA64EED6E62}"/>
                </a:ext>
              </a:extLst>
            </p:cNvPr>
            <p:cNvSpPr/>
            <p:nvPr/>
          </p:nvSpPr>
          <p:spPr>
            <a:xfrm>
              <a:off x="7675892" y="3325429"/>
              <a:ext cx="743074" cy="292894"/>
            </a:xfrm>
            <a:prstGeom prst="roundRect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增益衰减</a:t>
              </a:r>
              <a:endParaRPr lang="en-US" altLang="zh-CN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96" name="直接箭头连接符 10">
              <a:extLst>
                <a:ext uri="{FF2B5EF4-FFF2-40B4-BE49-F238E27FC236}">
                  <a16:creationId xmlns:a16="http://schemas.microsoft.com/office/drawing/2014/main" id="{BEC7E463-5A81-831B-2B99-1CF78C788BCC}"/>
                </a:ext>
              </a:extLst>
            </p:cNvPr>
            <p:cNvCxnSpPr>
              <a:cxnSpLocks/>
              <a:stCxn id="95" idx="2"/>
              <a:endCxn id="74" idx="0"/>
            </p:cNvCxnSpPr>
            <p:nvPr/>
          </p:nvCxnSpPr>
          <p:spPr>
            <a:xfrm flipH="1">
              <a:off x="8042127" y="3618323"/>
              <a:ext cx="5302" cy="1635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DE48B2B2-D0C0-0F86-F72C-53918432986D}"/>
                </a:ext>
              </a:extLst>
            </p:cNvPr>
            <p:cNvSpPr/>
            <p:nvPr/>
          </p:nvSpPr>
          <p:spPr>
            <a:xfrm>
              <a:off x="6208435" y="3153301"/>
              <a:ext cx="1675546" cy="5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</a:rPr>
                <a:t>飞轮模块</a:t>
              </a:r>
            </a:p>
          </p:txBody>
        </p:sp>
        <p:sp>
          <p:nvSpPr>
            <p:cNvPr id="110" name="矩形: 圆角 109">
              <a:extLst>
                <a:ext uri="{FF2B5EF4-FFF2-40B4-BE49-F238E27FC236}">
                  <a16:creationId xmlns:a16="http://schemas.microsoft.com/office/drawing/2014/main" id="{3F42C8DC-93C5-8814-AEE9-69F1AA89684D}"/>
                </a:ext>
              </a:extLst>
            </p:cNvPr>
            <p:cNvSpPr/>
            <p:nvPr/>
          </p:nvSpPr>
          <p:spPr>
            <a:xfrm>
              <a:off x="4333924" y="4329204"/>
              <a:ext cx="798731" cy="541235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飞轮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动力学</a:t>
              </a:r>
            </a:p>
          </p:txBody>
        </p:sp>
        <p:cxnSp>
          <p:nvCxnSpPr>
            <p:cNvPr id="116" name="直接箭头连接符 10">
              <a:extLst>
                <a:ext uri="{FF2B5EF4-FFF2-40B4-BE49-F238E27FC236}">
                  <a16:creationId xmlns:a16="http://schemas.microsoft.com/office/drawing/2014/main" id="{7A587466-CD18-F28A-26A3-4BFAE928B526}"/>
                </a:ext>
              </a:extLst>
            </p:cNvPr>
            <p:cNvCxnSpPr>
              <a:cxnSpLocks/>
              <a:stCxn id="133" idx="3"/>
              <a:endCxn id="78" idx="3"/>
            </p:cNvCxnSpPr>
            <p:nvPr/>
          </p:nvCxnSpPr>
          <p:spPr>
            <a:xfrm flipV="1">
              <a:off x="10400343" y="4599823"/>
              <a:ext cx="276365" cy="8056"/>
            </a:xfrm>
            <a:prstGeom prst="straightConnector1">
              <a:avLst/>
            </a:prstGeom>
            <a:ln w="25400" cmpd="dbl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3" name="矩形: 圆角 132">
              <a:extLst>
                <a:ext uri="{FF2B5EF4-FFF2-40B4-BE49-F238E27FC236}">
                  <a16:creationId xmlns:a16="http://schemas.microsoft.com/office/drawing/2014/main" id="{645E5B6C-9574-E888-F7DA-4F8AFA6B885B}"/>
                </a:ext>
              </a:extLst>
            </p:cNvPr>
            <p:cNvSpPr/>
            <p:nvPr/>
          </p:nvSpPr>
          <p:spPr>
            <a:xfrm>
              <a:off x="9601612" y="4337261"/>
              <a:ext cx="798731" cy="541235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飞轮</a:t>
              </a:r>
              <a:endParaRPr lang="en-US" altLang="zh-CN" sz="1400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动力学</a:t>
              </a:r>
            </a:p>
          </p:txBody>
        </p:sp>
        <p:cxnSp>
          <p:nvCxnSpPr>
            <p:cNvPr id="137" name="直接箭头连接符 10">
              <a:extLst>
                <a:ext uri="{FF2B5EF4-FFF2-40B4-BE49-F238E27FC236}">
                  <a16:creationId xmlns:a16="http://schemas.microsoft.com/office/drawing/2014/main" id="{F215704A-B644-45DA-7091-642433A10D6C}"/>
                </a:ext>
              </a:extLst>
            </p:cNvPr>
            <p:cNvCxnSpPr>
              <a:cxnSpLocks/>
              <a:stCxn id="78" idx="1"/>
              <a:endCxn id="110" idx="1"/>
            </p:cNvCxnSpPr>
            <p:nvPr/>
          </p:nvCxnSpPr>
          <p:spPr>
            <a:xfrm flipV="1">
              <a:off x="4007645" y="4599822"/>
              <a:ext cx="326279" cy="1"/>
            </a:xfrm>
            <a:prstGeom prst="straightConnector1">
              <a:avLst/>
            </a:prstGeom>
            <a:ln w="25400" cmpd="dbl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5" name="直接箭头连接符 10">
              <a:extLst>
                <a:ext uri="{FF2B5EF4-FFF2-40B4-BE49-F238E27FC236}">
                  <a16:creationId xmlns:a16="http://schemas.microsoft.com/office/drawing/2014/main" id="{E0DB016B-BC77-DEC4-6220-5FDB44F09DEB}"/>
                </a:ext>
              </a:extLst>
            </p:cNvPr>
            <p:cNvCxnSpPr>
              <a:cxnSpLocks/>
              <a:stCxn id="75" idx="3"/>
              <a:endCxn id="154" idx="3"/>
            </p:cNvCxnSpPr>
            <p:nvPr/>
          </p:nvCxnSpPr>
          <p:spPr>
            <a:xfrm flipH="1">
              <a:off x="7427455" y="3969644"/>
              <a:ext cx="1791016" cy="385524"/>
            </a:xfrm>
            <a:prstGeom prst="bentConnector3">
              <a:avLst>
                <a:gd name="adj1" fmla="val -12764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0" name="文本框 149">
                  <a:extLst>
                    <a:ext uri="{FF2B5EF4-FFF2-40B4-BE49-F238E27FC236}">
                      <a16:creationId xmlns:a16="http://schemas.microsoft.com/office/drawing/2014/main" id="{E33F785C-C162-E7DF-F942-781025111840}"/>
                    </a:ext>
                  </a:extLst>
                </p:cNvPr>
                <p:cNvSpPr txBox="1"/>
                <p:nvPr/>
              </p:nvSpPr>
              <p:spPr>
                <a:xfrm>
                  <a:off x="4844995" y="3943241"/>
                  <a:ext cx="4181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50" name="文本框 149">
                  <a:extLst>
                    <a:ext uri="{FF2B5EF4-FFF2-40B4-BE49-F238E27FC236}">
                      <a16:creationId xmlns:a16="http://schemas.microsoft.com/office/drawing/2014/main" id="{E33F785C-C162-E7DF-F942-7810251118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4995" y="3943241"/>
                  <a:ext cx="418109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4" name="矩形: 圆角 153">
                  <a:extLst>
                    <a:ext uri="{FF2B5EF4-FFF2-40B4-BE49-F238E27FC236}">
                      <a16:creationId xmlns:a16="http://schemas.microsoft.com/office/drawing/2014/main" id="{89393745-B08E-2BF9-8F6E-99CEA9B3D621}"/>
                    </a:ext>
                  </a:extLst>
                </p:cNvPr>
                <p:cNvSpPr/>
                <p:nvPr/>
              </p:nvSpPr>
              <p:spPr>
                <a:xfrm>
                  <a:off x="7180615" y="4208721"/>
                  <a:ext cx="246840" cy="292894"/>
                </a:xfrm>
                <a:prstGeom prst="roundRect">
                  <a:avLst/>
                </a:prstGeom>
                <a:noFill/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sub>
                        </m:sSub>
                      </m:oMath>
                    </m:oMathPara>
                  </a14:m>
                  <a:endParaRPr lang="en-US" altLang="zh-CN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4" name="矩形: 圆角 153">
                  <a:extLst>
                    <a:ext uri="{FF2B5EF4-FFF2-40B4-BE49-F238E27FC236}">
                      <a16:creationId xmlns:a16="http://schemas.microsoft.com/office/drawing/2014/main" id="{89393745-B08E-2BF9-8F6E-99CEA9B3D62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80615" y="4208721"/>
                  <a:ext cx="246840" cy="292894"/>
                </a:xfrm>
                <a:prstGeom prst="roundRect">
                  <a:avLst/>
                </a:prstGeom>
                <a:blipFill>
                  <a:blip r:embed="rId8"/>
                  <a:stretch>
                    <a:fillRect l="-4651"/>
                  </a:stretch>
                </a:blipFill>
                <a:ln w="1270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5" name="直接箭头连接符 10">
              <a:extLst>
                <a:ext uri="{FF2B5EF4-FFF2-40B4-BE49-F238E27FC236}">
                  <a16:creationId xmlns:a16="http://schemas.microsoft.com/office/drawing/2014/main" id="{EEBE2F8D-26C3-89C3-2CEC-852B2AB1D908}"/>
                </a:ext>
              </a:extLst>
            </p:cNvPr>
            <p:cNvCxnSpPr>
              <a:cxnSpLocks/>
              <a:stCxn id="154" idx="1"/>
              <a:endCxn id="79" idx="4"/>
            </p:cNvCxnSpPr>
            <p:nvPr/>
          </p:nvCxnSpPr>
          <p:spPr>
            <a:xfrm rot="10800000">
              <a:off x="5407277" y="4072358"/>
              <a:ext cx="1773339" cy="28281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文本框 163">
                  <a:extLst>
                    <a:ext uri="{FF2B5EF4-FFF2-40B4-BE49-F238E27FC236}">
                      <a16:creationId xmlns:a16="http://schemas.microsoft.com/office/drawing/2014/main" id="{68739B46-D5F4-5719-082B-DE2A2BFE1920}"/>
                    </a:ext>
                  </a:extLst>
                </p:cNvPr>
                <p:cNvSpPr txBox="1"/>
                <p:nvPr/>
              </p:nvSpPr>
              <p:spPr>
                <a:xfrm>
                  <a:off x="5112739" y="4593451"/>
                  <a:ext cx="4181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64" name="文本框 163">
                  <a:extLst>
                    <a:ext uri="{FF2B5EF4-FFF2-40B4-BE49-F238E27FC236}">
                      <a16:creationId xmlns:a16="http://schemas.microsoft.com/office/drawing/2014/main" id="{68739B46-D5F4-5719-082B-DE2A2BFE1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2739" y="4593451"/>
                  <a:ext cx="418109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文本框 164">
                  <a:extLst>
                    <a:ext uri="{FF2B5EF4-FFF2-40B4-BE49-F238E27FC236}">
                      <a16:creationId xmlns:a16="http://schemas.microsoft.com/office/drawing/2014/main" id="{B9F4A917-5DD2-F1F5-5C76-AAE9904E1CB2}"/>
                    </a:ext>
                  </a:extLst>
                </p:cNvPr>
                <p:cNvSpPr txBox="1"/>
                <p:nvPr/>
              </p:nvSpPr>
              <p:spPr>
                <a:xfrm>
                  <a:off x="9465655" y="3680447"/>
                  <a:ext cx="4181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65" name="文本框 164">
                  <a:extLst>
                    <a:ext uri="{FF2B5EF4-FFF2-40B4-BE49-F238E27FC236}">
                      <a16:creationId xmlns:a16="http://schemas.microsoft.com/office/drawing/2014/main" id="{B9F4A917-5DD2-F1F5-5C76-AAE9904E1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65655" y="3680447"/>
                  <a:ext cx="418109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文本框 165">
                  <a:extLst>
                    <a:ext uri="{FF2B5EF4-FFF2-40B4-BE49-F238E27FC236}">
                      <a16:creationId xmlns:a16="http://schemas.microsoft.com/office/drawing/2014/main" id="{E395E599-2EBA-5B0B-8126-D71624D510F6}"/>
                    </a:ext>
                  </a:extLst>
                </p:cNvPr>
                <p:cNvSpPr txBox="1"/>
                <p:nvPr/>
              </p:nvSpPr>
              <p:spPr>
                <a:xfrm>
                  <a:off x="5099910" y="5195369"/>
                  <a:ext cx="4181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66" name="文本框 165">
                  <a:extLst>
                    <a:ext uri="{FF2B5EF4-FFF2-40B4-BE49-F238E27FC236}">
                      <a16:creationId xmlns:a16="http://schemas.microsoft.com/office/drawing/2014/main" id="{E395E599-2EBA-5B0B-8126-D71624D510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9910" y="5195369"/>
                  <a:ext cx="418109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7" name="文本框 166">
                  <a:extLst>
                    <a:ext uri="{FF2B5EF4-FFF2-40B4-BE49-F238E27FC236}">
                      <a16:creationId xmlns:a16="http://schemas.microsoft.com/office/drawing/2014/main" id="{C88EE9CD-D90E-F2E0-824A-9FD926D6D1E5}"/>
                    </a:ext>
                  </a:extLst>
                </p:cNvPr>
                <p:cNvSpPr txBox="1"/>
                <p:nvPr/>
              </p:nvSpPr>
              <p:spPr>
                <a:xfrm>
                  <a:off x="5099910" y="5753758"/>
                  <a:ext cx="4181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67" name="文本框 166">
                  <a:extLst>
                    <a:ext uri="{FF2B5EF4-FFF2-40B4-BE49-F238E27FC236}">
                      <a16:creationId xmlns:a16="http://schemas.microsoft.com/office/drawing/2014/main" id="{C88EE9CD-D90E-F2E0-824A-9FD926D6D1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9910" y="5753758"/>
                  <a:ext cx="418109" cy="30777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文本框 167">
                  <a:extLst>
                    <a:ext uri="{FF2B5EF4-FFF2-40B4-BE49-F238E27FC236}">
                      <a16:creationId xmlns:a16="http://schemas.microsoft.com/office/drawing/2014/main" id="{20F7C403-B0A7-29B7-5290-4D8CBE9CCFB1}"/>
                    </a:ext>
                  </a:extLst>
                </p:cNvPr>
                <p:cNvSpPr txBox="1"/>
                <p:nvPr/>
              </p:nvSpPr>
              <p:spPr>
                <a:xfrm>
                  <a:off x="9200987" y="4568018"/>
                  <a:ext cx="4181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68" name="文本框 167">
                  <a:extLst>
                    <a:ext uri="{FF2B5EF4-FFF2-40B4-BE49-F238E27FC236}">
                      <a16:creationId xmlns:a16="http://schemas.microsoft.com/office/drawing/2014/main" id="{20F7C403-B0A7-29B7-5290-4D8CBE9CCF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00987" y="4568018"/>
                  <a:ext cx="418109" cy="30777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9" name="文本框 168">
                  <a:extLst>
                    <a:ext uri="{FF2B5EF4-FFF2-40B4-BE49-F238E27FC236}">
                      <a16:creationId xmlns:a16="http://schemas.microsoft.com/office/drawing/2014/main" id="{5A592E9C-11F9-12EF-80D8-0FE77D595A89}"/>
                    </a:ext>
                  </a:extLst>
                </p:cNvPr>
                <p:cNvSpPr txBox="1"/>
                <p:nvPr/>
              </p:nvSpPr>
              <p:spPr>
                <a:xfrm>
                  <a:off x="9226617" y="5186635"/>
                  <a:ext cx="4181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69" name="文本框 168">
                  <a:extLst>
                    <a:ext uri="{FF2B5EF4-FFF2-40B4-BE49-F238E27FC236}">
                      <a16:creationId xmlns:a16="http://schemas.microsoft.com/office/drawing/2014/main" id="{5A592E9C-11F9-12EF-80D8-0FE77D595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6617" y="5186635"/>
                  <a:ext cx="418109" cy="3077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文本框 169">
                  <a:extLst>
                    <a:ext uri="{FF2B5EF4-FFF2-40B4-BE49-F238E27FC236}">
                      <a16:creationId xmlns:a16="http://schemas.microsoft.com/office/drawing/2014/main" id="{4C4FC513-C819-0862-2ADA-BEF849C2CB59}"/>
                    </a:ext>
                  </a:extLst>
                </p:cNvPr>
                <p:cNvSpPr txBox="1"/>
                <p:nvPr/>
              </p:nvSpPr>
              <p:spPr>
                <a:xfrm>
                  <a:off x="9234763" y="5761107"/>
                  <a:ext cx="41810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70" name="文本框 169">
                  <a:extLst>
                    <a:ext uri="{FF2B5EF4-FFF2-40B4-BE49-F238E27FC236}">
                      <a16:creationId xmlns:a16="http://schemas.microsoft.com/office/drawing/2014/main" id="{4C4FC513-C819-0862-2ADA-BEF849C2CB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34763" y="5761107"/>
                  <a:ext cx="418109" cy="30777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61831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组合 52">
            <a:extLst>
              <a:ext uri="{FF2B5EF4-FFF2-40B4-BE49-F238E27FC236}">
                <a16:creationId xmlns:a16="http://schemas.microsoft.com/office/drawing/2014/main" id="{946313B8-9D8F-9B17-A986-63AD30D830C7}"/>
              </a:ext>
            </a:extLst>
          </p:cNvPr>
          <p:cNvGrpSpPr/>
          <p:nvPr/>
        </p:nvGrpSpPr>
        <p:grpSpPr>
          <a:xfrm>
            <a:off x="1378387" y="717559"/>
            <a:ext cx="9563235" cy="2915583"/>
            <a:chOff x="2008894" y="188850"/>
            <a:chExt cx="9563235" cy="2915583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A314855-E2EE-8A8B-F01E-72DCF333E517}"/>
                </a:ext>
              </a:extLst>
            </p:cNvPr>
            <p:cNvSpPr/>
            <p:nvPr/>
          </p:nvSpPr>
          <p:spPr>
            <a:xfrm>
              <a:off x="2008894" y="1358999"/>
              <a:ext cx="944172" cy="54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</a:rPr>
                <a:t>控制器</a:t>
              </a:r>
            </a:p>
          </p:txBody>
        </p:sp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5BC9DD14-7C85-D6DC-E521-BA7272BBB3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30195" y="1173308"/>
              <a:ext cx="888999" cy="91138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cxnSp>
          <p:nvCxnSpPr>
            <p:cNvPr id="56" name="直接箭头连接符 10">
              <a:extLst>
                <a:ext uri="{FF2B5EF4-FFF2-40B4-BE49-F238E27FC236}">
                  <a16:creationId xmlns:a16="http://schemas.microsoft.com/office/drawing/2014/main" id="{941EA2CC-42A1-643B-ACAE-F4ACF446877B}"/>
                </a:ext>
              </a:extLst>
            </p:cNvPr>
            <p:cNvCxnSpPr>
              <a:cxnSpLocks/>
              <a:stCxn id="54" idx="3"/>
              <a:endCxn id="55" idx="1"/>
            </p:cNvCxnSpPr>
            <p:nvPr/>
          </p:nvCxnSpPr>
          <p:spPr>
            <a:xfrm>
              <a:off x="2953066" y="1628999"/>
              <a:ext cx="4771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CD07CB67-A062-1D0D-FCE8-3C44D93A37FB}"/>
                    </a:ext>
                  </a:extLst>
                </p:cNvPr>
                <p:cNvSpPr txBox="1"/>
                <p:nvPr/>
              </p:nvSpPr>
              <p:spPr>
                <a:xfrm>
                  <a:off x="3011343" y="1340111"/>
                  <a:ext cx="45260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1" i="1" smtClean="0"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CD07CB67-A062-1D0D-FCE8-3C44D93A37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1343" y="1340111"/>
                  <a:ext cx="452605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0BA5B5F4-D145-4519-7E47-E21624AA03EB}"/>
                    </a:ext>
                  </a:extLst>
                </p:cNvPr>
                <p:cNvSpPr txBox="1"/>
                <p:nvPr/>
              </p:nvSpPr>
              <p:spPr>
                <a:xfrm>
                  <a:off x="4326394" y="1138594"/>
                  <a:ext cx="452605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sz="1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sz="1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0BA5B5F4-D145-4519-7E47-E21624AA03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6394" y="1138594"/>
                  <a:ext cx="452605" cy="95410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95B3C371-52A7-CCC0-3FEF-D828CD43E0AF}"/>
                </a:ext>
              </a:extLst>
            </p:cNvPr>
            <p:cNvGrpSpPr/>
            <p:nvPr/>
          </p:nvGrpSpPr>
          <p:grpSpPr>
            <a:xfrm>
              <a:off x="4765290" y="188850"/>
              <a:ext cx="6759640" cy="2915583"/>
              <a:chOff x="4007645" y="3153301"/>
              <a:chExt cx="6759640" cy="2915583"/>
            </a:xfrm>
          </p:grpSpPr>
          <p:sp>
            <p:nvSpPr>
              <p:cNvPr id="62" name="矩形: 圆角 61">
                <a:extLst>
                  <a:ext uri="{FF2B5EF4-FFF2-40B4-BE49-F238E27FC236}">
                    <a16:creationId xmlns:a16="http://schemas.microsoft.com/office/drawing/2014/main" id="{5B64B751-F0B5-91A5-AABB-34D9D259C50A}"/>
                  </a:ext>
                </a:extLst>
              </p:cNvPr>
              <p:cNvSpPr/>
              <p:nvPr/>
            </p:nvSpPr>
            <p:spPr>
              <a:xfrm>
                <a:off x="5794002" y="3784840"/>
                <a:ext cx="659045" cy="378619"/>
              </a:xfrm>
              <a:prstGeom prst="round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</a:rPr>
                  <a:t>转速</a:t>
                </a:r>
                <a:endParaRPr lang="en-US" altLang="zh-CN" sz="1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</a:rPr>
                  <a:t>控制器</a:t>
                </a:r>
              </a:p>
            </p:txBody>
          </p:sp>
          <p:sp>
            <p:nvSpPr>
              <p:cNvPr id="63" name="矩形: 圆角 62">
                <a:extLst>
                  <a:ext uri="{FF2B5EF4-FFF2-40B4-BE49-F238E27FC236}">
                    <a16:creationId xmlns:a16="http://schemas.microsoft.com/office/drawing/2014/main" id="{8B38D1AE-CE36-816A-DEB0-A081738646FF}"/>
                  </a:ext>
                </a:extLst>
              </p:cNvPr>
              <p:cNvSpPr/>
              <p:nvPr/>
            </p:nvSpPr>
            <p:spPr>
              <a:xfrm>
                <a:off x="6765216" y="3784840"/>
                <a:ext cx="659045" cy="378619"/>
              </a:xfrm>
              <a:prstGeom prst="round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</a:rPr>
                  <a:t>电流环</a:t>
                </a:r>
                <a:endParaRPr lang="en-US" altLang="zh-CN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矩形: 圆角 63">
                <a:extLst>
                  <a:ext uri="{FF2B5EF4-FFF2-40B4-BE49-F238E27FC236}">
                    <a16:creationId xmlns:a16="http://schemas.microsoft.com/office/drawing/2014/main" id="{3314E678-4336-CB65-21EE-F7B251B0EF38}"/>
                  </a:ext>
                </a:extLst>
              </p:cNvPr>
              <p:cNvSpPr/>
              <p:nvPr/>
            </p:nvSpPr>
            <p:spPr>
              <a:xfrm>
                <a:off x="7712604" y="3781864"/>
                <a:ext cx="659045" cy="378619"/>
              </a:xfrm>
              <a:prstGeom prst="round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</a:rPr>
                  <a:t>功率</a:t>
                </a:r>
                <a:endParaRPr lang="en-US" altLang="zh-CN" sz="1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</a:rPr>
                  <a:t>放大器</a:t>
                </a:r>
              </a:p>
            </p:txBody>
          </p:sp>
          <p:sp>
            <p:nvSpPr>
              <p:cNvPr id="65" name="矩形: 圆角 64">
                <a:extLst>
                  <a:ext uri="{FF2B5EF4-FFF2-40B4-BE49-F238E27FC236}">
                    <a16:creationId xmlns:a16="http://schemas.microsoft.com/office/drawing/2014/main" id="{0336EA7F-7784-11B4-55D5-977A2AE003C4}"/>
                  </a:ext>
                </a:extLst>
              </p:cNvPr>
              <p:cNvSpPr/>
              <p:nvPr/>
            </p:nvSpPr>
            <p:spPr>
              <a:xfrm>
                <a:off x="8618833" y="3823197"/>
                <a:ext cx="599638" cy="292894"/>
              </a:xfrm>
              <a:prstGeom prst="round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</a:rPr>
                  <a:t>飞轮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66" name="矩形: 圆角 65">
                <a:extLst>
                  <a:ext uri="{FF2B5EF4-FFF2-40B4-BE49-F238E27FC236}">
                    <a16:creationId xmlns:a16="http://schemas.microsoft.com/office/drawing/2014/main" id="{707B316D-E82E-77CE-5BED-FC27CF0761A8}"/>
                  </a:ext>
                </a:extLst>
              </p:cNvPr>
              <p:cNvSpPr/>
              <p:nvPr/>
            </p:nvSpPr>
            <p:spPr>
              <a:xfrm>
                <a:off x="8547115" y="3325429"/>
                <a:ext cx="743074" cy="292894"/>
              </a:xfrm>
              <a:prstGeom prst="roundRect">
                <a:avLst/>
              </a:prstGeom>
              <a:noFill/>
              <a:ln w="12700"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</a:rPr>
                  <a:t>摩擦增大</a:t>
                </a:r>
                <a:endParaRPr lang="en-US" altLang="zh-CN" sz="10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67" name="直接箭头连接符 10">
                <a:extLst>
                  <a:ext uri="{FF2B5EF4-FFF2-40B4-BE49-F238E27FC236}">
                    <a16:creationId xmlns:a16="http://schemas.microsoft.com/office/drawing/2014/main" id="{6D07D250-DF32-D35A-2BFF-CB648FD3A313}"/>
                  </a:ext>
                </a:extLst>
              </p:cNvPr>
              <p:cNvCxnSpPr>
                <a:cxnSpLocks/>
                <a:stCxn id="88" idx="0"/>
                <a:endCxn id="69" idx="2"/>
              </p:cNvCxnSpPr>
              <p:nvPr/>
            </p:nvCxnSpPr>
            <p:spPr>
              <a:xfrm rot="5400000" flipH="1" flipV="1">
                <a:off x="4842095" y="3865225"/>
                <a:ext cx="355174" cy="572784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8" name="矩形: 圆角 67">
                <a:extLst>
                  <a:ext uri="{FF2B5EF4-FFF2-40B4-BE49-F238E27FC236}">
                    <a16:creationId xmlns:a16="http://schemas.microsoft.com/office/drawing/2014/main" id="{219BBCF5-3693-A073-F5F1-21F5B0F0B9D0}"/>
                  </a:ext>
                </a:extLst>
              </p:cNvPr>
              <p:cNvSpPr/>
              <p:nvPr/>
            </p:nvSpPr>
            <p:spPr>
              <a:xfrm>
                <a:off x="4007645" y="3159696"/>
                <a:ext cx="6759640" cy="2880253"/>
              </a:xfrm>
              <a:prstGeom prst="roundRect">
                <a:avLst/>
              </a:prstGeom>
              <a:noFill/>
              <a:ln w="1270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流程图: 汇总连接 68">
                <a:extLst>
                  <a:ext uri="{FF2B5EF4-FFF2-40B4-BE49-F238E27FC236}">
                    <a16:creationId xmlns:a16="http://schemas.microsoft.com/office/drawing/2014/main" id="{C6E15174-0831-4C5B-8DCE-F25DA7139FEB}"/>
                  </a:ext>
                </a:extLst>
              </p:cNvPr>
              <p:cNvSpPr/>
              <p:nvPr/>
            </p:nvSpPr>
            <p:spPr>
              <a:xfrm>
                <a:off x="5306074" y="3875702"/>
                <a:ext cx="202403" cy="196655"/>
              </a:xfrm>
              <a:prstGeom prst="flowChartSummingJuncti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0" name="直接箭头连接符 10">
                <a:extLst>
                  <a:ext uri="{FF2B5EF4-FFF2-40B4-BE49-F238E27FC236}">
                    <a16:creationId xmlns:a16="http://schemas.microsoft.com/office/drawing/2014/main" id="{5C01CB5D-6A48-8937-EA8A-DE51491F05D9}"/>
                  </a:ext>
                </a:extLst>
              </p:cNvPr>
              <p:cNvCxnSpPr>
                <a:cxnSpLocks/>
                <a:stCxn id="63" idx="3"/>
                <a:endCxn id="64" idx="1"/>
              </p:cNvCxnSpPr>
              <p:nvPr/>
            </p:nvCxnSpPr>
            <p:spPr>
              <a:xfrm flipV="1">
                <a:off x="7424261" y="3971174"/>
                <a:ext cx="288343" cy="297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直接箭头连接符 10">
                <a:extLst>
                  <a:ext uri="{FF2B5EF4-FFF2-40B4-BE49-F238E27FC236}">
                    <a16:creationId xmlns:a16="http://schemas.microsoft.com/office/drawing/2014/main" id="{3F2221C6-64EA-07C3-564F-40634B77230F}"/>
                  </a:ext>
                </a:extLst>
              </p:cNvPr>
              <p:cNvCxnSpPr>
                <a:cxnSpLocks/>
                <a:stCxn id="62" idx="3"/>
                <a:endCxn id="63" idx="1"/>
              </p:cNvCxnSpPr>
              <p:nvPr/>
            </p:nvCxnSpPr>
            <p:spPr>
              <a:xfrm>
                <a:off x="6453047" y="3974150"/>
                <a:ext cx="31216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直接箭头连接符 10">
                <a:extLst>
                  <a:ext uri="{FF2B5EF4-FFF2-40B4-BE49-F238E27FC236}">
                    <a16:creationId xmlns:a16="http://schemas.microsoft.com/office/drawing/2014/main" id="{636A3F20-D5CC-8A72-DC47-3D131A90A564}"/>
                  </a:ext>
                </a:extLst>
              </p:cNvPr>
              <p:cNvCxnSpPr>
                <a:cxnSpLocks/>
                <a:stCxn id="64" idx="3"/>
                <a:endCxn id="65" idx="1"/>
              </p:cNvCxnSpPr>
              <p:nvPr/>
            </p:nvCxnSpPr>
            <p:spPr>
              <a:xfrm flipV="1">
                <a:off x="8371649" y="3969644"/>
                <a:ext cx="247184" cy="153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3" name="直接箭头连接符 10">
                <a:extLst>
                  <a:ext uri="{FF2B5EF4-FFF2-40B4-BE49-F238E27FC236}">
                    <a16:creationId xmlns:a16="http://schemas.microsoft.com/office/drawing/2014/main" id="{E0917A19-43E6-141A-39E5-79067C7E923B}"/>
                  </a:ext>
                </a:extLst>
              </p:cNvPr>
              <p:cNvCxnSpPr>
                <a:cxnSpLocks/>
                <a:stCxn id="69" idx="6"/>
                <a:endCxn id="62" idx="1"/>
              </p:cNvCxnSpPr>
              <p:nvPr/>
            </p:nvCxnSpPr>
            <p:spPr>
              <a:xfrm>
                <a:off x="5508477" y="3974030"/>
                <a:ext cx="285525" cy="1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直接箭头连接符 10">
                <a:extLst>
                  <a:ext uri="{FF2B5EF4-FFF2-40B4-BE49-F238E27FC236}">
                    <a16:creationId xmlns:a16="http://schemas.microsoft.com/office/drawing/2014/main" id="{7E32CD10-6801-B703-B65B-E700B729BE4A}"/>
                  </a:ext>
                </a:extLst>
              </p:cNvPr>
              <p:cNvCxnSpPr>
                <a:cxnSpLocks/>
                <a:stCxn id="66" idx="2"/>
                <a:endCxn id="65" idx="0"/>
              </p:cNvCxnSpPr>
              <p:nvPr/>
            </p:nvCxnSpPr>
            <p:spPr>
              <a:xfrm>
                <a:off x="8918652" y="3618323"/>
                <a:ext cx="0" cy="20487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直接箭头连接符 10">
                <a:extLst>
                  <a:ext uri="{FF2B5EF4-FFF2-40B4-BE49-F238E27FC236}">
                    <a16:creationId xmlns:a16="http://schemas.microsoft.com/office/drawing/2014/main" id="{922AF381-3896-CB43-1231-11A48F7E844A}"/>
                  </a:ext>
                </a:extLst>
              </p:cNvPr>
              <p:cNvCxnSpPr>
                <a:cxnSpLocks/>
                <a:stCxn id="65" idx="3"/>
                <a:endCxn id="90" idx="0"/>
              </p:cNvCxnSpPr>
              <p:nvPr/>
            </p:nvCxnSpPr>
            <p:spPr>
              <a:xfrm>
                <a:off x="9218471" y="3969644"/>
                <a:ext cx="782507" cy="36761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矩形: 圆角 75">
                <a:extLst>
                  <a:ext uri="{FF2B5EF4-FFF2-40B4-BE49-F238E27FC236}">
                    <a16:creationId xmlns:a16="http://schemas.microsoft.com/office/drawing/2014/main" id="{DFF2D884-D5F8-4718-F6E0-3369BFBA896C}"/>
                  </a:ext>
                </a:extLst>
              </p:cNvPr>
              <p:cNvSpPr/>
              <p:nvPr/>
            </p:nvSpPr>
            <p:spPr>
              <a:xfrm>
                <a:off x="8585894" y="4453375"/>
                <a:ext cx="599638" cy="292894"/>
              </a:xfrm>
              <a:prstGeom prst="round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</a:rPr>
                  <a:t>飞轮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77" name="矩形: 圆角 76">
                <a:extLst>
                  <a:ext uri="{FF2B5EF4-FFF2-40B4-BE49-F238E27FC236}">
                    <a16:creationId xmlns:a16="http://schemas.microsoft.com/office/drawing/2014/main" id="{7876B539-7E80-4714-023F-13C0C571812F}"/>
                  </a:ext>
                </a:extLst>
              </p:cNvPr>
              <p:cNvSpPr/>
              <p:nvPr/>
            </p:nvSpPr>
            <p:spPr>
              <a:xfrm>
                <a:off x="8585894" y="5042527"/>
                <a:ext cx="599638" cy="292894"/>
              </a:xfrm>
              <a:prstGeom prst="round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</a:rPr>
                  <a:t>飞轮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78" name="矩形: 圆角 77">
                <a:extLst>
                  <a:ext uri="{FF2B5EF4-FFF2-40B4-BE49-F238E27FC236}">
                    <a16:creationId xmlns:a16="http://schemas.microsoft.com/office/drawing/2014/main" id="{0D82D0BF-E02C-7B23-FA79-32346CDE4FD6}"/>
                  </a:ext>
                </a:extLst>
              </p:cNvPr>
              <p:cNvSpPr/>
              <p:nvPr/>
            </p:nvSpPr>
            <p:spPr>
              <a:xfrm>
                <a:off x="8587640" y="5636322"/>
                <a:ext cx="599638" cy="292894"/>
              </a:xfrm>
              <a:prstGeom prst="roundRect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</a:rPr>
                  <a:t>飞轮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cxnSp>
            <p:nvCxnSpPr>
              <p:cNvPr id="79" name="直接箭头连接符 10">
                <a:extLst>
                  <a:ext uri="{FF2B5EF4-FFF2-40B4-BE49-F238E27FC236}">
                    <a16:creationId xmlns:a16="http://schemas.microsoft.com/office/drawing/2014/main" id="{6BD5ACD8-5343-3091-B46F-C5E4482F3C0A}"/>
                  </a:ext>
                </a:extLst>
              </p:cNvPr>
              <p:cNvCxnSpPr>
                <a:cxnSpLocks/>
                <a:stCxn id="88" idx="2"/>
                <a:endCxn id="77" idx="1"/>
              </p:cNvCxnSpPr>
              <p:nvPr/>
            </p:nvCxnSpPr>
            <p:spPr>
              <a:xfrm rot="16200000" flipH="1">
                <a:off x="6500325" y="3103404"/>
                <a:ext cx="318535" cy="3852604"/>
              </a:xfrm>
              <a:prstGeom prst="bentConnector2">
                <a:avLst/>
              </a:prstGeom>
              <a:ln>
                <a:prstDash val="dashDot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10">
                <a:extLst>
                  <a:ext uri="{FF2B5EF4-FFF2-40B4-BE49-F238E27FC236}">
                    <a16:creationId xmlns:a16="http://schemas.microsoft.com/office/drawing/2014/main" id="{6F2B2250-6383-42CE-C797-A951BE2D37E4}"/>
                  </a:ext>
                </a:extLst>
              </p:cNvPr>
              <p:cNvCxnSpPr>
                <a:cxnSpLocks/>
                <a:stCxn id="88" idx="2"/>
                <a:endCxn id="78" idx="1"/>
              </p:cNvCxnSpPr>
              <p:nvPr/>
            </p:nvCxnSpPr>
            <p:spPr>
              <a:xfrm rot="16200000" flipH="1">
                <a:off x="6204300" y="3399429"/>
                <a:ext cx="912330" cy="3854350"/>
              </a:xfrm>
              <a:prstGeom prst="bentConnector2">
                <a:avLst/>
              </a:prstGeom>
              <a:ln>
                <a:prstDash val="dashDot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直接箭头连接符 10">
                <a:extLst>
                  <a:ext uri="{FF2B5EF4-FFF2-40B4-BE49-F238E27FC236}">
                    <a16:creationId xmlns:a16="http://schemas.microsoft.com/office/drawing/2014/main" id="{06090EE4-0958-80F6-6C25-3E67A06E990F}"/>
                  </a:ext>
                </a:extLst>
              </p:cNvPr>
              <p:cNvCxnSpPr>
                <a:cxnSpLocks/>
                <a:stCxn id="88" idx="3"/>
                <a:endCxn id="76" idx="1"/>
              </p:cNvCxnSpPr>
              <p:nvPr/>
            </p:nvCxnSpPr>
            <p:spPr>
              <a:xfrm>
                <a:off x="5132655" y="4599822"/>
                <a:ext cx="3453239" cy="0"/>
              </a:xfrm>
              <a:prstGeom prst="straightConnector1">
                <a:avLst/>
              </a:prstGeom>
              <a:ln cmpd="sng">
                <a:prstDash val="dashDot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2" name="直接箭头连接符 10">
                <a:extLst>
                  <a:ext uri="{FF2B5EF4-FFF2-40B4-BE49-F238E27FC236}">
                    <a16:creationId xmlns:a16="http://schemas.microsoft.com/office/drawing/2014/main" id="{44F9C272-CCC5-317F-F6FA-60ABEA9320E3}"/>
                  </a:ext>
                </a:extLst>
              </p:cNvPr>
              <p:cNvCxnSpPr>
                <a:cxnSpLocks/>
                <a:stCxn id="76" idx="3"/>
                <a:endCxn id="90" idx="1"/>
              </p:cNvCxnSpPr>
              <p:nvPr/>
            </p:nvCxnSpPr>
            <p:spPr>
              <a:xfrm>
                <a:off x="9185532" y="4599822"/>
                <a:ext cx="416080" cy="805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直接箭头连接符 10">
                <a:extLst>
                  <a:ext uri="{FF2B5EF4-FFF2-40B4-BE49-F238E27FC236}">
                    <a16:creationId xmlns:a16="http://schemas.microsoft.com/office/drawing/2014/main" id="{3950E1F2-1888-2DF2-973F-1625345A815D}"/>
                  </a:ext>
                </a:extLst>
              </p:cNvPr>
              <p:cNvCxnSpPr>
                <a:cxnSpLocks/>
                <a:stCxn id="77" idx="3"/>
                <a:endCxn id="90" idx="2"/>
              </p:cNvCxnSpPr>
              <p:nvPr/>
            </p:nvCxnSpPr>
            <p:spPr>
              <a:xfrm flipV="1">
                <a:off x="9185532" y="4878496"/>
                <a:ext cx="815446" cy="310478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直接箭头连接符 10">
                <a:extLst>
                  <a:ext uri="{FF2B5EF4-FFF2-40B4-BE49-F238E27FC236}">
                    <a16:creationId xmlns:a16="http://schemas.microsoft.com/office/drawing/2014/main" id="{23D9D1D8-F2C6-DEAD-FD6F-07C7BA01C48F}"/>
                  </a:ext>
                </a:extLst>
              </p:cNvPr>
              <p:cNvCxnSpPr>
                <a:cxnSpLocks/>
                <a:stCxn id="78" idx="3"/>
                <a:endCxn id="90" idx="2"/>
              </p:cNvCxnSpPr>
              <p:nvPr/>
            </p:nvCxnSpPr>
            <p:spPr>
              <a:xfrm flipV="1">
                <a:off x="9187278" y="4878496"/>
                <a:ext cx="813700" cy="904273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5" name="矩形: 圆角 84">
                <a:extLst>
                  <a:ext uri="{FF2B5EF4-FFF2-40B4-BE49-F238E27FC236}">
                    <a16:creationId xmlns:a16="http://schemas.microsoft.com/office/drawing/2014/main" id="{EB1F7A6B-7997-BFE4-95EA-57CB3467F2EF}"/>
                  </a:ext>
                </a:extLst>
              </p:cNvPr>
              <p:cNvSpPr/>
              <p:nvPr/>
            </p:nvSpPr>
            <p:spPr>
              <a:xfrm>
                <a:off x="7675892" y="3325429"/>
                <a:ext cx="743074" cy="292894"/>
              </a:xfrm>
              <a:prstGeom prst="roundRect">
                <a:avLst/>
              </a:prstGeom>
              <a:noFill/>
              <a:ln w="12700"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dirty="0">
                    <a:solidFill>
                      <a:schemeClr val="tx1"/>
                    </a:solidFill>
                  </a:rPr>
                  <a:t>增益衰减</a:t>
                </a:r>
                <a:endParaRPr lang="en-US" altLang="zh-CN" sz="10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6" name="直接箭头连接符 10">
                <a:extLst>
                  <a:ext uri="{FF2B5EF4-FFF2-40B4-BE49-F238E27FC236}">
                    <a16:creationId xmlns:a16="http://schemas.microsoft.com/office/drawing/2014/main" id="{64449019-7B8A-4018-84AA-D59E0A51D007}"/>
                  </a:ext>
                </a:extLst>
              </p:cNvPr>
              <p:cNvCxnSpPr>
                <a:cxnSpLocks/>
                <a:stCxn id="85" idx="2"/>
                <a:endCxn id="64" idx="0"/>
              </p:cNvCxnSpPr>
              <p:nvPr/>
            </p:nvCxnSpPr>
            <p:spPr>
              <a:xfrm flipH="1">
                <a:off x="8042127" y="3618323"/>
                <a:ext cx="5302" cy="16354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D17727BA-0785-2C14-23C8-91714A794E81}"/>
                  </a:ext>
                </a:extLst>
              </p:cNvPr>
              <p:cNvSpPr/>
              <p:nvPr/>
            </p:nvSpPr>
            <p:spPr>
              <a:xfrm>
                <a:off x="6208435" y="3153301"/>
                <a:ext cx="1675546" cy="540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飞轮模块</a:t>
                </a:r>
              </a:p>
            </p:txBody>
          </p:sp>
          <p:sp>
            <p:nvSpPr>
              <p:cNvPr id="88" name="矩形: 圆角 87">
                <a:extLst>
                  <a:ext uri="{FF2B5EF4-FFF2-40B4-BE49-F238E27FC236}">
                    <a16:creationId xmlns:a16="http://schemas.microsoft.com/office/drawing/2014/main" id="{FEA3BFBD-5DAA-C04C-979A-8299AD2B92BE}"/>
                  </a:ext>
                </a:extLst>
              </p:cNvPr>
              <p:cNvSpPr/>
              <p:nvPr/>
            </p:nvSpPr>
            <p:spPr>
              <a:xfrm>
                <a:off x="4333924" y="4329204"/>
                <a:ext cx="798731" cy="541235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飞轮</a:t>
                </a:r>
                <a:endParaRPr lang="en-US" altLang="zh-CN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动力学</a:t>
                </a:r>
              </a:p>
            </p:txBody>
          </p:sp>
          <p:cxnSp>
            <p:nvCxnSpPr>
              <p:cNvPr id="89" name="直接箭头连接符 10">
                <a:extLst>
                  <a:ext uri="{FF2B5EF4-FFF2-40B4-BE49-F238E27FC236}">
                    <a16:creationId xmlns:a16="http://schemas.microsoft.com/office/drawing/2014/main" id="{BCD3ADA7-739C-1F2B-51AC-CDF8BDD618A6}"/>
                  </a:ext>
                </a:extLst>
              </p:cNvPr>
              <p:cNvCxnSpPr>
                <a:cxnSpLocks/>
                <a:stCxn id="90" idx="3"/>
                <a:endCxn id="68" idx="3"/>
              </p:cNvCxnSpPr>
              <p:nvPr/>
            </p:nvCxnSpPr>
            <p:spPr>
              <a:xfrm flipV="1">
                <a:off x="10400343" y="4599823"/>
                <a:ext cx="366942" cy="8056"/>
              </a:xfrm>
              <a:prstGeom prst="straightConnector1">
                <a:avLst/>
              </a:prstGeom>
              <a:ln w="25400" cmpd="dbl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0" name="矩形: 圆角 89">
                <a:extLst>
                  <a:ext uri="{FF2B5EF4-FFF2-40B4-BE49-F238E27FC236}">
                    <a16:creationId xmlns:a16="http://schemas.microsoft.com/office/drawing/2014/main" id="{39E109EA-CCBD-BDAF-6BA4-22E18DD8C437}"/>
                  </a:ext>
                </a:extLst>
              </p:cNvPr>
              <p:cNvSpPr/>
              <p:nvPr/>
            </p:nvSpPr>
            <p:spPr>
              <a:xfrm>
                <a:off x="9601612" y="4337261"/>
                <a:ext cx="798731" cy="541235"/>
              </a:xfrm>
              <a:prstGeom prst="roundRect">
                <a:avLst/>
              </a:prstGeom>
              <a:no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飞轮</a:t>
                </a:r>
                <a:endParaRPr lang="en-US" altLang="zh-CN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动力学</a:t>
                </a:r>
              </a:p>
            </p:txBody>
          </p:sp>
          <p:cxnSp>
            <p:nvCxnSpPr>
              <p:cNvPr id="91" name="直接箭头连接符 10">
                <a:extLst>
                  <a:ext uri="{FF2B5EF4-FFF2-40B4-BE49-F238E27FC236}">
                    <a16:creationId xmlns:a16="http://schemas.microsoft.com/office/drawing/2014/main" id="{A854BF0F-86D2-1D98-A399-7EB7562E2646}"/>
                  </a:ext>
                </a:extLst>
              </p:cNvPr>
              <p:cNvCxnSpPr>
                <a:cxnSpLocks/>
                <a:stCxn id="68" idx="1"/>
                <a:endCxn id="88" idx="1"/>
              </p:cNvCxnSpPr>
              <p:nvPr/>
            </p:nvCxnSpPr>
            <p:spPr>
              <a:xfrm flipV="1">
                <a:off x="4007645" y="4599822"/>
                <a:ext cx="326279" cy="1"/>
              </a:xfrm>
              <a:prstGeom prst="straightConnector1">
                <a:avLst/>
              </a:prstGeom>
              <a:ln w="25400" cmpd="dbl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直接箭头连接符 10">
                <a:extLst>
                  <a:ext uri="{FF2B5EF4-FFF2-40B4-BE49-F238E27FC236}">
                    <a16:creationId xmlns:a16="http://schemas.microsoft.com/office/drawing/2014/main" id="{9B408F32-E477-22A9-EEF5-FD62A4CDD14C}"/>
                  </a:ext>
                </a:extLst>
              </p:cNvPr>
              <p:cNvCxnSpPr>
                <a:cxnSpLocks/>
                <a:stCxn id="65" idx="3"/>
                <a:endCxn id="94" idx="3"/>
              </p:cNvCxnSpPr>
              <p:nvPr/>
            </p:nvCxnSpPr>
            <p:spPr>
              <a:xfrm flipH="1">
                <a:off x="7427455" y="3969644"/>
                <a:ext cx="1791016" cy="385524"/>
              </a:xfrm>
              <a:prstGeom prst="bentConnector3">
                <a:avLst>
                  <a:gd name="adj1" fmla="val -12764"/>
                </a:avLst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E33D4381-94A0-7444-97EC-2E1A691FC481}"/>
                      </a:ext>
                    </a:extLst>
                  </p:cNvPr>
                  <p:cNvSpPr txBox="1"/>
                  <p:nvPr/>
                </p:nvSpPr>
                <p:spPr>
                  <a:xfrm>
                    <a:off x="4844995" y="3943241"/>
                    <a:ext cx="418109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E33D4381-94A0-7444-97EC-2E1A691FC4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4995" y="3943241"/>
                    <a:ext cx="418109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4" name="矩形: 圆角 93">
                    <a:extLst>
                      <a:ext uri="{FF2B5EF4-FFF2-40B4-BE49-F238E27FC236}">
                        <a16:creationId xmlns:a16="http://schemas.microsoft.com/office/drawing/2014/main" id="{9A976583-4499-4A38-66F3-3C6A03F9AEAB}"/>
                      </a:ext>
                    </a:extLst>
                  </p:cNvPr>
                  <p:cNvSpPr/>
                  <p:nvPr/>
                </p:nvSpPr>
                <p:spPr>
                  <a:xfrm>
                    <a:off x="7180615" y="4208721"/>
                    <a:ext cx="246840" cy="292894"/>
                  </a:xfrm>
                  <a:prstGeom prst="roundRect">
                    <a:avLst/>
                  </a:prstGeom>
                  <a:noFill/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1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4" name="矩形: 圆角 93">
                    <a:extLst>
                      <a:ext uri="{FF2B5EF4-FFF2-40B4-BE49-F238E27FC236}">
                        <a16:creationId xmlns:a16="http://schemas.microsoft.com/office/drawing/2014/main" id="{9A976583-4499-4A38-66F3-3C6A03F9AEA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80615" y="4208721"/>
                    <a:ext cx="246840" cy="292894"/>
                  </a:xfrm>
                  <a:prstGeom prst="roundRect">
                    <a:avLst/>
                  </a:prstGeom>
                  <a:blipFill>
                    <a:blip r:embed="rId6"/>
                    <a:stretch>
                      <a:fillRect l="-7143"/>
                    </a:stretch>
                  </a:blipFill>
                  <a:ln w="12700"/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5" name="文本框 94">
                    <a:extLst>
                      <a:ext uri="{FF2B5EF4-FFF2-40B4-BE49-F238E27FC236}">
                        <a16:creationId xmlns:a16="http://schemas.microsoft.com/office/drawing/2014/main" id="{EA9E2732-5294-2743-E6ED-7C1788221EE4}"/>
                      </a:ext>
                    </a:extLst>
                  </p:cNvPr>
                  <p:cNvSpPr txBox="1"/>
                  <p:nvPr/>
                </p:nvSpPr>
                <p:spPr>
                  <a:xfrm>
                    <a:off x="5112739" y="4593451"/>
                    <a:ext cx="418109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95" name="文本框 94">
                    <a:extLst>
                      <a:ext uri="{FF2B5EF4-FFF2-40B4-BE49-F238E27FC236}">
                        <a16:creationId xmlns:a16="http://schemas.microsoft.com/office/drawing/2014/main" id="{EA9E2732-5294-2743-E6ED-7C1788221E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12739" y="4593451"/>
                    <a:ext cx="418109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6" name="文本框 95">
                    <a:extLst>
                      <a:ext uri="{FF2B5EF4-FFF2-40B4-BE49-F238E27FC236}">
                        <a16:creationId xmlns:a16="http://schemas.microsoft.com/office/drawing/2014/main" id="{EC746F62-077A-8BF3-9CC6-B078D46D0445}"/>
                      </a:ext>
                    </a:extLst>
                  </p:cNvPr>
                  <p:cNvSpPr txBox="1"/>
                  <p:nvPr/>
                </p:nvSpPr>
                <p:spPr>
                  <a:xfrm>
                    <a:off x="9465655" y="3680447"/>
                    <a:ext cx="418109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96" name="文本框 95">
                    <a:extLst>
                      <a:ext uri="{FF2B5EF4-FFF2-40B4-BE49-F238E27FC236}">
                        <a16:creationId xmlns:a16="http://schemas.microsoft.com/office/drawing/2014/main" id="{EC746F62-077A-8BF3-9CC6-B078D46D04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65655" y="3680447"/>
                    <a:ext cx="418109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文本框 96">
                    <a:extLst>
                      <a:ext uri="{FF2B5EF4-FFF2-40B4-BE49-F238E27FC236}">
                        <a16:creationId xmlns:a16="http://schemas.microsoft.com/office/drawing/2014/main" id="{1C8EAF28-B37E-EE9B-4EC3-4589B1F8CC11}"/>
                      </a:ext>
                    </a:extLst>
                  </p:cNvPr>
                  <p:cNvSpPr txBox="1"/>
                  <p:nvPr/>
                </p:nvSpPr>
                <p:spPr>
                  <a:xfrm>
                    <a:off x="5099910" y="5195369"/>
                    <a:ext cx="418109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97" name="文本框 96">
                    <a:extLst>
                      <a:ext uri="{FF2B5EF4-FFF2-40B4-BE49-F238E27FC236}">
                        <a16:creationId xmlns:a16="http://schemas.microsoft.com/office/drawing/2014/main" id="{1C8EAF28-B37E-EE9B-4EC3-4589B1F8CC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99910" y="5195369"/>
                    <a:ext cx="418109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B41926D7-F129-572F-6745-48C0AF833E41}"/>
                      </a:ext>
                    </a:extLst>
                  </p:cNvPr>
                  <p:cNvSpPr txBox="1"/>
                  <p:nvPr/>
                </p:nvSpPr>
                <p:spPr>
                  <a:xfrm>
                    <a:off x="5099910" y="5753758"/>
                    <a:ext cx="418109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B41926D7-F129-572F-6745-48C0AF833E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99910" y="5753758"/>
                    <a:ext cx="418109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文本框 98">
                    <a:extLst>
                      <a:ext uri="{FF2B5EF4-FFF2-40B4-BE49-F238E27FC236}">
                        <a16:creationId xmlns:a16="http://schemas.microsoft.com/office/drawing/2014/main" id="{7CCCDFA6-BFBC-EC5F-C2F9-1C36D96DE3F1}"/>
                      </a:ext>
                    </a:extLst>
                  </p:cNvPr>
                  <p:cNvSpPr txBox="1"/>
                  <p:nvPr/>
                </p:nvSpPr>
                <p:spPr>
                  <a:xfrm>
                    <a:off x="9200987" y="4568018"/>
                    <a:ext cx="418109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99" name="文本框 98">
                    <a:extLst>
                      <a:ext uri="{FF2B5EF4-FFF2-40B4-BE49-F238E27FC236}">
                        <a16:creationId xmlns:a16="http://schemas.microsoft.com/office/drawing/2014/main" id="{7CCCDFA6-BFBC-EC5F-C2F9-1C36D96DE3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0987" y="4568018"/>
                    <a:ext cx="418109" cy="30777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A5B64CEC-DC94-6D4F-CAD9-2519287AECD5}"/>
                      </a:ext>
                    </a:extLst>
                  </p:cNvPr>
                  <p:cNvSpPr txBox="1"/>
                  <p:nvPr/>
                </p:nvSpPr>
                <p:spPr>
                  <a:xfrm>
                    <a:off x="9226617" y="5186635"/>
                    <a:ext cx="418109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A5B64CEC-DC94-6D4F-CAD9-2519287AEC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6617" y="5186635"/>
                    <a:ext cx="418109" cy="30777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文本框 100">
                    <a:extLst>
                      <a:ext uri="{FF2B5EF4-FFF2-40B4-BE49-F238E27FC236}">
                        <a16:creationId xmlns:a16="http://schemas.microsoft.com/office/drawing/2014/main" id="{9CC530B6-6C60-F2F7-69B5-856609791ADC}"/>
                      </a:ext>
                    </a:extLst>
                  </p:cNvPr>
                  <p:cNvSpPr txBox="1"/>
                  <p:nvPr/>
                </p:nvSpPr>
                <p:spPr>
                  <a:xfrm>
                    <a:off x="9234763" y="5761107"/>
                    <a:ext cx="418109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101" name="文本框 100">
                    <a:extLst>
                      <a:ext uri="{FF2B5EF4-FFF2-40B4-BE49-F238E27FC236}">
                        <a16:creationId xmlns:a16="http://schemas.microsoft.com/office/drawing/2014/main" id="{9CC530B6-6C60-F2F7-69B5-856609791AD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34763" y="5761107"/>
                    <a:ext cx="418109" cy="30777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2" name="直接箭头连接符 10">
                <a:extLst>
                  <a:ext uri="{FF2B5EF4-FFF2-40B4-BE49-F238E27FC236}">
                    <a16:creationId xmlns:a16="http://schemas.microsoft.com/office/drawing/2014/main" id="{6BBAD492-39A8-4CB4-59C1-0DFE22FD3306}"/>
                  </a:ext>
                </a:extLst>
              </p:cNvPr>
              <p:cNvCxnSpPr>
                <a:cxnSpLocks/>
                <a:stCxn id="94" idx="1"/>
                <a:endCxn id="69" idx="4"/>
              </p:cNvCxnSpPr>
              <p:nvPr/>
            </p:nvCxnSpPr>
            <p:spPr>
              <a:xfrm rot="10800000">
                <a:off x="5407277" y="4072358"/>
                <a:ext cx="1773339" cy="282811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60" name="直接箭头连接符 10">
              <a:extLst>
                <a:ext uri="{FF2B5EF4-FFF2-40B4-BE49-F238E27FC236}">
                  <a16:creationId xmlns:a16="http://schemas.microsoft.com/office/drawing/2014/main" id="{B0C30BF2-1294-F104-5A7A-B905CE759357}"/>
                </a:ext>
              </a:extLst>
            </p:cNvPr>
            <p:cNvCxnSpPr>
              <a:cxnSpLocks/>
              <a:stCxn id="55" idx="3"/>
              <a:endCxn id="68" idx="1"/>
            </p:cNvCxnSpPr>
            <p:nvPr/>
          </p:nvCxnSpPr>
          <p:spPr>
            <a:xfrm>
              <a:off x="4319194" y="1629000"/>
              <a:ext cx="446096" cy="6372"/>
            </a:xfrm>
            <a:prstGeom prst="straightConnector1">
              <a:avLst/>
            </a:prstGeom>
            <a:ln w="25400" cmpd="dbl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39726CD0-A5D8-7EBF-F873-EA9B9CB37273}"/>
                    </a:ext>
                  </a:extLst>
                </p:cNvPr>
                <p:cNvSpPr txBox="1"/>
                <p:nvPr/>
              </p:nvSpPr>
              <p:spPr>
                <a:xfrm>
                  <a:off x="11119524" y="1138594"/>
                  <a:ext cx="452605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sz="1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sz="1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sz="14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39726CD0-A5D8-7EBF-F873-EA9B9CB372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9524" y="1138594"/>
                  <a:ext cx="452605" cy="95410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14186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9E15E45-04F9-C1F7-E29C-1226A2A136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844" y="921703"/>
            <a:ext cx="8835837" cy="471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412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文本框 274">
                <a:extLst>
                  <a:ext uri="{FF2B5EF4-FFF2-40B4-BE49-F238E27FC236}">
                    <a16:creationId xmlns:a16="http://schemas.microsoft.com/office/drawing/2014/main" id="{9F5E5EE6-B196-280C-41B6-47475C7583B5}"/>
                  </a:ext>
                </a:extLst>
              </p:cNvPr>
              <p:cNvSpPr txBox="1"/>
              <p:nvPr/>
            </p:nvSpPr>
            <p:spPr>
              <a:xfrm>
                <a:off x="-374063" y="1461846"/>
                <a:ext cx="94367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 xmlns="">
          <p:sp>
            <p:nvSpPr>
              <p:cNvPr id="275" name="文本框 274">
                <a:extLst>
                  <a:ext uri="{FF2B5EF4-FFF2-40B4-BE49-F238E27FC236}">
                    <a16:creationId xmlns:a16="http://schemas.microsoft.com/office/drawing/2014/main" id="{9F5E5EE6-B196-280C-41B6-47475C75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4063" y="1461846"/>
                <a:ext cx="943671" cy="307777"/>
              </a:xfrm>
              <a:prstGeom prst="rect">
                <a:avLst/>
              </a:prstGeom>
              <a:blipFill>
                <a:blip r:embed="rId3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组合 1">
            <a:extLst>
              <a:ext uri="{FF2B5EF4-FFF2-40B4-BE49-F238E27FC236}">
                <a16:creationId xmlns:a16="http://schemas.microsoft.com/office/drawing/2014/main" id="{6E40C462-89BE-E30E-8E80-3931BA4B06B0}"/>
              </a:ext>
            </a:extLst>
          </p:cNvPr>
          <p:cNvGrpSpPr/>
          <p:nvPr/>
        </p:nvGrpSpPr>
        <p:grpSpPr>
          <a:xfrm>
            <a:off x="-189416" y="713349"/>
            <a:ext cx="11981962" cy="5996782"/>
            <a:chOff x="-189416" y="713349"/>
            <a:chExt cx="11981962" cy="5996782"/>
          </a:xfrm>
        </p:grpSpPr>
        <p:sp>
          <p:nvSpPr>
            <p:cNvPr id="6" name="流程图: 汇总连接 5">
              <a:extLst>
                <a:ext uri="{FF2B5EF4-FFF2-40B4-BE49-F238E27FC236}">
                  <a16:creationId xmlns:a16="http://schemas.microsoft.com/office/drawing/2014/main" id="{9E0CFF1F-23CC-1B70-8407-AD91C69B5C79}"/>
                </a:ext>
              </a:extLst>
            </p:cNvPr>
            <p:cNvSpPr/>
            <p:nvPr/>
          </p:nvSpPr>
          <p:spPr>
            <a:xfrm>
              <a:off x="514830" y="1572969"/>
              <a:ext cx="342901" cy="345417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0D05FC84-06F4-0C72-4D2B-C1625AC47FB1}"/>
                </a:ext>
              </a:extLst>
            </p:cNvPr>
            <p:cNvSpPr/>
            <p:nvPr/>
          </p:nvSpPr>
          <p:spPr>
            <a:xfrm>
              <a:off x="1690369" y="1479433"/>
              <a:ext cx="944172" cy="54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控制器</a:t>
              </a: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0F6AF27-0C86-D265-AC70-66E88BD1A4BE}"/>
                </a:ext>
              </a:extLst>
            </p:cNvPr>
            <p:cNvSpPr/>
            <p:nvPr/>
          </p:nvSpPr>
          <p:spPr>
            <a:xfrm>
              <a:off x="8829240" y="4896950"/>
              <a:ext cx="1521627" cy="54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姿态运动学模型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0A80B5AC-C013-1224-8BD5-EAEB660142C2}"/>
                </a:ext>
              </a:extLst>
            </p:cNvPr>
            <p:cNvSpPr/>
            <p:nvPr/>
          </p:nvSpPr>
          <p:spPr>
            <a:xfrm>
              <a:off x="3301422" y="4886381"/>
              <a:ext cx="1100137" cy="54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星敏组件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059E8F0-C63E-52B7-5E74-E3F59B4EC0BD}"/>
                </a:ext>
              </a:extLst>
            </p:cNvPr>
            <p:cNvSpPr/>
            <p:nvPr/>
          </p:nvSpPr>
          <p:spPr>
            <a:xfrm>
              <a:off x="8921783" y="5655508"/>
              <a:ext cx="1346198" cy="48749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轨道动力学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54B7147C-0B1F-9852-6AB6-ED735E232FED}"/>
                </a:ext>
              </a:extLst>
            </p:cNvPr>
            <p:cNvSpPr/>
            <p:nvPr/>
          </p:nvSpPr>
          <p:spPr>
            <a:xfrm>
              <a:off x="10373662" y="2399483"/>
              <a:ext cx="1352446" cy="54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姿态动力学模型</a:t>
              </a:r>
            </a:p>
          </p:txBody>
        </p:sp>
        <p:cxnSp>
          <p:nvCxnSpPr>
            <p:cNvPr id="235" name="直接箭头连接符 10">
              <a:extLst>
                <a:ext uri="{FF2B5EF4-FFF2-40B4-BE49-F238E27FC236}">
                  <a16:creationId xmlns:a16="http://schemas.microsoft.com/office/drawing/2014/main" id="{618966D8-2885-F67B-88DA-95F977094A77}"/>
                </a:ext>
              </a:extLst>
            </p:cNvPr>
            <p:cNvCxnSpPr>
              <a:cxnSpLocks/>
              <a:stCxn id="21" idx="0"/>
              <a:endCxn id="18" idx="2"/>
            </p:cNvCxnSpPr>
            <p:nvPr/>
          </p:nvCxnSpPr>
          <p:spPr>
            <a:xfrm rot="16200000" flipV="1">
              <a:off x="9483189" y="5543815"/>
              <a:ext cx="218558" cy="482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E8A8BB0C-B51C-7980-DBA7-B7BC3B46F283}"/>
                </a:ext>
              </a:extLst>
            </p:cNvPr>
            <p:cNvSpPr/>
            <p:nvPr/>
          </p:nvSpPr>
          <p:spPr>
            <a:xfrm>
              <a:off x="5805438" y="937295"/>
              <a:ext cx="1675546" cy="5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飞轮模块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矩形: 圆角 81">
                  <a:extLst>
                    <a:ext uri="{FF2B5EF4-FFF2-40B4-BE49-F238E27FC236}">
                      <a16:creationId xmlns:a16="http://schemas.microsoft.com/office/drawing/2014/main" id="{EAB934DA-4DEC-F523-26E7-DABB252186DA}"/>
                    </a:ext>
                  </a:extLst>
                </p:cNvPr>
                <p:cNvSpPr/>
                <p:nvPr/>
              </p:nvSpPr>
              <p:spPr>
                <a:xfrm>
                  <a:off x="3907941" y="1546518"/>
                  <a:ext cx="467814" cy="43051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𝐽𝑠</m:t>
                            </m:r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2" name="矩形: 圆角 81">
                  <a:extLst>
                    <a:ext uri="{FF2B5EF4-FFF2-40B4-BE49-F238E27FC236}">
                      <a16:creationId xmlns:a16="http://schemas.microsoft.com/office/drawing/2014/main" id="{EAB934DA-4DEC-F523-26E7-DABB252186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7941" y="1546518"/>
                  <a:ext cx="467814" cy="430519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矩形: 圆角 82">
                  <a:extLst>
                    <a:ext uri="{FF2B5EF4-FFF2-40B4-BE49-F238E27FC236}">
                      <a16:creationId xmlns:a16="http://schemas.microsoft.com/office/drawing/2014/main" id="{CF6DDDA7-3089-F2C1-52B3-A1B5A568FAE0}"/>
                    </a:ext>
                  </a:extLst>
                </p:cNvPr>
                <p:cNvSpPr/>
                <p:nvPr/>
              </p:nvSpPr>
              <p:spPr>
                <a:xfrm>
                  <a:off x="4927351" y="1550955"/>
                  <a:ext cx="690565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3" name="矩形: 圆角 82">
                  <a:extLst>
                    <a:ext uri="{FF2B5EF4-FFF2-40B4-BE49-F238E27FC236}">
                      <a16:creationId xmlns:a16="http://schemas.microsoft.com/office/drawing/2014/main" id="{CF6DDDA7-3089-F2C1-52B3-A1B5A568FAE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27351" y="1550955"/>
                  <a:ext cx="690565" cy="387969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矩形: 圆角 83">
                  <a:extLst>
                    <a:ext uri="{FF2B5EF4-FFF2-40B4-BE49-F238E27FC236}">
                      <a16:creationId xmlns:a16="http://schemas.microsoft.com/office/drawing/2014/main" id="{A159E135-27B8-E2F1-AE82-C13F202B1D26}"/>
                    </a:ext>
                  </a:extLst>
                </p:cNvPr>
                <p:cNvSpPr/>
                <p:nvPr/>
              </p:nvSpPr>
              <p:spPr>
                <a:xfrm>
                  <a:off x="5848233" y="1552422"/>
                  <a:ext cx="690565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sz="1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sz="1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4" name="矩形: 圆角 83">
                  <a:extLst>
                    <a:ext uri="{FF2B5EF4-FFF2-40B4-BE49-F238E27FC236}">
                      <a16:creationId xmlns:a16="http://schemas.microsoft.com/office/drawing/2014/main" id="{A159E135-27B8-E2F1-AE82-C13F202B1D2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8233" y="1552422"/>
                  <a:ext cx="690565" cy="387969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矩形: 圆角 84">
                  <a:extLst>
                    <a:ext uri="{FF2B5EF4-FFF2-40B4-BE49-F238E27FC236}">
                      <a16:creationId xmlns:a16="http://schemas.microsoft.com/office/drawing/2014/main" id="{4E8FCEF5-E6BC-3DE1-860C-9F232B58913A}"/>
                    </a:ext>
                  </a:extLst>
                </p:cNvPr>
                <p:cNvSpPr/>
                <p:nvPr/>
              </p:nvSpPr>
              <p:spPr>
                <a:xfrm>
                  <a:off x="8059273" y="1564181"/>
                  <a:ext cx="690565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5" name="矩形: 圆角 84">
                  <a:extLst>
                    <a:ext uri="{FF2B5EF4-FFF2-40B4-BE49-F238E27FC236}">
                      <a16:creationId xmlns:a16="http://schemas.microsoft.com/office/drawing/2014/main" id="{4E8FCEF5-E6BC-3DE1-860C-9F232B5891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9273" y="1564181"/>
                  <a:ext cx="690565" cy="387969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矩形: 圆角 85">
                  <a:extLst>
                    <a:ext uri="{FF2B5EF4-FFF2-40B4-BE49-F238E27FC236}">
                      <a16:creationId xmlns:a16="http://schemas.microsoft.com/office/drawing/2014/main" id="{FE284802-BA1D-CCE6-528C-57776ED6144C}"/>
                    </a:ext>
                  </a:extLst>
                </p:cNvPr>
                <p:cNvSpPr/>
                <p:nvPr/>
              </p:nvSpPr>
              <p:spPr>
                <a:xfrm>
                  <a:off x="8997058" y="1550955"/>
                  <a:ext cx="345282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6" name="矩形: 圆角 85">
                  <a:extLst>
                    <a:ext uri="{FF2B5EF4-FFF2-40B4-BE49-F238E27FC236}">
                      <a16:creationId xmlns:a16="http://schemas.microsoft.com/office/drawing/2014/main" id="{FE284802-BA1D-CCE6-528C-57776ED614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7058" y="1550955"/>
                  <a:ext cx="345282" cy="387969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矩形: 圆角 86">
                  <a:extLst>
                    <a:ext uri="{FF2B5EF4-FFF2-40B4-BE49-F238E27FC236}">
                      <a16:creationId xmlns:a16="http://schemas.microsoft.com/office/drawing/2014/main" id="{181DCA14-FABA-D24F-ADBF-BE1F9AE57018}"/>
                    </a:ext>
                  </a:extLst>
                </p:cNvPr>
                <p:cNvSpPr/>
                <p:nvPr/>
              </p:nvSpPr>
              <p:spPr>
                <a:xfrm>
                  <a:off x="9712838" y="1526179"/>
                  <a:ext cx="344081" cy="43051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7" name="矩形: 圆角 86">
                  <a:extLst>
                    <a:ext uri="{FF2B5EF4-FFF2-40B4-BE49-F238E27FC236}">
                      <a16:creationId xmlns:a16="http://schemas.microsoft.com/office/drawing/2014/main" id="{181DCA14-FABA-D24F-ADBF-BE1F9AE5701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12838" y="1526179"/>
                  <a:ext cx="344081" cy="430519"/>
                </a:xfrm>
                <a:prstGeom prst="round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8" name="流程图: 汇总连接 87">
              <a:extLst>
                <a:ext uri="{FF2B5EF4-FFF2-40B4-BE49-F238E27FC236}">
                  <a16:creationId xmlns:a16="http://schemas.microsoft.com/office/drawing/2014/main" id="{540AFCF3-5AB2-2496-C06A-8DE96A16F3A4}"/>
                </a:ext>
              </a:extLst>
            </p:cNvPr>
            <p:cNvSpPr/>
            <p:nvPr/>
          </p:nvSpPr>
          <p:spPr>
            <a:xfrm>
              <a:off x="4565654" y="1663451"/>
              <a:ext cx="202403" cy="196655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9" name="直接箭头连接符 10">
              <a:extLst>
                <a:ext uri="{FF2B5EF4-FFF2-40B4-BE49-F238E27FC236}">
                  <a16:creationId xmlns:a16="http://schemas.microsoft.com/office/drawing/2014/main" id="{C4904AF5-8BC9-B296-AAF6-926DD67C9979}"/>
                </a:ext>
              </a:extLst>
            </p:cNvPr>
            <p:cNvCxnSpPr>
              <a:cxnSpLocks/>
              <a:stCxn id="82" idx="3"/>
              <a:endCxn id="88" idx="2"/>
            </p:cNvCxnSpPr>
            <p:nvPr/>
          </p:nvCxnSpPr>
          <p:spPr>
            <a:xfrm>
              <a:off x="4375755" y="1761778"/>
              <a:ext cx="189899" cy="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接箭头连接符 10">
              <a:extLst>
                <a:ext uri="{FF2B5EF4-FFF2-40B4-BE49-F238E27FC236}">
                  <a16:creationId xmlns:a16="http://schemas.microsoft.com/office/drawing/2014/main" id="{278D2638-3E4F-42D7-E02B-C77C72C84DE7}"/>
                </a:ext>
              </a:extLst>
            </p:cNvPr>
            <p:cNvCxnSpPr>
              <a:cxnSpLocks/>
              <a:stCxn id="88" idx="6"/>
              <a:endCxn id="83" idx="1"/>
            </p:cNvCxnSpPr>
            <p:nvPr/>
          </p:nvCxnSpPr>
          <p:spPr>
            <a:xfrm flipV="1">
              <a:off x="4768057" y="1744940"/>
              <a:ext cx="159294" cy="16839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4" name="直接箭头连接符 10">
              <a:extLst>
                <a:ext uri="{FF2B5EF4-FFF2-40B4-BE49-F238E27FC236}">
                  <a16:creationId xmlns:a16="http://schemas.microsoft.com/office/drawing/2014/main" id="{7E31DAC9-E53A-205D-0F2D-6FCE01BF91E8}"/>
                </a:ext>
              </a:extLst>
            </p:cNvPr>
            <p:cNvCxnSpPr>
              <a:cxnSpLocks/>
              <a:stCxn id="154" idx="1"/>
              <a:endCxn id="153" idx="3"/>
            </p:cNvCxnSpPr>
            <p:nvPr/>
          </p:nvCxnSpPr>
          <p:spPr>
            <a:xfrm rot="10800000" flipV="1">
              <a:off x="8904515" y="1266591"/>
              <a:ext cx="118908" cy="16719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直接箭头连接符 10">
              <a:extLst>
                <a:ext uri="{FF2B5EF4-FFF2-40B4-BE49-F238E27FC236}">
                  <a16:creationId xmlns:a16="http://schemas.microsoft.com/office/drawing/2014/main" id="{6C06E37C-894E-1CB2-DE1D-0A6794D1A80D}"/>
                </a:ext>
              </a:extLst>
            </p:cNvPr>
            <p:cNvCxnSpPr>
              <a:cxnSpLocks/>
              <a:stCxn id="83" idx="3"/>
              <a:endCxn id="84" idx="1"/>
            </p:cNvCxnSpPr>
            <p:nvPr/>
          </p:nvCxnSpPr>
          <p:spPr>
            <a:xfrm>
              <a:off x="5617916" y="1744940"/>
              <a:ext cx="230317" cy="146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矩形: 圆角 114">
                  <a:extLst>
                    <a:ext uri="{FF2B5EF4-FFF2-40B4-BE49-F238E27FC236}">
                      <a16:creationId xmlns:a16="http://schemas.microsoft.com/office/drawing/2014/main" id="{46095D93-8917-5F9E-CB47-6892C31F1574}"/>
                    </a:ext>
                  </a:extLst>
                </p:cNvPr>
                <p:cNvSpPr/>
                <p:nvPr/>
              </p:nvSpPr>
              <p:spPr>
                <a:xfrm>
                  <a:off x="6750547" y="1550957"/>
                  <a:ext cx="690565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矩形: 圆角 114">
                  <a:extLst>
                    <a:ext uri="{FF2B5EF4-FFF2-40B4-BE49-F238E27FC236}">
                      <a16:creationId xmlns:a16="http://schemas.microsoft.com/office/drawing/2014/main" id="{46095D93-8917-5F9E-CB47-6892C31F15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0547" y="1550957"/>
                  <a:ext cx="690565" cy="387969"/>
                </a:xfrm>
                <a:prstGeom prst="round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7" name="直接箭头连接符 10">
              <a:extLst>
                <a:ext uri="{FF2B5EF4-FFF2-40B4-BE49-F238E27FC236}">
                  <a16:creationId xmlns:a16="http://schemas.microsoft.com/office/drawing/2014/main" id="{F43FC4A5-655C-E3BC-AD52-A68FE0E9CA5E}"/>
                </a:ext>
              </a:extLst>
            </p:cNvPr>
            <p:cNvCxnSpPr>
              <a:cxnSpLocks/>
              <a:stCxn id="84" idx="3"/>
              <a:endCxn id="115" idx="1"/>
            </p:cNvCxnSpPr>
            <p:nvPr/>
          </p:nvCxnSpPr>
          <p:spPr>
            <a:xfrm flipV="1">
              <a:off x="6538798" y="1744942"/>
              <a:ext cx="211749" cy="1465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0" name="流程图: 汇总连接 119">
              <a:extLst>
                <a:ext uri="{FF2B5EF4-FFF2-40B4-BE49-F238E27FC236}">
                  <a16:creationId xmlns:a16="http://schemas.microsoft.com/office/drawing/2014/main" id="{3105CCB2-038D-3D2C-B547-9F561E5A981B}"/>
                </a:ext>
              </a:extLst>
            </p:cNvPr>
            <p:cNvSpPr/>
            <p:nvPr/>
          </p:nvSpPr>
          <p:spPr>
            <a:xfrm>
              <a:off x="7659608" y="1652586"/>
              <a:ext cx="202403" cy="196655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21" name="直接箭头连接符 10">
              <a:extLst>
                <a:ext uri="{FF2B5EF4-FFF2-40B4-BE49-F238E27FC236}">
                  <a16:creationId xmlns:a16="http://schemas.microsoft.com/office/drawing/2014/main" id="{AA8397B0-D8F2-8630-FC86-EE33847BEF73}"/>
                </a:ext>
              </a:extLst>
            </p:cNvPr>
            <p:cNvCxnSpPr>
              <a:cxnSpLocks/>
              <a:stCxn id="115" idx="3"/>
              <a:endCxn id="120" idx="2"/>
            </p:cNvCxnSpPr>
            <p:nvPr/>
          </p:nvCxnSpPr>
          <p:spPr>
            <a:xfrm>
              <a:off x="7441112" y="1744942"/>
              <a:ext cx="218496" cy="597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5" name="直接箭头连接符 10">
              <a:extLst>
                <a:ext uri="{FF2B5EF4-FFF2-40B4-BE49-F238E27FC236}">
                  <a16:creationId xmlns:a16="http://schemas.microsoft.com/office/drawing/2014/main" id="{C02EE325-4A8F-79E3-E513-D6188958A3F2}"/>
                </a:ext>
              </a:extLst>
            </p:cNvPr>
            <p:cNvCxnSpPr>
              <a:cxnSpLocks/>
              <a:stCxn id="120" idx="6"/>
              <a:endCxn id="85" idx="1"/>
            </p:cNvCxnSpPr>
            <p:nvPr/>
          </p:nvCxnSpPr>
          <p:spPr>
            <a:xfrm>
              <a:off x="7862011" y="1750914"/>
              <a:ext cx="197262" cy="725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直接箭头连接符 10">
              <a:extLst>
                <a:ext uri="{FF2B5EF4-FFF2-40B4-BE49-F238E27FC236}">
                  <a16:creationId xmlns:a16="http://schemas.microsoft.com/office/drawing/2014/main" id="{C052618C-C227-50D8-1BAD-22E5BC35EBA1}"/>
                </a:ext>
              </a:extLst>
            </p:cNvPr>
            <p:cNvCxnSpPr>
              <a:cxnSpLocks/>
              <a:stCxn id="85" idx="3"/>
              <a:endCxn id="86" idx="1"/>
            </p:cNvCxnSpPr>
            <p:nvPr/>
          </p:nvCxnSpPr>
          <p:spPr>
            <a:xfrm flipV="1">
              <a:off x="8749838" y="1744940"/>
              <a:ext cx="247220" cy="1322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4" name="直接箭头连接符 10">
              <a:extLst>
                <a:ext uri="{FF2B5EF4-FFF2-40B4-BE49-F238E27FC236}">
                  <a16:creationId xmlns:a16="http://schemas.microsoft.com/office/drawing/2014/main" id="{DB2D3D80-E0B3-1FCF-0C91-DA1954E18701}"/>
                </a:ext>
              </a:extLst>
            </p:cNvPr>
            <p:cNvCxnSpPr>
              <a:cxnSpLocks/>
              <a:stCxn id="86" idx="3"/>
              <a:endCxn id="87" idx="1"/>
            </p:cNvCxnSpPr>
            <p:nvPr/>
          </p:nvCxnSpPr>
          <p:spPr>
            <a:xfrm flipV="1">
              <a:off x="9342340" y="1741439"/>
              <a:ext cx="370498" cy="350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5" name="直接箭头连接符 10">
              <a:extLst>
                <a:ext uri="{FF2B5EF4-FFF2-40B4-BE49-F238E27FC236}">
                  <a16:creationId xmlns:a16="http://schemas.microsoft.com/office/drawing/2014/main" id="{5DE03A6B-DD43-C95B-48E4-287000986F8D}"/>
                </a:ext>
              </a:extLst>
            </p:cNvPr>
            <p:cNvCxnSpPr>
              <a:cxnSpLocks/>
              <a:stCxn id="165" idx="1"/>
              <a:endCxn id="120" idx="0"/>
            </p:cNvCxnSpPr>
            <p:nvPr/>
          </p:nvCxnSpPr>
          <p:spPr>
            <a:xfrm rot="10800000" flipV="1">
              <a:off x="7760811" y="1266590"/>
              <a:ext cx="371443" cy="385995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3" name="矩形: 圆角 152">
                  <a:extLst>
                    <a:ext uri="{FF2B5EF4-FFF2-40B4-BE49-F238E27FC236}">
                      <a16:creationId xmlns:a16="http://schemas.microsoft.com/office/drawing/2014/main" id="{6C6F104D-75FE-495F-C2D1-8B818FA71D11}"/>
                    </a:ext>
                  </a:extLst>
                </p:cNvPr>
                <p:cNvSpPr/>
                <p:nvPr/>
              </p:nvSpPr>
              <p:spPr>
                <a:xfrm>
                  <a:off x="8486423" y="1089326"/>
                  <a:ext cx="418092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3" name="矩形: 圆角 152">
                  <a:extLst>
                    <a:ext uri="{FF2B5EF4-FFF2-40B4-BE49-F238E27FC236}">
                      <a16:creationId xmlns:a16="http://schemas.microsoft.com/office/drawing/2014/main" id="{6C6F104D-75FE-495F-C2D1-8B818FA71D1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6423" y="1089326"/>
                  <a:ext cx="418092" cy="387969"/>
                </a:xfrm>
                <a:prstGeom prst="round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4" name="矩形: 圆角 153">
                  <a:extLst>
                    <a:ext uri="{FF2B5EF4-FFF2-40B4-BE49-F238E27FC236}">
                      <a16:creationId xmlns:a16="http://schemas.microsoft.com/office/drawing/2014/main" id="{BBEC3F7D-E436-8819-8E75-A3E1B0BB7AF9}"/>
                    </a:ext>
                  </a:extLst>
                </p:cNvPr>
                <p:cNvSpPr/>
                <p:nvPr/>
              </p:nvSpPr>
              <p:spPr>
                <a:xfrm>
                  <a:off x="9023423" y="1072607"/>
                  <a:ext cx="292552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𝑑𝑡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4" name="矩形: 圆角 153">
                  <a:extLst>
                    <a:ext uri="{FF2B5EF4-FFF2-40B4-BE49-F238E27FC236}">
                      <a16:creationId xmlns:a16="http://schemas.microsoft.com/office/drawing/2014/main" id="{BBEC3F7D-E436-8819-8E75-A3E1B0BB7A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23423" y="1072607"/>
                  <a:ext cx="292552" cy="387969"/>
                </a:xfrm>
                <a:prstGeom prst="round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矩形: 圆角 164">
                  <a:extLst>
                    <a:ext uri="{FF2B5EF4-FFF2-40B4-BE49-F238E27FC236}">
                      <a16:creationId xmlns:a16="http://schemas.microsoft.com/office/drawing/2014/main" id="{65277199-12BC-01B2-E9B5-3B8D18720416}"/>
                    </a:ext>
                  </a:extLst>
                </p:cNvPr>
                <p:cNvSpPr/>
                <p:nvPr/>
              </p:nvSpPr>
              <p:spPr>
                <a:xfrm>
                  <a:off x="8132253" y="1145349"/>
                  <a:ext cx="202404" cy="242483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5" name="矩形: 圆角 164">
                  <a:extLst>
                    <a:ext uri="{FF2B5EF4-FFF2-40B4-BE49-F238E27FC236}">
                      <a16:creationId xmlns:a16="http://schemas.microsoft.com/office/drawing/2014/main" id="{65277199-12BC-01B2-E9B5-3B8D187204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2253" y="1145349"/>
                  <a:ext cx="202404" cy="242483"/>
                </a:xfrm>
                <a:prstGeom prst="round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4" name="直接箭头连接符 10">
              <a:extLst>
                <a:ext uri="{FF2B5EF4-FFF2-40B4-BE49-F238E27FC236}">
                  <a16:creationId xmlns:a16="http://schemas.microsoft.com/office/drawing/2014/main" id="{048AE279-E669-13E7-90FC-44CD7D917941}"/>
                </a:ext>
              </a:extLst>
            </p:cNvPr>
            <p:cNvCxnSpPr>
              <a:cxnSpLocks/>
              <a:stCxn id="153" idx="1"/>
              <a:endCxn id="165" idx="3"/>
            </p:cNvCxnSpPr>
            <p:nvPr/>
          </p:nvCxnSpPr>
          <p:spPr>
            <a:xfrm rot="10800000">
              <a:off x="8334657" y="1266591"/>
              <a:ext cx="151766" cy="16720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9" name="直接箭头连接符 10">
              <a:extLst>
                <a:ext uri="{FF2B5EF4-FFF2-40B4-BE49-F238E27FC236}">
                  <a16:creationId xmlns:a16="http://schemas.microsoft.com/office/drawing/2014/main" id="{6648C3A3-61B6-B16D-2E4E-B7E7CDB0A16B}"/>
                </a:ext>
              </a:extLst>
            </p:cNvPr>
            <p:cNvCxnSpPr>
              <a:cxnSpLocks/>
              <a:endCxn id="154" idx="3"/>
            </p:cNvCxnSpPr>
            <p:nvPr/>
          </p:nvCxnSpPr>
          <p:spPr>
            <a:xfrm rot="16200000" flipV="1">
              <a:off x="9139572" y="1442995"/>
              <a:ext cx="478348" cy="12554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2" name="直接箭头连接符 10">
              <a:extLst>
                <a:ext uri="{FF2B5EF4-FFF2-40B4-BE49-F238E27FC236}">
                  <a16:creationId xmlns:a16="http://schemas.microsoft.com/office/drawing/2014/main" id="{78C22DE1-CF90-4CA8-6B15-BC7CE449DE48}"/>
                </a:ext>
              </a:extLst>
            </p:cNvPr>
            <p:cNvCxnSpPr>
              <a:cxnSpLocks/>
              <a:endCxn id="88" idx="4"/>
            </p:cNvCxnSpPr>
            <p:nvPr/>
          </p:nvCxnSpPr>
          <p:spPr>
            <a:xfrm rot="10800000" flipV="1">
              <a:off x="4666857" y="1741440"/>
              <a:ext cx="4774665" cy="118665"/>
            </a:xfrm>
            <a:prstGeom prst="bentConnector4">
              <a:avLst>
                <a:gd name="adj1" fmla="val 15"/>
                <a:gd name="adj2" fmla="val 563547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9" name="矩形: 圆角 198">
              <a:extLst>
                <a:ext uri="{FF2B5EF4-FFF2-40B4-BE49-F238E27FC236}">
                  <a16:creationId xmlns:a16="http://schemas.microsoft.com/office/drawing/2014/main" id="{CE9403C7-7CD9-0AF1-71EF-E3CDD19A1549}"/>
                </a:ext>
              </a:extLst>
            </p:cNvPr>
            <p:cNvSpPr/>
            <p:nvPr/>
          </p:nvSpPr>
          <p:spPr>
            <a:xfrm>
              <a:off x="7083591" y="2193714"/>
              <a:ext cx="344081" cy="430519"/>
            </a:xfrm>
            <a:prstGeom prst="round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423" name="直接箭头连接符 10">
              <a:extLst>
                <a:ext uri="{FF2B5EF4-FFF2-40B4-BE49-F238E27FC236}">
                  <a16:creationId xmlns:a16="http://schemas.microsoft.com/office/drawing/2014/main" id="{55372B53-4802-EF9F-5536-77CA3B206475}"/>
                </a:ext>
              </a:extLst>
            </p:cNvPr>
            <p:cNvCxnSpPr>
              <a:cxnSpLocks/>
              <a:endCxn id="422" idx="3"/>
            </p:cNvCxnSpPr>
            <p:nvPr/>
          </p:nvCxnSpPr>
          <p:spPr>
            <a:xfrm rot="10800000" flipV="1">
              <a:off x="8610408" y="2174107"/>
              <a:ext cx="806847" cy="1568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7" name="直接箭头连接符 10">
              <a:extLst>
                <a:ext uri="{FF2B5EF4-FFF2-40B4-BE49-F238E27FC236}">
                  <a16:creationId xmlns:a16="http://schemas.microsoft.com/office/drawing/2014/main" id="{6D1A2F56-24F1-C841-9BF5-68C6E1A3063C}"/>
                </a:ext>
              </a:extLst>
            </p:cNvPr>
            <p:cNvCxnSpPr>
              <a:cxnSpLocks/>
              <a:stCxn id="422" idx="1"/>
              <a:endCxn id="120" idx="4"/>
            </p:cNvCxnSpPr>
            <p:nvPr/>
          </p:nvCxnSpPr>
          <p:spPr>
            <a:xfrm rot="10800000">
              <a:off x="7760811" y="1849241"/>
              <a:ext cx="366761" cy="34055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直接箭头连接符 10">
              <a:extLst>
                <a:ext uri="{FF2B5EF4-FFF2-40B4-BE49-F238E27FC236}">
                  <a16:creationId xmlns:a16="http://schemas.microsoft.com/office/drawing/2014/main" id="{94F8E5A3-2D92-780E-13BA-F53DD3A7E118}"/>
                </a:ext>
              </a:extLst>
            </p:cNvPr>
            <p:cNvCxnSpPr>
              <a:cxnSpLocks/>
              <a:stCxn id="16" idx="3"/>
              <a:endCxn id="30" idx="1"/>
            </p:cNvCxnSpPr>
            <p:nvPr/>
          </p:nvCxnSpPr>
          <p:spPr>
            <a:xfrm>
              <a:off x="2634541" y="1749433"/>
              <a:ext cx="377342" cy="12345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B7F1D1A4-6FF1-0090-46A8-46A0DFD48945}"/>
                </a:ext>
              </a:extLst>
            </p:cNvPr>
            <p:cNvSpPr/>
            <p:nvPr/>
          </p:nvSpPr>
          <p:spPr>
            <a:xfrm>
              <a:off x="5968549" y="2974590"/>
              <a:ext cx="1100137" cy="54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陀螺组件</a:t>
              </a:r>
            </a:p>
          </p:txBody>
        </p:sp>
        <p:cxnSp>
          <p:nvCxnSpPr>
            <p:cNvPr id="246" name="直接箭头连接符 10">
              <a:extLst>
                <a:ext uri="{FF2B5EF4-FFF2-40B4-BE49-F238E27FC236}">
                  <a16:creationId xmlns:a16="http://schemas.microsoft.com/office/drawing/2014/main" id="{5716C69A-1E6B-1E3F-7FDE-268D66514B88}"/>
                </a:ext>
              </a:extLst>
            </p:cNvPr>
            <p:cNvCxnSpPr>
              <a:cxnSpLocks/>
              <a:stCxn id="22" idx="2"/>
              <a:endCxn id="245" idx="3"/>
            </p:cNvCxnSpPr>
            <p:nvPr/>
          </p:nvCxnSpPr>
          <p:spPr>
            <a:xfrm rot="5400000">
              <a:off x="8906733" y="1101437"/>
              <a:ext cx="305107" cy="398119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1" name="直接箭头连接符 10">
              <a:extLst>
                <a:ext uri="{FF2B5EF4-FFF2-40B4-BE49-F238E27FC236}">
                  <a16:creationId xmlns:a16="http://schemas.microsoft.com/office/drawing/2014/main" id="{FAF425A4-E05D-7A17-33D1-5499E5AC6D2C}"/>
                </a:ext>
              </a:extLst>
            </p:cNvPr>
            <p:cNvCxnSpPr>
              <a:cxnSpLocks/>
              <a:stCxn id="20" idx="1"/>
              <a:endCxn id="6" idx="4"/>
            </p:cNvCxnSpPr>
            <p:nvPr/>
          </p:nvCxnSpPr>
          <p:spPr>
            <a:xfrm rot="10800000">
              <a:off x="686282" y="1918387"/>
              <a:ext cx="2615141" cy="3237995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4" name="直接箭头连接符 10">
              <a:extLst>
                <a:ext uri="{FF2B5EF4-FFF2-40B4-BE49-F238E27FC236}">
                  <a16:creationId xmlns:a16="http://schemas.microsoft.com/office/drawing/2014/main" id="{8DD40D2C-6CB1-D0FE-3104-8FAD4DFBBF79}"/>
                </a:ext>
              </a:extLst>
            </p:cNvPr>
            <p:cNvCxnSpPr>
              <a:cxnSpLocks/>
              <a:stCxn id="245" idx="2"/>
              <a:endCxn id="18" idx="0"/>
            </p:cNvCxnSpPr>
            <p:nvPr/>
          </p:nvCxnSpPr>
          <p:spPr>
            <a:xfrm rot="16200000" flipH="1">
              <a:off x="7363156" y="2670052"/>
              <a:ext cx="1382360" cy="3071436"/>
            </a:xfrm>
            <a:prstGeom prst="bentConnector3">
              <a:avLst>
                <a:gd name="adj1" fmla="val 8658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8" name="直接箭头连接符 10">
              <a:extLst>
                <a:ext uri="{FF2B5EF4-FFF2-40B4-BE49-F238E27FC236}">
                  <a16:creationId xmlns:a16="http://schemas.microsoft.com/office/drawing/2014/main" id="{5F9E09E3-43EF-7B21-3737-3687E6ABAF78}"/>
                </a:ext>
              </a:extLst>
            </p:cNvPr>
            <p:cNvCxnSpPr>
              <a:cxnSpLocks/>
              <a:stCxn id="422" idx="2"/>
              <a:endCxn id="443" idx="0"/>
            </p:cNvCxnSpPr>
            <p:nvPr/>
          </p:nvCxnSpPr>
          <p:spPr>
            <a:xfrm rot="5400000">
              <a:off x="8226160" y="2498766"/>
              <a:ext cx="279304" cy="6354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3" name="直接箭头连接符 10">
              <a:extLst>
                <a:ext uri="{FF2B5EF4-FFF2-40B4-BE49-F238E27FC236}">
                  <a16:creationId xmlns:a16="http://schemas.microsoft.com/office/drawing/2014/main" id="{7C491AE9-8460-5B78-68C5-11BDA7DA28E1}"/>
                </a:ext>
              </a:extLst>
            </p:cNvPr>
            <p:cNvCxnSpPr>
              <a:cxnSpLocks/>
              <a:stCxn id="6" idx="6"/>
              <a:endCxn id="16" idx="1"/>
            </p:cNvCxnSpPr>
            <p:nvPr/>
          </p:nvCxnSpPr>
          <p:spPr>
            <a:xfrm>
              <a:off x="857731" y="1745678"/>
              <a:ext cx="832638" cy="3755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8" name="直接箭头连接符 10">
              <a:extLst>
                <a:ext uri="{FF2B5EF4-FFF2-40B4-BE49-F238E27FC236}">
                  <a16:creationId xmlns:a16="http://schemas.microsoft.com/office/drawing/2014/main" id="{451F617C-FE34-EC74-2031-96D3168F363F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>
              <a:off x="-189416" y="1739132"/>
              <a:ext cx="704246" cy="654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文本框 273">
                  <a:extLst>
                    <a:ext uri="{FF2B5EF4-FFF2-40B4-BE49-F238E27FC236}">
                      <a16:creationId xmlns:a16="http://schemas.microsoft.com/office/drawing/2014/main" id="{A44E44D3-B768-E459-06BE-46C73429DE21}"/>
                    </a:ext>
                  </a:extLst>
                </p:cNvPr>
                <p:cNvSpPr txBox="1"/>
                <p:nvPr/>
              </p:nvSpPr>
              <p:spPr>
                <a:xfrm>
                  <a:off x="2430676" y="1176198"/>
                  <a:ext cx="4143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𝑊𝑐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74" name="文本框 273">
                  <a:extLst>
                    <a:ext uri="{FF2B5EF4-FFF2-40B4-BE49-F238E27FC236}">
                      <a16:creationId xmlns:a16="http://schemas.microsoft.com/office/drawing/2014/main" id="{A44E44D3-B768-E459-06BE-46C73429DE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0676" y="1176198"/>
                  <a:ext cx="414338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4705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" name="文本框 275">
                  <a:extLst>
                    <a:ext uri="{FF2B5EF4-FFF2-40B4-BE49-F238E27FC236}">
                      <a16:creationId xmlns:a16="http://schemas.microsoft.com/office/drawing/2014/main" id="{DBCD788C-7DB6-DFF7-B623-5F0E8AE811FE}"/>
                    </a:ext>
                  </a:extLst>
                </p:cNvPr>
                <p:cNvSpPr txBox="1"/>
                <p:nvPr/>
              </p:nvSpPr>
              <p:spPr>
                <a:xfrm>
                  <a:off x="4228894" y="4867008"/>
                  <a:ext cx="94367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276" name="文本框 275">
                  <a:extLst>
                    <a:ext uri="{FF2B5EF4-FFF2-40B4-BE49-F238E27FC236}">
                      <a16:creationId xmlns:a16="http://schemas.microsoft.com/office/drawing/2014/main" id="{DBCD788C-7DB6-DFF7-B623-5F0E8AE811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8894" y="4867008"/>
                  <a:ext cx="943671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7" name="文本框 276">
              <a:extLst>
                <a:ext uri="{FF2B5EF4-FFF2-40B4-BE49-F238E27FC236}">
                  <a16:creationId xmlns:a16="http://schemas.microsoft.com/office/drawing/2014/main" id="{B43EDB47-B1FD-4CA7-8C8D-229C0A3BEE80}"/>
                </a:ext>
              </a:extLst>
            </p:cNvPr>
            <p:cNvSpPr txBox="1"/>
            <p:nvPr/>
          </p:nvSpPr>
          <p:spPr>
            <a:xfrm>
              <a:off x="429245" y="1591720"/>
              <a:ext cx="30038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+</a:t>
              </a:r>
              <a:endParaRPr lang="zh-CN" altLang="en-US" sz="1400" dirty="0"/>
            </a:p>
          </p:txBody>
        </p:sp>
        <p:sp>
          <p:nvSpPr>
            <p:cNvPr id="278" name="文本框 277">
              <a:extLst>
                <a:ext uri="{FF2B5EF4-FFF2-40B4-BE49-F238E27FC236}">
                  <a16:creationId xmlns:a16="http://schemas.microsoft.com/office/drawing/2014/main" id="{9AA6BA99-3B68-6DDA-0C95-DE320D83CEF8}"/>
                </a:ext>
              </a:extLst>
            </p:cNvPr>
            <p:cNvSpPr txBox="1"/>
            <p:nvPr/>
          </p:nvSpPr>
          <p:spPr>
            <a:xfrm>
              <a:off x="536067" y="1675649"/>
              <a:ext cx="30038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/>
                <a:t>-</a:t>
              </a:r>
              <a:endParaRPr lang="zh-CN" alt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文本框 287">
                  <a:extLst>
                    <a:ext uri="{FF2B5EF4-FFF2-40B4-BE49-F238E27FC236}">
                      <a16:creationId xmlns:a16="http://schemas.microsoft.com/office/drawing/2014/main" id="{6173087D-2192-1FCC-097F-A0E6111FC8E1}"/>
                    </a:ext>
                  </a:extLst>
                </p:cNvPr>
                <p:cNvSpPr txBox="1"/>
                <p:nvPr/>
              </p:nvSpPr>
              <p:spPr>
                <a:xfrm>
                  <a:off x="10215238" y="1346869"/>
                  <a:ext cx="4143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𝑯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𝑊𝑜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88" name="文本框 287">
                  <a:extLst>
                    <a:ext uri="{FF2B5EF4-FFF2-40B4-BE49-F238E27FC236}">
                      <a16:creationId xmlns:a16="http://schemas.microsoft.com/office/drawing/2014/main" id="{6173087D-2192-1FCC-097F-A0E6111FC8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15238" y="1346869"/>
                  <a:ext cx="414338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426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EE525987-C19D-966F-60D5-7941F44E6172}"/>
                    </a:ext>
                  </a:extLst>
                </p:cNvPr>
                <p:cNvSpPr txBox="1"/>
                <p:nvPr/>
              </p:nvSpPr>
              <p:spPr>
                <a:xfrm>
                  <a:off x="7580461" y="3327034"/>
                  <a:ext cx="943671" cy="3247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𝑥𝑇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𝑦𝑇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𝑧𝑇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EE525987-C19D-966F-60D5-7941F44E6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0461" y="3327034"/>
                  <a:ext cx="943671" cy="324769"/>
                </a:xfrm>
                <a:prstGeom prst="rect">
                  <a:avLst/>
                </a:prstGeom>
                <a:blipFill>
                  <a:blip r:embed="rId17"/>
                  <a:stretch>
                    <a:fillRect r="-21429" b="-188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5" name="文本框 294">
                  <a:extLst>
                    <a:ext uri="{FF2B5EF4-FFF2-40B4-BE49-F238E27FC236}">
                      <a16:creationId xmlns:a16="http://schemas.microsoft.com/office/drawing/2014/main" id="{B205736E-7956-CE64-5A3C-5CF9B101062B}"/>
                    </a:ext>
                  </a:extLst>
                </p:cNvPr>
                <p:cNvSpPr txBox="1"/>
                <p:nvPr/>
              </p:nvSpPr>
              <p:spPr>
                <a:xfrm>
                  <a:off x="9094424" y="2910783"/>
                  <a:ext cx="943671" cy="3247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295" name="文本框 294">
                  <a:extLst>
                    <a:ext uri="{FF2B5EF4-FFF2-40B4-BE49-F238E27FC236}">
                      <a16:creationId xmlns:a16="http://schemas.microsoft.com/office/drawing/2014/main" id="{B205736E-7956-CE64-5A3C-5CF9B10106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4424" y="2910783"/>
                  <a:ext cx="943671" cy="32476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6" name="文本框 315">
                  <a:extLst>
                    <a:ext uri="{FF2B5EF4-FFF2-40B4-BE49-F238E27FC236}">
                      <a16:creationId xmlns:a16="http://schemas.microsoft.com/office/drawing/2014/main" id="{3049ADF9-1E4E-0E74-B981-D5C567ECF580}"/>
                    </a:ext>
                  </a:extLst>
                </p:cNvPr>
                <p:cNvSpPr txBox="1"/>
                <p:nvPr/>
              </p:nvSpPr>
              <p:spPr>
                <a:xfrm>
                  <a:off x="782482" y="1442724"/>
                  <a:ext cx="94367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16" name="文本框 315">
                  <a:extLst>
                    <a:ext uri="{FF2B5EF4-FFF2-40B4-BE49-F238E27FC236}">
                      <a16:creationId xmlns:a16="http://schemas.microsoft.com/office/drawing/2014/main" id="{3049ADF9-1E4E-0E74-B981-D5C567ECF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482" y="1442724"/>
                  <a:ext cx="943671" cy="307777"/>
                </a:xfrm>
                <a:prstGeom prst="rect">
                  <a:avLst/>
                </a:prstGeom>
                <a:blipFill>
                  <a:blip r:embed="rId19"/>
                  <a:stretch>
                    <a:fillRect r="-3871" b="-8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42FC438C-E7C3-19F0-D9FB-EBF8A8747759}"/>
                    </a:ext>
                  </a:extLst>
                </p:cNvPr>
                <p:cNvSpPr txBox="1"/>
                <p:nvPr/>
              </p:nvSpPr>
              <p:spPr>
                <a:xfrm>
                  <a:off x="1525327" y="4904397"/>
                  <a:ext cx="943671" cy="3168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42FC438C-E7C3-19F0-D9FB-EBF8A87477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5327" y="4904397"/>
                  <a:ext cx="943671" cy="316882"/>
                </a:xfrm>
                <a:prstGeom prst="rect">
                  <a:avLst/>
                </a:prstGeom>
                <a:blipFill>
                  <a:blip r:embed="rId20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7" name="矩形: 圆角 326">
              <a:extLst>
                <a:ext uri="{FF2B5EF4-FFF2-40B4-BE49-F238E27FC236}">
                  <a16:creationId xmlns:a16="http://schemas.microsoft.com/office/drawing/2014/main" id="{A891DB75-C7B4-88CB-9D5C-67D408CD3D09}"/>
                </a:ext>
              </a:extLst>
            </p:cNvPr>
            <p:cNvSpPr/>
            <p:nvPr/>
          </p:nvSpPr>
          <p:spPr>
            <a:xfrm>
              <a:off x="3100673" y="5573666"/>
              <a:ext cx="478665" cy="266192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恒值</a:t>
              </a:r>
            </a:p>
          </p:txBody>
        </p:sp>
        <p:sp>
          <p:nvSpPr>
            <p:cNvPr id="328" name="矩形: 圆角 327">
              <a:extLst>
                <a:ext uri="{FF2B5EF4-FFF2-40B4-BE49-F238E27FC236}">
                  <a16:creationId xmlns:a16="http://schemas.microsoft.com/office/drawing/2014/main" id="{96EAA569-A42A-8A7A-AA0C-540C18E3C645}"/>
                </a:ext>
              </a:extLst>
            </p:cNvPr>
            <p:cNvSpPr/>
            <p:nvPr/>
          </p:nvSpPr>
          <p:spPr>
            <a:xfrm>
              <a:off x="3100672" y="5928719"/>
              <a:ext cx="478665" cy="266192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漂移</a:t>
              </a:r>
            </a:p>
          </p:txBody>
        </p:sp>
        <p:sp>
          <p:nvSpPr>
            <p:cNvPr id="329" name="矩形: 圆角 328">
              <a:extLst>
                <a:ext uri="{FF2B5EF4-FFF2-40B4-BE49-F238E27FC236}">
                  <a16:creationId xmlns:a16="http://schemas.microsoft.com/office/drawing/2014/main" id="{B43063A8-E6FA-225D-F98F-29F2ACF4E6BA}"/>
                </a:ext>
              </a:extLst>
            </p:cNvPr>
            <p:cNvSpPr/>
            <p:nvPr/>
          </p:nvSpPr>
          <p:spPr>
            <a:xfrm>
              <a:off x="3100672" y="6307565"/>
              <a:ext cx="478665" cy="266192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跳变</a:t>
              </a:r>
            </a:p>
          </p:txBody>
        </p:sp>
        <p:sp>
          <p:nvSpPr>
            <p:cNvPr id="333" name="矩形: 圆角 332">
              <a:extLst>
                <a:ext uri="{FF2B5EF4-FFF2-40B4-BE49-F238E27FC236}">
                  <a16:creationId xmlns:a16="http://schemas.microsoft.com/office/drawing/2014/main" id="{80CCAD5A-04FD-A137-7D5C-51BBB7FAA9ED}"/>
                </a:ext>
              </a:extLst>
            </p:cNvPr>
            <p:cNvSpPr/>
            <p:nvPr/>
          </p:nvSpPr>
          <p:spPr>
            <a:xfrm>
              <a:off x="5803910" y="3753557"/>
              <a:ext cx="478665" cy="266192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恒值</a:t>
              </a:r>
            </a:p>
          </p:txBody>
        </p:sp>
        <p:sp>
          <p:nvSpPr>
            <p:cNvPr id="334" name="矩形: 圆角 333">
              <a:extLst>
                <a:ext uri="{FF2B5EF4-FFF2-40B4-BE49-F238E27FC236}">
                  <a16:creationId xmlns:a16="http://schemas.microsoft.com/office/drawing/2014/main" id="{F3EA5541-6800-BA83-A38F-5EF6A3A7E27D}"/>
                </a:ext>
              </a:extLst>
            </p:cNvPr>
            <p:cNvSpPr/>
            <p:nvPr/>
          </p:nvSpPr>
          <p:spPr>
            <a:xfrm>
              <a:off x="5803909" y="4108610"/>
              <a:ext cx="478665" cy="266192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漂移</a:t>
              </a:r>
            </a:p>
          </p:txBody>
        </p:sp>
        <p:sp>
          <p:nvSpPr>
            <p:cNvPr id="335" name="矩形: 圆角 334">
              <a:extLst>
                <a:ext uri="{FF2B5EF4-FFF2-40B4-BE49-F238E27FC236}">
                  <a16:creationId xmlns:a16="http://schemas.microsoft.com/office/drawing/2014/main" id="{C6170771-8181-A3E1-B635-828320037BFD}"/>
                </a:ext>
              </a:extLst>
            </p:cNvPr>
            <p:cNvSpPr/>
            <p:nvPr/>
          </p:nvSpPr>
          <p:spPr>
            <a:xfrm>
              <a:off x="5803909" y="4487456"/>
              <a:ext cx="478665" cy="266192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跳变</a:t>
              </a:r>
            </a:p>
          </p:txBody>
        </p:sp>
        <p:cxnSp>
          <p:nvCxnSpPr>
            <p:cNvPr id="338" name="直接箭头连接符 10">
              <a:extLst>
                <a:ext uri="{FF2B5EF4-FFF2-40B4-BE49-F238E27FC236}">
                  <a16:creationId xmlns:a16="http://schemas.microsoft.com/office/drawing/2014/main" id="{A06B48C6-A923-8A20-D842-9DDC1C9A62B8}"/>
                </a:ext>
              </a:extLst>
            </p:cNvPr>
            <p:cNvCxnSpPr>
              <a:cxnSpLocks/>
              <a:stCxn id="327" idx="1"/>
              <a:endCxn id="278" idx="2"/>
            </p:cNvCxnSpPr>
            <p:nvPr/>
          </p:nvCxnSpPr>
          <p:spPr>
            <a:xfrm rot="10800000">
              <a:off x="686261" y="1983426"/>
              <a:ext cx="2414413" cy="372333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1" name="文本框 340">
                  <a:extLst>
                    <a:ext uri="{FF2B5EF4-FFF2-40B4-BE49-F238E27FC236}">
                      <a16:creationId xmlns:a16="http://schemas.microsoft.com/office/drawing/2014/main" id="{2E021B42-6584-9915-86B5-8694D9EA8D8F}"/>
                    </a:ext>
                  </a:extLst>
                </p:cNvPr>
                <p:cNvSpPr txBox="1"/>
                <p:nvPr/>
              </p:nvSpPr>
              <p:spPr>
                <a:xfrm>
                  <a:off x="1523135" y="5411967"/>
                  <a:ext cx="943671" cy="3168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altLang="zh-CN" sz="1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41" name="文本框 340">
                  <a:extLst>
                    <a:ext uri="{FF2B5EF4-FFF2-40B4-BE49-F238E27FC236}">
                      <a16:creationId xmlns:a16="http://schemas.microsoft.com/office/drawing/2014/main" id="{2E021B42-6584-9915-86B5-8694D9EA8D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3135" y="5411967"/>
                  <a:ext cx="943671" cy="316882"/>
                </a:xfrm>
                <a:prstGeom prst="rect">
                  <a:avLst/>
                </a:prstGeom>
                <a:blipFill>
                  <a:blip r:embed="rId21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2" name="直接箭头连接符 10">
              <a:extLst>
                <a:ext uri="{FF2B5EF4-FFF2-40B4-BE49-F238E27FC236}">
                  <a16:creationId xmlns:a16="http://schemas.microsoft.com/office/drawing/2014/main" id="{0D02B206-EAEC-3FB3-45F2-AD4521D43F63}"/>
                </a:ext>
              </a:extLst>
            </p:cNvPr>
            <p:cNvCxnSpPr>
              <a:cxnSpLocks/>
              <a:stCxn id="328" idx="1"/>
              <a:endCxn id="278" idx="2"/>
            </p:cNvCxnSpPr>
            <p:nvPr/>
          </p:nvCxnSpPr>
          <p:spPr>
            <a:xfrm rot="10800000">
              <a:off x="686260" y="1983427"/>
              <a:ext cx="2414412" cy="407838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6" name="文本框 345">
                  <a:extLst>
                    <a:ext uri="{FF2B5EF4-FFF2-40B4-BE49-F238E27FC236}">
                      <a16:creationId xmlns:a16="http://schemas.microsoft.com/office/drawing/2014/main" id="{77D5D88A-0A6B-D507-87E3-DCBA88AF88E9}"/>
                    </a:ext>
                  </a:extLst>
                </p:cNvPr>
                <p:cNvSpPr txBox="1"/>
                <p:nvPr/>
              </p:nvSpPr>
              <p:spPr>
                <a:xfrm>
                  <a:off x="1385888" y="5762017"/>
                  <a:ext cx="142194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𝑘𝑡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altLang="zh-CN" sz="1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46" name="文本框 345">
                  <a:extLst>
                    <a:ext uri="{FF2B5EF4-FFF2-40B4-BE49-F238E27FC236}">
                      <a16:creationId xmlns:a16="http://schemas.microsoft.com/office/drawing/2014/main" id="{77D5D88A-0A6B-D507-87E3-DCBA88AF88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5888" y="5762017"/>
                  <a:ext cx="1421945" cy="307777"/>
                </a:xfrm>
                <a:prstGeom prst="rect">
                  <a:avLst/>
                </a:prstGeom>
                <a:blipFill>
                  <a:blip r:embed="rId2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0" name="文本框 349">
                  <a:extLst>
                    <a:ext uri="{FF2B5EF4-FFF2-40B4-BE49-F238E27FC236}">
                      <a16:creationId xmlns:a16="http://schemas.microsoft.com/office/drawing/2014/main" id="{FD78CD59-FDC4-5DC6-0DA6-059A20AAE913}"/>
                    </a:ext>
                  </a:extLst>
                </p:cNvPr>
                <p:cNvSpPr txBox="1"/>
                <p:nvPr/>
              </p:nvSpPr>
              <p:spPr>
                <a:xfrm>
                  <a:off x="1221582" y="6112067"/>
                  <a:ext cx="196618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𝑠𝑞𝑢𝑎𝑟𝑒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),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altLang="zh-CN" sz="1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50" name="文本框 349">
                  <a:extLst>
                    <a:ext uri="{FF2B5EF4-FFF2-40B4-BE49-F238E27FC236}">
                      <a16:creationId xmlns:a16="http://schemas.microsoft.com/office/drawing/2014/main" id="{FD78CD59-FDC4-5DC6-0DA6-059A20AAE9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1582" y="6112067"/>
                  <a:ext cx="1966186" cy="307777"/>
                </a:xfrm>
                <a:prstGeom prst="rect">
                  <a:avLst/>
                </a:prstGeom>
                <a:blipFill>
                  <a:blip r:embed="rId23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2" name="直接箭头连接符 10">
              <a:extLst>
                <a:ext uri="{FF2B5EF4-FFF2-40B4-BE49-F238E27FC236}">
                  <a16:creationId xmlns:a16="http://schemas.microsoft.com/office/drawing/2014/main" id="{E0322003-3D75-D621-BF9F-0B60217F7895}"/>
                </a:ext>
              </a:extLst>
            </p:cNvPr>
            <p:cNvCxnSpPr>
              <a:cxnSpLocks/>
              <a:stCxn id="333" idx="3"/>
              <a:endCxn id="18" idx="0"/>
            </p:cNvCxnSpPr>
            <p:nvPr/>
          </p:nvCxnSpPr>
          <p:spPr>
            <a:xfrm>
              <a:off x="6282575" y="3886653"/>
              <a:ext cx="3307479" cy="10102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5" name="直接箭头连接符 10">
              <a:extLst>
                <a:ext uri="{FF2B5EF4-FFF2-40B4-BE49-F238E27FC236}">
                  <a16:creationId xmlns:a16="http://schemas.microsoft.com/office/drawing/2014/main" id="{5F924073-2BE8-C6BD-FECB-F64D455ADD64}"/>
                </a:ext>
              </a:extLst>
            </p:cNvPr>
            <p:cNvCxnSpPr>
              <a:cxnSpLocks/>
              <a:stCxn id="20" idx="2"/>
              <a:endCxn id="327" idx="3"/>
            </p:cNvCxnSpPr>
            <p:nvPr/>
          </p:nvCxnSpPr>
          <p:spPr>
            <a:xfrm rot="5400000">
              <a:off x="3575225" y="5430495"/>
              <a:ext cx="280381" cy="272153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直接箭头连接符 10">
              <a:extLst>
                <a:ext uri="{FF2B5EF4-FFF2-40B4-BE49-F238E27FC236}">
                  <a16:creationId xmlns:a16="http://schemas.microsoft.com/office/drawing/2014/main" id="{2962E349-C291-6DE7-630F-1335A022BC3D}"/>
                </a:ext>
              </a:extLst>
            </p:cNvPr>
            <p:cNvCxnSpPr>
              <a:cxnSpLocks/>
              <a:stCxn id="20" idx="2"/>
              <a:endCxn id="328" idx="3"/>
            </p:cNvCxnSpPr>
            <p:nvPr/>
          </p:nvCxnSpPr>
          <p:spPr>
            <a:xfrm rot="5400000">
              <a:off x="3397697" y="5608021"/>
              <a:ext cx="635434" cy="27215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4" name="直接箭头连接符 10">
              <a:extLst>
                <a:ext uri="{FF2B5EF4-FFF2-40B4-BE49-F238E27FC236}">
                  <a16:creationId xmlns:a16="http://schemas.microsoft.com/office/drawing/2014/main" id="{BEBB68C0-29BA-0407-565F-20411CD44D79}"/>
                </a:ext>
              </a:extLst>
            </p:cNvPr>
            <p:cNvCxnSpPr>
              <a:cxnSpLocks/>
              <a:stCxn id="20" idx="2"/>
              <a:endCxn id="329" idx="3"/>
            </p:cNvCxnSpPr>
            <p:nvPr/>
          </p:nvCxnSpPr>
          <p:spPr>
            <a:xfrm rot="5400000">
              <a:off x="3208274" y="5797444"/>
              <a:ext cx="1014280" cy="27215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文本框 366">
                  <a:extLst>
                    <a:ext uri="{FF2B5EF4-FFF2-40B4-BE49-F238E27FC236}">
                      <a16:creationId xmlns:a16="http://schemas.microsoft.com/office/drawing/2014/main" id="{B937D142-4AC5-8941-43A3-BD51726F02CE}"/>
                    </a:ext>
                  </a:extLst>
                </p:cNvPr>
                <p:cNvSpPr txBox="1"/>
                <p:nvPr/>
              </p:nvSpPr>
              <p:spPr>
                <a:xfrm>
                  <a:off x="6570039" y="3600775"/>
                  <a:ext cx="943671" cy="3247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altLang="zh-CN" sz="1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67" name="文本框 366">
                  <a:extLst>
                    <a:ext uri="{FF2B5EF4-FFF2-40B4-BE49-F238E27FC236}">
                      <a16:creationId xmlns:a16="http://schemas.microsoft.com/office/drawing/2014/main" id="{B937D142-4AC5-8941-43A3-BD51726F0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0039" y="3600775"/>
                  <a:ext cx="943671" cy="324769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8" name="直接箭头连接符 10">
              <a:extLst>
                <a:ext uri="{FF2B5EF4-FFF2-40B4-BE49-F238E27FC236}">
                  <a16:creationId xmlns:a16="http://schemas.microsoft.com/office/drawing/2014/main" id="{64B0DC5E-532E-BD5A-13AC-BBEC281A15CA}"/>
                </a:ext>
              </a:extLst>
            </p:cNvPr>
            <p:cNvCxnSpPr>
              <a:cxnSpLocks/>
              <a:stCxn id="334" idx="3"/>
              <a:endCxn id="18" idx="0"/>
            </p:cNvCxnSpPr>
            <p:nvPr/>
          </p:nvCxnSpPr>
          <p:spPr>
            <a:xfrm>
              <a:off x="6282574" y="4241706"/>
              <a:ext cx="3307480" cy="6552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文本框 371">
                  <a:extLst>
                    <a:ext uri="{FF2B5EF4-FFF2-40B4-BE49-F238E27FC236}">
                      <a16:creationId xmlns:a16="http://schemas.microsoft.com/office/drawing/2014/main" id="{A2C60CA9-FCFA-1301-B835-8BDF69157358}"/>
                    </a:ext>
                  </a:extLst>
                </p:cNvPr>
                <p:cNvSpPr txBox="1"/>
                <p:nvPr/>
              </p:nvSpPr>
              <p:spPr>
                <a:xfrm>
                  <a:off x="6460962" y="3942356"/>
                  <a:ext cx="1591333" cy="3247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𝑥𝑇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𝑘𝑡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  <m:r>
                          <a:rPr lang="en-US" altLang="zh-CN" sz="1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72" name="文本框 371">
                  <a:extLst>
                    <a:ext uri="{FF2B5EF4-FFF2-40B4-BE49-F238E27FC236}">
                      <a16:creationId xmlns:a16="http://schemas.microsoft.com/office/drawing/2014/main" id="{A2C60CA9-FCFA-1301-B835-8BDF69157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0962" y="3942356"/>
                  <a:ext cx="1591333" cy="324769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3" name="直接箭头连接符 10">
              <a:extLst>
                <a:ext uri="{FF2B5EF4-FFF2-40B4-BE49-F238E27FC236}">
                  <a16:creationId xmlns:a16="http://schemas.microsoft.com/office/drawing/2014/main" id="{6DC8BB89-8D86-D0CC-0CD7-0A430A94B067}"/>
                </a:ext>
              </a:extLst>
            </p:cNvPr>
            <p:cNvCxnSpPr>
              <a:cxnSpLocks/>
              <a:stCxn id="335" idx="3"/>
              <a:endCxn id="18" idx="0"/>
            </p:cNvCxnSpPr>
            <p:nvPr/>
          </p:nvCxnSpPr>
          <p:spPr>
            <a:xfrm>
              <a:off x="6282574" y="4620552"/>
              <a:ext cx="3307480" cy="27639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8" name="文本框 397">
                  <a:extLst>
                    <a:ext uri="{FF2B5EF4-FFF2-40B4-BE49-F238E27FC236}">
                      <a16:creationId xmlns:a16="http://schemas.microsoft.com/office/drawing/2014/main" id="{84C2CF85-DA4A-6E44-1DD2-D230BCD2AEE9}"/>
                    </a:ext>
                  </a:extLst>
                </p:cNvPr>
                <p:cNvSpPr txBox="1"/>
                <p:nvPr/>
              </p:nvSpPr>
              <p:spPr>
                <a:xfrm>
                  <a:off x="6332858" y="4253109"/>
                  <a:ext cx="2191274" cy="3247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𝑥𝑇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𝑠𝑞𝑢𝑎𝑟𝑒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),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𝑦𝑇</m:t>
                            </m:r>
                          </m:sub>
                        </m:sSub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𝑧𝑇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98" name="文本框 397">
                  <a:extLst>
                    <a:ext uri="{FF2B5EF4-FFF2-40B4-BE49-F238E27FC236}">
                      <a16:creationId xmlns:a16="http://schemas.microsoft.com/office/drawing/2014/main" id="{84C2CF85-DA4A-6E44-1DD2-D230BCD2A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2858" y="4253109"/>
                  <a:ext cx="2191274" cy="324769"/>
                </a:xfrm>
                <a:prstGeom prst="rect">
                  <a:avLst/>
                </a:prstGeom>
                <a:blipFill>
                  <a:blip r:embed="rId26"/>
                  <a:stretch>
                    <a:fillRect b="-37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2" name="文本框 401">
                  <a:extLst>
                    <a:ext uri="{FF2B5EF4-FFF2-40B4-BE49-F238E27FC236}">
                      <a16:creationId xmlns:a16="http://schemas.microsoft.com/office/drawing/2014/main" id="{6696658E-DC62-35DB-1090-A154E66EE2B5}"/>
                    </a:ext>
                  </a:extLst>
                </p:cNvPr>
                <p:cNvSpPr txBox="1"/>
                <p:nvPr/>
              </p:nvSpPr>
              <p:spPr>
                <a:xfrm>
                  <a:off x="9581043" y="5322238"/>
                  <a:ext cx="4143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𝑖𝑜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402" name="文本框 401">
                  <a:extLst>
                    <a:ext uri="{FF2B5EF4-FFF2-40B4-BE49-F238E27FC236}">
                      <a16:creationId xmlns:a16="http://schemas.microsoft.com/office/drawing/2014/main" id="{6696658E-DC62-35DB-1090-A154E66EE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81043" y="5322238"/>
                  <a:ext cx="414338" cy="369332"/>
                </a:xfrm>
                <a:prstGeom prst="rect">
                  <a:avLst/>
                </a:prstGeom>
                <a:blipFill>
                  <a:blip r:embed="rId27"/>
                  <a:stretch>
                    <a:fillRect r="-191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4" name="直接箭头连接符 10">
              <a:extLst>
                <a:ext uri="{FF2B5EF4-FFF2-40B4-BE49-F238E27FC236}">
                  <a16:creationId xmlns:a16="http://schemas.microsoft.com/office/drawing/2014/main" id="{47BDC873-75A2-288F-10A4-1277E7D688AE}"/>
                </a:ext>
              </a:extLst>
            </p:cNvPr>
            <p:cNvCxnSpPr>
              <a:cxnSpLocks/>
              <a:stCxn id="245" idx="1"/>
              <a:endCxn id="335" idx="1"/>
            </p:cNvCxnSpPr>
            <p:nvPr/>
          </p:nvCxnSpPr>
          <p:spPr>
            <a:xfrm rot="10800000" flipV="1">
              <a:off x="5803909" y="3244590"/>
              <a:ext cx="164640" cy="1375962"/>
            </a:xfrm>
            <a:prstGeom prst="bentConnector3">
              <a:avLst>
                <a:gd name="adj1" fmla="val 238848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7" name="直接箭头连接符 10">
              <a:extLst>
                <a:ext uri="{FF2B5EF4-FFF2-40B4-BE49-F238E27FC236}">
                  <a16:creationId xmlns:a16="http://schemas.microsoft.com/office/drawing/2014/main" id="{F9321A05-16C1-E9FE-9358-D5B7789490DC}"/>
                </a:ext>
              </a:extLst>
            </p:cNvPr>
            <p:cNvCxnSpPr>
              <a:cxnSpLocks/>
              <a:stCxn id="245" idx="1"/>
              <a:endCxn id="333" idx="1"/>
            </p:cNvCxnSpPr>
            <p:nvPr/>
          </p:nvCxnSpPr>
          <p:spPr>
            <a:xfrm rot="10800000" flipV="1">
              <a:off x="5803911" y="3244589"/>
              <a:ext cx="164639" cy="642063"/>
            </a:xfrm>
            <a:prstGeom prst="bentConnector3">
              <a:avLst>
                <a:gd name="adj1" fmla="val 238849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0" name="直接箭头连接符 10">
              <a:extLst>
                <a:ext uri="{FF2B5EF4-FFF2-40B4-BE49-F238E27FC236}">
                  <a16:creationId xmlns:a16="http://schemas.microsoft.com/office/drawing/2014/main" id="{3A65225E-1BB3-1441-F191-D5B34A33FFE0}"/>
                </a:ext>
              </a:extLst>
            </p:cNvPr>
            <p:cNvCxnSpPr>
              <a:cxnSpLocks/>
              <a:stCxn id="245" idx="1"/>
              <a:endCxn id="334" idx="1"/>
            </p:cNvCxnSpPr>
            <p:nvPr/>
          </p:nvCxnSpPr>
          <p:spPr>
            <a:xfrm rot="10800000" flipV="1">
              <a:off x="5803909" y="3244590"/>
              <a:ext cx="164640" cy="997116"/>
            </a:xfrm>
            <a:prstGeom prst="bentConnector3">
              <a:avLst>
                <a:gd name="adj1" fmla="val 238848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3" name="直接箭头连接符 10">
              <a:extLst>
                <a:ext uri="{FF2B5EF4-FFF2-40B4-BE49-F238E27FC236}">
                  <a16:creationId xmlns:a16="http://schemas.microsoft.com/office/drawing/2014/main" id="{E771A1CA-7734-DD9E-935E-83491D2A898E}"/>
                </a:ext>
              </a:extLst>
            </p:cNvPr>
            <p:cNvCxnSpPr>
              <a:cxnSpLocks/>
              <a:stCxn id="87" idx="0"/>
              <a:endCxn id="165" idx="0"/>
            </p:cNvCxnSpPr>
            <p:nvPr/>
          </p:nvCxnSpPr>
          <p:spPr>
            <a:xfrm rot="16200000" flipV="1">
              <a:off x="8868752" y="510052"/>
              <a:ext cx="380830" cy="1651424"/>
            </a:xfrm>
            <a:prstGeom prst="bentConnector3">
              <a:avLst>
                <a:gd name="adj1" fmla="val 160027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9" name="直接箭头连接符 10">
              <a:extLst>
                <a:ext uri="{FF2B5EF4-FFF2-40B4-BE49-F238E27FC236}">
                  <a16:creationId xmlns:a16="http://schemas.microsoft.com/office/drawing/2014/main" id="{B85F635F-56CB-1373-FC2B-8FA2B48D6094}"/>
                </a:ext>
              </a:extLst>
            </p:cNvPr>
            <p:cNvCxnSpPr>
              <a:cxnSpLocks/>
              <a:stCxn id="53" idx="2"/>
              <a:endCxn id="22" idx="0"/>
            </p:cNvCxnSpPr>
            <p:nvPr/>
          </p:nvCxnSpPr>
          <p:spPr>
            <a:xfrm rot="16200000" flipH="1">
              <a:off x="10830235" y="2179833"/>
              <a:ext cx="436296" cy="3003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2" name="矩形: 圆角 421">
                  <a:extLst>
                    <a:ext uri="{FF2B5EF4-FFF2-40B4-BE49-F238E27FC236}">
                      <a16:creationId xmlns:a16="http://schemas.microsoft.com/office/drawing/2014/main" id="{FFF856C7-95B7-FC84-72C6-8231CC16E1AA}"/>
                    </a:ext>
                  </a:extLst>
                </p:cNvPr>
                <p:cNvSpPr/>
                <p:nvPr/>
              </p:nvSpPr>
              <p:spPr>
                <a:xfrm>
                  <a:off x="8127571" y="2017295"/>
                  <a:ext cx="482836" cy="344996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𝕗</m:t>
                            </m:r>
                          </m:sub>
                        </m:sSub>
                        <m:r>
                          <a:rPr lang="en-US" altLang="zh-CN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2" name="矩形: 圆角 421">
                  <a:extLst>
                    <a:ext uri="{FF2B5EF4-FFF2-40B4-BE49-F238E27FC236}">
                      <a16:creationId xmlns:a16="http://schemas.microsoft.com/office/drawing/2014/main" id="{FFF856C7-95B7-FC84-72C6-8231CC16E1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7571" y="2017295"/>
                  <a:ext cx="482836" cy="344996"/>
                </a:xfrm>
                <a:prstGeom prst="round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0" name="直接箭头连接符 10">
              <a:extLst>
                <a:ext uri="{FF2B5EF4-FFF2-40B4-BE49-F238E27FC236}">
                  <a16:creationId xmlns:a16="http://schemas.microsoft.com/office/drawing/2014/main" id="{A5C29832-4955-44F0-1F31-15B8CAA5C81D}"/>
                </a:ext>
              </a:extLst>
            </p:cNvPr>
            <p:cNvCxnSpPr>
              <a:cxnSpLocks/>
              <a:stCxn id="329" idx="1"/>
              <a:endCxn id="278" idx="2"/>
            </p:cNvCxnSpPr>
            <p:nvPr/>
          </p:nvCxnSpPr>
          <p:spPr>
            <a:xfrm rot="10800000">
              <a:off x="686260" y="1983427"/>
              <a:ext cx="2414412" cy="4457235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43" name="矩形: 圆角 442">
              <a:extLst>
                <a:ext uri="{FF2B5EF4-FFF2-40B4-BE49-F238E27FC236}">
                  <a16:creationId xmlns:a16="http://schemas.microsoft.com/office/drawing/2014/main" id="{9A0C565B-A613-E048-08DE-5294656F6C12}"/>
                </a:ext>
              </a:extLst>
            </p:cNvPr>
            <p:cNvSpPr/>
            <p:nvPr/>
          </p:nvSpPr>
          <p:spPr>
            <a:xfrm>
              <a:off x="7960642" y="2641595"/>
              <a:ext cx="803985" cy="245728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摩擦增大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4" name="文本框 443">
                  <a:extLst>
                    <a:ext uri="{FF2B5EF4-FFF2-40B4-BE49-F238E27FC236}">
                      <a16:creationId xmlns:a16="http://schemas.microsoft.com/office/drawing/2014/main" id="{736E7569-8753-4950-3CCC-5DEDB207DF98}"/>
                    </a:ext>
                  </a:extLst>
                </p:cNvPr>
                <p:cNvSpPr txBox="1"/>
                <p:nvPr/>
              </p:nvSpPr>
              <p:spPr>
                <a:xfrm>
                  <a:off x="3895243" y="1467004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44" name="文本框 443">
                  <a:extLst>
                    <a:ext uri="{FF2B5EF4-FFF2-40B4-BE49-F238E27FC236}">
                      <a16:creationId xmlns:a16="http://schemas.microsoft.com/office/drawing/2014/main" id="{736E7569-8753-4950-3CCC-5DEDB207DF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5243" y="1467004"/>
                  <a:ext cx="1186532" cy="307777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5" name="文本框 444">
                  <a:extLst>
                    <a:ext uri="{FF2B5EF4-FFF2-40B4-BE49-F238E27FC236}">
                      <a16:creationId xmlns:a16="http://schemas.microsoft.com/office/drawing/2014/main" id="{5FB439C7-3EE8-F2B5-C72F-B2010CE0CAF2}"/>
                    </a:ext>
                  </a:extLst>
                </p:cNvPr>
                <p:cNvSpPr txBox="1"/>
                <p:nvPr/>
              </p:nvSpPr>
              <p:spPr>
                <a:xfrm>
                  <a:off x="4000758" y="1997659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45" name="文本框 444">
                  <a:extLst>
                    <a:ext uri="{FF2B5EF4-FFF2-40B4-BE49-F238E27FC236}">
                      <a16:creationId xmlns:a16="http://schemas.microsoft.com/office/drawing/2014/main" id="{5FB439C7-3EE8-F2B5-C72F-B2010CE0C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0758" y="1997659"/>
                  <a:ext cx="1186532" cy="307777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6" name="文本框 445">
                  <a:extLst>
                    <a:ext uri="{FF2B5EF4-FFF2-40B4-BE49-F238E27FC236}">
                      <a16:creationId xmlns:a16="http://schemas.microsoft.com/office/drawing/2014/main" id="{47D1180A-7DD1-0B14-BCA5-BB9E13422896}"/>
                    </a:ext>
                  </a:extLst>
                </p:cNvPr>
                <p:cNvSpPr txBox="1"/>
                <p:nvPr/>
              </p:nvSpPr>
              <p:spPr>
                <a:xfrm>
                  <a:off x="4228894" y="1434628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46" name="文本框 445">
                  <a:extLst>
                    <a:ext uri="{FF2B5EF4-FFF2-40B4-BE49-F238E27FC236}">
                      <a16:creationId xmlns:a16="http://schemas.microsoft.com/office/drawing/2014/main" id="{47D1180A-7DD1-0B14-BCA5-BB9E13422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8894" y="1434628"/>
                  <a:ext cx="1186532" cy="307777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7" name="文本框 446">
                  <a:extLst>
                    <a:ext uri="{FF2B5EF4-FFF2-40B4-BE49-F238E27FC236}">
                      <a16:creationId xmlns:a16="http://schemas.microsoft.com/office/drawing/2014/main" id="{A478ED9A-D554-4B5B-F98B-EC927D52F115}"/>
                    </a:ext>
                  </a:extLst>
                </p:cNvPr>
                <p:cNvSpPr txBox="1"/>
                <p:nvPr/>
              </p:nvSpPr>
              <p:spPr>
                <a:xfrm>
                  <a:off x="5151842" y="1417861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47" name="文本框 446">
                  <a:extLst>
                    <a:ext uri="{FF2B5EF4-FFF2-40B4-BE49-F238E27FC236}">
                      <a16:creationId xmlns:a16="http://schemas.microsoft.com/office/drawing/2014/main" id="{A478ED9A-D554-4B5B-F98B-EC927D52F1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1842" y="1417861"/>
                  <a:ext cx="1186532" cy="307777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8" name="文本框 447">
                  <a:extLst>
                    <a:ext uri="{FF2B5EF4-FFF2-40B4-BE49-F238E27FC236}">
                      <a16:creationId xmlns:a16="http://schemas.microsoft.com/office/drawing/2014/main" id="{0E442525-B20C-024A-8435-FCB8E5BCDCF3}"/>
                    </a:ext>
                  </a:extLst>
                </p:cNvPr>
                <p:cNvSpPr txBox="1"/>
                <p:nvPr/>
              </p:nvSpPr>
              <p:spPr>
                <a:xfrm>
                  <a:off x="6080540" y="1459999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48" name="文本框 447">
                  <a:extLst>
                    <a:ext uri="{FF2B5EF4-FFF2-40B4-BE49-F238E27FC236}">
                      <a16:creationId xmlns:a16="http://schemas.microsoft.com/office/drawing/2014/main" id="{0E442525-B20C-024A-8435-FCB8E5BCDC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0540" y="1459999"/>
                  <a:ext cx="1186532" cy="307777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9" name="文本框 448">
                  <a:extLst>
                    <a:ext uri="{FF2B5EF4-FFF2-40B4-BE49-F238E27FC236}">
                      <a16:creationId xmlns:a16="http://schemas.microsoft.com/office/drawing/2014/main" id="{89381566-C5C0-7337-DED5-3F411737E540}"/>
                    </a:ext>
                  </a:extLst>
                </p:cNvPr>
                <p:cNvSpPr txBox="1"/>
                <p:nvPr/>
              </p:nvSpPr>
              <p:spPr>
                <a:xfrm>
                  <a:off x="6967440" y="1467619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49" name="文本框 448">
                  <a:extLst>
                    <a:ext uri="{FF2B5EF4-FFF2-40B4-BE49-F238E27FC236}">
                      <a16:creationId xmlns:a16="http://schemas.microsoft.com/office/drawing/2014/main" id="{89381566-C5C0-7337-DED5-3F411737E5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440" y="1467619"/>
                  <a:ext cx="1186532" cy="307777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0" name="文本框 449">
                  <a:extLst>
                    <a:ext uri="{FF2B5EF4-FFF2-40B4-BE49-F238E27FC236}">
                      <a16:creationId xmlns:a16="http://schemas.microsoft.com/office/drawing/2014/main" id="{402C255B-47A9-D67E-0321-F877D2B23DC6}"/>
                    </a:ext>
                  </a:extLst>
                </p:cNvPr>
                <p:cNvSpPr txBox="1"/>
                <p:nvPr/>
              </p:nvSpPr>
              <p:spPr>
                <a:xfrm>
                  <a:off x="7312156" y="989603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50" name="文本框 449">
                  <a:extLst>
                    <a:ext uri="{FF2B5EF4-FFF2-40B4-BE49-F238E27FC236}">
                      <a16:creationId xmlns:a16="http://schemas.microsoft.com/office/drawing/2014/main" id="{402C255B-47A9-D67E-0321-F877D2B23D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2156" y="989603"/>
                  <a:ext cx="1186532" cy="307777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1" name="文本框 450">
                  <a:extLst>
                    <a:ext uri="{FF2B5EF4-FFF2-40B4-BE49-F238E27FC236}">
                      <a16:creationId xmlns:a16="http://schemas.microsoft.com/office/drawing/2014/main" id="{36B0536F-839A-2923-7DA9-24535CA689C3}"/>
                    </a:ext>
                  </a:extLst>
                </p:cNvPr>
                <p:cNvSpPr txBox="1"/>
                <p:nvPr/>
              </p:nvSpPr>
              <p:spPr>
                <a:xfrm>
                  <a:off x="7291042" y="1876295"/>
                  <a:ext cx="1186532" cy="3250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51" name="文本框 450">
                  <a:extLst>
                    <a:ext uri="{FF2B5EF4-FFF2-40B4-BE49-F238E27FC236}">
                      <a16:creationId xmlns:a16="http://schemas.microsoft.com/office/drawing/2014/main" id="{36B0536F-839A-2923-7DA9-24535CA689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1042" y="1876295"/>
                  <a:ext cx="1186532" cy="325025"/>
                </a:xfrm>
                <a:prstGeom prst="rect">
                  <a:avLst/>
                </a:prstGeom>
                <a:blipFill>
                  <a:blip r:embed="rId36"/>
                  <a:stretch>
                    <a:fillRect b="-37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5" name="直接箭头连接符 10">
              <a:extLst>
                <a:ext uri="{FF2B5EF4-FFF2-40B4-BE49-F238E27FC236}">
                  <a16:creationId xmlns:a16="http://schemas.microsoft.com/office/drawing/2014/main" id="{B2BC4BB2-5F79-E0B5-AFAB-4A5E8F9C8DA0}"/>
                </a:ext>
              </a:extLst>
            </p:cNvPr>
            <p:cNvCxnSpPr>
              <a:cxnSpLocks/>
              <a:stCxn id="443" idx="1"/>
              <a:endCxn id="120" idx="4"/>
            </p:cNvCxnSpPr>
            <p:nvPr/>
          </p:nvCxnSpPr>
          <p:spPr>
            <a:xfrm rot="10800000">
              <a:off x="7760810" y="1849241"/>
              <a:ext cx="199832" cy="91521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0" name="文本框 459">
                  <a:extLst>
                    <a:ext uri="{FF2B5EF4-FFF2-40B4-BE49-F238E27FC236}">
                      <a16:creationId xmlns:a16="http://schemas.microsoft.com/office/drawing/2014/main" id="{EB09E35F-1F37-AF94-6369-DEF4BE4EF30B}"/>
                    </a:ext>
                  </a:extLst>
                </p:cNvPr>
                <p:cNvSpPr txBox="1"/>
                <p:nvPr/>
              </p:nvSpPr>
              <p:spPr>
                <a:xfrm>
                  <a:off x="7283424" y="2344458"/>
                  <a:ext cx="1186532" cy="3250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𝑘𝐼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60" name="文本框 459">
                  <a:extLst>
                    <a:ext uri="{FF2B5EF4-FFF2-40B4-BE49-F238E27FC236}">
                      <a16:creationId xmlns:a16="http://schemas.microsoft.com/office/drawing/2014/main" id="{EB09E35F-1F37-AF94-6369-DEF4BE4EF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3424" y="2344458"/>
                  <a:ext cx="1186532" cy="325025"/>
                </a:xfrm>
                <a:prstGeom prst="rect">
                  <a:avLst/>
                </a:prstGeom>
                <a:blipFill>
                  <a:blip r:embed="rId37"/>
                  <a:stretch>
                    <a:fillRect b="-37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3" name="文本框 462">
                  <a:extLst>
                    <a:ext uri="{FF2B5EF4-FFF2-40B4-BE49-F238E27FC236}">
                      <a16:creationId xmlns:a16="http://schemas.microsoft.com/office/drawing/2014/main" id="{FA69A65B-C18C-3D82-686A-0C11235EE5B1}"/>
                    </a:ext>
                  </a:extLst>
                </p:cNvPr>
                <p:cNvSpPr txBox="1"/>
                <p:nvPr/>
              </p:nvSpPr>
              <p:spPr>
                <a:xfrm>
                  <a:off x="9189016" y="1716201"/>
                  <a:ext cx="8219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63" name="文本框 462">
                  <a:extLst>
                    <a:ext uri="{FF2B5EF4-FFF2-40B4-BE49-F238E27FC236}">
                      <a16:creationId xmlns:a16="http://schemas.microsoft.com/office/drawing/2014/main" id="{FA69A65B-C18C-3D82-686A-0C11235EE5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89016" y="1716201"/>
                  <a:ext cx="821931" cy="307777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0" name="矩形: 圆角 469">
              <a:extLst>
                <a:ext uri="{FF2B5EF4-FFF2-40B4-BE49-F238E27FC236}">
                  <a16:creationId xmlns:a16="http://schemas.microsoft.com/office/drawing/2014/main" id="{4329B2BF-A607-0DBA-DAE0-ADC4867CC19C}"/>
                </a:ext>
              </a:extLst>
            </p:cNvPr>
            <p:cNvSpPr/>
            <p:nvPr/>
          </p:nvSpPr>
          <p:spPr>
            <a:xfrm>
              <a:off x="6693836" y="2078457"/>
              <a:ext cx="803985" cy="245728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增益衰减</a:t>
              </a:r>
            </a:p>
          </p:txBody>
        </p:sp>
        <p:cxnSp>
          <p:nvCxnSpPr>
            <p:cNvPr id="471" name="直接箭头连接符 10">
              <a:extLst>
                <a:ext uri="{FF2B5EF4-FFF2-40B4-BE49-F238E27FC236}">
                  <a16:creationId xmlns:a16="http://schemas.microsoft.com/office/drawing/2014/main" id="{03D7847C-606F-B904-B4B2-87F38DB1A659}"/>
                </a:ext>
              </a:extLst>
            </p:cNvPr>
            <p:cNvCxnSpPr>
              <a:cxnSpLocks/>
              <a:stCxn id="470" idx="0"/>
              <a:endCxn id="115" idx="2"/>
            </p:cNvCxnSpPr>
            <p:nvPr/>
          </p:nvCxnSpPr>
          <p:spPr>
            <a:xfrm rot="5400000" flipH="1" flipV="1">
              <a:off x="7026064" y="2008692"/>
              <a:ext cx="139531" cy="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1" name="直接箭头连接符 10">
              <a:extLst>
                <a:ext uri="{FF2B5EF4-FFF2-40B4-BE49-F238E27FC236}">
                  <a16:creationId xmlns:a16="http://schemas.microsoft.com/office/drawing/2014/main" id="{E3A64BC8-81AB-AB6E-D12B-29FF0D0B70DF}"/>
                </a:ext>
              </a:extLst>
            </p:cNvPr>
            <p:cNvCxnSpPr>
              <a:cxnSpLocks/>
              <a:stCxn id="18" idx="1"/>
              <a:endCxn id="72" idx="3"/>
            </p:cNvCxnSpPr>
            <p:nvPr/>
          </p:nvCxnSpPr>
          <p:spPr>
            <a:xfrm rot="10800000">
              <a:off x="5227730" y="5156382"/>
              <a:ext cx="3601511" cy="10569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37C27107-0D41-B956-714C-C617A1EF4750}"/>
                </a:ext>
              </a:extLst>
            </p:cNvPr>
            <p:cNvSpPr/>
            <p:nvPr/>
          </p:nvSpPr>
          <p:spPr>
            <a:xfrm>
              <a:off x="7529845" y="6412198"/>
              <a:ext cx="1256670" cy="2772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太阳光压摄动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5A4645A1-CDAE-DB74-B85B-CD3729D3175E}"/>
                </a:ext>
              </a:extLst>
            </p:cNvPr>
            <p:cNvSpPr/>
            <p:nvPr/>
          </p:nvSpPr>
          <p:spPr>
            <a:xfrm>
              <a:off x="8858818" y="6412198"/>
              <a:ext cx="1462470" cy="27616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地球非球形摄动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A77A674-301D-3D70-1073-0EFA2053A763}"/>
                </a:ext>
              </a:extLst>
            </p:cNvPr>
            <p:cNvSpPr/>
            <p:nvPr/>
          </p:nvSpPr>
          <p:spPr>
            <a:xfrm>
              <a:off x="10440100" y="6416872"/>
              <a:ext cx="1352446" cy="29325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大气阻力摄动</a:t>
              </a:r>
            </a:p>
          </p:txBody>
        </p:sp>
        <p:cxnSp>
          <p:nvCxnSpPr>
            <p:cNvPr id="14" name="直接箭头连接符 10">
              <a:extLst>
                <a:ext uri="{FF2B5EF4-FFF2-40B4-BE49-F238E27FC236}">
                  <a16:creationId xmlns:a16="http://schemas.microsoft.com/office/drawing/2014/main" id="{1CEAB74F-34FC-32A9-E7C9-7A1DD389DDF0}"/>
                </a:ext>
              </a:extLst>
            </p:cNvPr>
            <p:cNvCxnSpPr>
              <a:cxnSpLocks/>
              <a:stCxn id="10" idx="0"/>
              <a:endCxn id="21" idx="2"/>
            </p:cNvCxnSpPr>
            <p:nvPr/>
          </p:nvCxnSpPr>
          <p:spPr>
            <a:xfrm rot="5400000" flipH="1" flipV="1">
              <a:off x="8741934" y="5559250"/>
              <a:ext cx="269194" cy="143670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接箭头连接符 10">
              <a:extLst>
                <a:ext uri="{FF2B5EF4-FFF2-40B4-BE49-F238E27FC236}">
                  <a16:creationId xmlns:a16="http://schemas.microsoft.com/office/drawing/2014/main" id="{77281AA2-4DBD-D98B-5578-DF9A5FDAB4FB}"/>
                </a:ext>
              </a:extLst>
            </p:cNvPr>
            <p:cNvCxnSpPr>
              <a:cxnSpLocks/>
              <a:stCxn id="13" idx="0"/>
              <a:endCxn id="21" idx="2"/>
            </p:cNvCxnSpPr>
            <p:nvPr/>
          </p:nvCxnSpPr>
          <p:spPr>
            <a:xfrm rot="16200000" flipV="1">
              <a:off x="10218669" y="5519217"/>
              <a:ext cx="273868" cy="152144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箭头连接符 10">
              <a:extLst>
                <a:ext uri="{FF2B5EF4-FFF2-40B4-BE49-F238E27FC236}">
                  <a16:creationId xmlns:a16="http://schemas.microsoft.com/office/drawing/2014/main" id="{B23CDA1E-EE23-D878-93DE-BDE93ECC7F61}"/>
                </a:ext>
              </a:extLst>
            </p:cNvPr>
            <p:cNvCxnSpPr>
              <a:cxnSpLocks/>
              <a:stCxn id="12" idx="0"/>
              <a:endCxn id="21" idx="2"/>
            </p:cNvCxnSpPr>
            <p:nvPr/>
          </p:nvCxnSpPr>
          <p:spPr>
            <a:xfrm rot="5400000" flipH="1" flipV="1">
              <a:off x="9457870" y="6275187"/>
              <a:ext cx="269194" cy="4829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E0E4BDFE-9A6C-5110-E397-997FDDCA02BC}"/>
                    </a:ext>
                  </a:extLst>
                </p:cNvPr>
                <p:cNvSpPr txBox="1"/>
                <p:nvPr/>
              </p:nvSpPr>
              <p:spPr>
                <a:xfrm>
                  <a:off x="8035488" y="6012791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  <m:r>
                          <a:rPr lang="en-US" altLang="zh-CN" sz="1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1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  <m:r>
                          <a:rPr lang="en-US" altLang="zh-CN" sz="1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1400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oMath>
                    </m:oMathPara>
                  </a14:m>
                  <a:endParaRPr lang="zh-CN" altLang="en-US" sz="1400" b="1" dirty="0"/>
                </a:p>
              </p:txBody>
            </p:sp>
          </mc:Choice>
          <mc:Fallback xmlns="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E0E4BDFE-9A6C-5110-E397-997FDDCA02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5488" y="6012791"/>
                  <a:ext cx="1186532" cy="307777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89A66CD5-CFA8-20BA-9111-4E4734B14129}"/>
                </a:ext>
              </a:extLst>
            </p:cNvPr>
            <p:cNvSpPr/>
            <p:nvPr/>
          </p:nvSpPr>
          <p:spPr>
            <a:xfrm>
              <a:off x="3011883" y="1243922"/>
              <a:ext cx="634414" cy="1035712"/>
            </a:xfrm>
            <a:prstGeom prst="roundRect">
              <a:avLst/>
            </a:prstGeom>
            <a:noFill/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分配</a:t>
              </a:r>
              <a:endParaRPr lang="en-US" altLang="zh-CN" sz="1000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矩阵</a:t>
              </a:r>
              <a:endParaRPr lang="en-US" altLang="zh-CN" sz="1000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和</a:t>
              </a:r>
              <a:endParaRPr lang="en-US" altLang="zh-CN" sz="1000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飞轮</a:t>
              </a:r>
              <a:endParaRPr lang="en-US" altLang="zh-CN" sz="1000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动力学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06348BEA-B204-41AF-6D56-7415C7308E1B}"/>
                    </a:ext>
                  </a:extLst>
                </p:cNvPr>
                <p:cNvSpPr txBox="1"/>
                <p:nvPr/>
              </p:nvSpPr>
              <p:spPr>
                <a:xfrm>
                  <a:off x="6538798" y="4854128"/>
                  <a:ext cx="943671" cy="3178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acc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̇"/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</m:acc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06348BEA-B204-41AF-6D56-7415C7308E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8798" y="4854128"/>
                  <a:ext cx="943671" cy="317844"/>
                </a:xfrm>
                <a:prstGeom prst="rect">
                  <a:avLst/>
                </a:prstGeom>
                <a:blipFill>
                  <a:blip r:embed="rId40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矩形: 圆角 52">
                  <a:extLst>
                    <a:ext uri="{FF2B5EF4-FFF2-40B4-BE49-F238E27FC236}">
                      <a16:creationId xmlns:a16="http://schemas.microsoft.com/office/drawing/2014/main" id="{6BCB37CD-C6BE-4764-9A06-204E841C3A57}"/>
                    </a:ext>
                  </a:extLst>
                </p:cNvPr>
                <p:cNvSpPr/>
                <p:nvPr/>
              </p:nvSpPr>
              <p:spPr>
                <a:xfrm>
                  <a:off x="10807144" y="1532668"/>
                  <a:ext cx="479476" cy="43051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矩形: 圆角 52">
                  <a:extLst>
                    <a:ext uri="{FF2B5EF4-FFF2-40B4-BE49-F238E27FC236}">
                      <a16:creationId xmlns:a16="http://schemas.microsoft.com/office/drawing/2014/main" id="{6BCB37CD-C6BE-4764-9A06-204E841C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07144" y="1532668"/>
                  <a:ext cx="479476" cy="430519"/>
                </a:xfrm>
                <a:prstGeom prst="roundRect">
                  <a:avLst/>
                </a:prstGeom>
                <a:blipFill>
                  <a:blip r:embed="rId41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7" name="矩形: 圆角 456">
              <a:extLst>
                <a:ext uri="{FF2B5EF4-FFF2-40B4-BE49-F238E27FC236}">
                  <a16:creationId xmlns:a16="http://schemas.microsoft.com/office/drawing/2014/main" id="{A4DFCDCB-543B-4465-0184-9952EB3809CC}"/>
                </a:ext>
              </a:extLst>
            </p:cNvPr>
            <p:cNvSpPr/>
            <p:nvPr/>
          </p:nvSpPr>
          <p:spPr>
            <a:xfrm>
              <a:off x="3750912" y="713349"/>
              <a:ext cx="6485976" cy="2108784"/>
            </a:xfrm>
            <a:prstGeom prst="roundRect">
              <a:avLst/>
            </a:prstGeom>
            <a:noFill/>
            <a:ln w="127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459" name="直接箭头连接符 10">
              <a:extLst>
                <a:ext uri="{FF2B5EF4-FFF2-40B4-BE49-F238E27FC236}">
                  <a16:creationId xmlns:a16="http://schemas.microsoft.com/office/drawing/2014/main" id="{E3F2E1DA-CB75-6E86-90D5-122D8FE300B3}"/>
                </a:ext>
              </a:extLst>
            </p:cNvPr>
            <p:cNvCxnSpPr>
              <a:cxnSpLocks/>
              <a:stCxn id="30" idx="3"/>
              <a:endCxn id="82" idx="1"/>
            </p:cNvCxnSpPr>
            <p:nvPr/>
          </p:nvCxnSpPr>
          <p:spPr>
            <a:xfrm>
              <a:off x="3646297" y="1761778"/>
              <a:ext cx="261644" cy="12700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4" name="直接箭头连接符 10">
              <a:extLst>
                <a:ext uri="{FF2B5EF4-FFF2-40B4-BE49-F238E27FC236}">
                  <a16:creationId xmlns:a16="http://schemas.microsoft.com/office/drawing/2014/main" id="{2159B04E-F227-2FDE-9002-73F5A3C01475}"/>
                </a:ext>
              </a:extLst>
            </p:cNvPr>
            <p:cNvCxnSpPr>
              <a:cxnSpLocks/>
              <a:stCxn id="87" idx="3"/>
              <a:endCxn id="53" idx="1"/>
            </p:cNvCxnSpPr>
            <p:nvPr/>
          </p:nvCxnSpPr>
          <p:spPr>
            <a:xfrm>
              <a:off x="10056919" y="1741439"/>
              <a:ext cx="750225" cy="6489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4" name="文本框 503">
                  <a:extLst>
                    <a:ext uri="{FF2B5EF4-FFF2-40B4-BE49-F238E27FC236}">
                      <a16:creationId xmlns:a16="http://schemas.microsoft.com/office/drawing/2014/main" id="{75FE143D-AD75-273E-3929-2959E8F69C74}"/>
                    </a:ext>
                  </a:extLst>
                </p:cNvPr>
                <p:cNvSpPr txBox="1"/>
                <p:nvPr/>
              </p:nvSpPr>
              <p:spPr>
                <a:xfrm>
                  <a:off x="11046881" y="1982273"/>
                  <a:ext cx="4143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𝑴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𝑊𝑜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504" name="文本框 503">
                  <a:extLst>
                    <a:ext uri="{FF2B5EF4-FFF2-40B4-BE49-F238E27FC236}">
                      <a16:creationId xmlns:a16="http://schemas.microsoft.com/office/drawing/2014/main" id="{75FE143D-AD75-273E-3929-2959E8F69C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46881" y="1982273"/>
                  <a:ext cx="414338" cy="369332"/>
                </a:xfrm>
                <a:prstGeom prst="rect">
                  <a:avLst/>
                </a:prstGeom>
                <a:blipFill>
                  <a:blip r:embed="rId42"/>
                  <a:stretch>
                    <a:fillRect r="-5147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直接箭头连接符 10">
              <a:extLst>
                <a:ext uri="{FF2B5EF4-FFF2-40B4-BE49-F238E27FC236}">
                  <a16:creationId xmlns:a16="http://schemas.microsoft.com/office/drawing/2014/main" id="{8D312D99-555B-12E4-0CF5-6120853289C2}"/>
                </a:ext>
              </a:extLst>
            </p:cNvPr>
            <p:cNvCxnSpPr>
              <a:cxnSpLocks/>
              <a:stCxn id="72" idx="1"/>
              <a:endCxn id="20" idx="3"/>
            </p:cNvCxnSpPr>
            <p:nvPr/>
          </p:nvCxnSpPr>
          <p:spPr>
            <a:xfrm rot="10800000">
              <a:off x="4401559" y="5156381"/>
              <a:ext cx="539130" cy="12700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矩形: 圆角 71">
                  <a:extLst>
                    <a:ext uri="{FF2B5EF4-FFF2-40B4-BE49-F238E27FC236}">
                      <a16:creationId xmlns:a16="http://schemas.microsoft.com/office/drawing/2014/main" id="{4BE8168A-26FD-8655-4763-F3CC83EA8E39}"/>
                    </a:ext>
                  </a:extLst>
                </p:cNvPr>
                <p:cNvSpPr/>
                <p:nvPr/>
              </p:nvSpPr>
              <p:spPr>
                <a:xfrm>
                  <a:off x="4940689" y="5023285"/>
                  <a:ext cx="287040" cy="266192"/>
                </a:xfrm>
                <a:prstGeom prst="roundRect">
                  <a:avLst/>
                </a:prstGeom>
                <a:noFill/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∫</m:t>
                        </m:r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矩形: 圆角 71">
                  <a:extLst>
                    <a:ext uri="{FF2B5EF4-FFF2-40B4-BE49-F238E27FC236}">
                      <a16:creationId xmlns:a16="http://schemas.microsoft.com/office/drawing/2014/main" id="{4BE8168A-26FD-8655-4763-F3CC83EA8E3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0689" y="5023285"/>
                  <a:ext cx="287040" cy="266192"/>
                </a:xfrm>
                <a:prstGeom prst="roundRect">
                  <a:avLst/>
                </a:prstGeom>
                <a:blipFill>
                  <a:blip r:embed="rId43"/>
                  <a:stretch>
                    <a:fillRect/>
                  </a:stretch>
                </a:blipFill>
                <a:ln w="1270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直接箭头连接符 10">
              <a:extLst>
                <a:ext uri="{FF2B5EF4-FFF2-40B4-BE49-F238E27FC236}">
                  <a16:creationId xmlns:a16="http://schemas.microsoft.com/office/drawing/2014/main" id="{14028AC6-254C-5082-1120-4D6E0156A197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rot="10800000">
              <a:off x="2180088" y="3176622"/>
              <a:ext cx="6649153" cy="1990328"/>
            </a:xfrm>
            <a:prstGeom prst="bentConnector3">
              <a:avLst>
                <a:gd name="adj1" fmla="val 52063"/>
              </a:avLst>
            </a:prstGeom>
            <a:ln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接箭头连接符 10">
              <a:extLst>
                <a:ext uri="{FF2B5EF4-FFF2-40B4-BE49-F238E27FC236}">
                  <a16:creationId xmlns:a16="http://schemas.microsoft.com/office/drawing/2014/main" id="{4C58AC3A-8273-ED26-0E30-E26B950C725C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rot="16200000" flipV="1">
              <a:off x="1589267" y="2592621"/>
              <a:ext cx="1164008" cy="1763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873CFF99-5D6D-3E40-2DD6-5CE669CFCBB8}"/>
                    </a:ext>
                  </a:extLst>
                </p:cNvPr>
                <p:cNvSpPr txBox="1"/>
                <p:nvPr/>
              </p:nvSpPr>
              <p:spPr>
                <a:xfrm>
                  <a:off x="3539151" y="1866283"/>
                  <a:ext cx="4143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𝑯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𝑊𝑐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873CFF99-5D6D-3E40-2DD6-5CE669CFCB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9151" y="1866283"/>
                  <a:ext cx="414338" cy="369332"/>
                </a:xfrm>
                <a:prstGeom prst="rect">
                  <a:avLst/>
                </a:prstGeom>
                <a:blipFill>
                  <a:blip r:embed="rId44"/>
                  <a:stretch>
                    <a:fillRect r="-3970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492737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组合 189">
            <a:extLst>
              <a:ext uri="{FF2B5EF4-FFF2-40B4-BE49-F238E27FC236}">
                <a16:creationId xmlns:a16="http://schemas.microsoft.com/office/drawing/2014/main" id="{E5C9DD1E-06D2-0AD5-FAC7-5643F4070F9E}"/>
              </a:ext>
            </a:extLst>
          </p:cNvPr>
          <p:cNvGrpSpPr/>
          <p:nvPr/>
        </p:nvGrpSpPr>
        <p:grpSpPr>
          <a:xfrm>
            <a:off x="-2129731" y="751790"/>
            <a:ext cx="15695225" cy="5974470"/>
            <a:chOff x="-1942617" y="759855"/>
            <a:chExt cx="15695225" cy="5974470"/>
          </a:xfrm>
        </p:grpSpPr>
        <p:grpSp>
          <p:nvGrpSpPr>
            <p:cNvPr id="680" name="组合 679">
              <a:extLst>
                <a:ext uri="{FF2B5EF4-FFF2-40B4-BE49-F238E27FC236}">
                  <a16:creationId xmlns:a16="http://schemas.microsoft.com/office/drawing/2014/main" id="{160A49B4-7DC2-1690-9104-AD1EAAE3020B}"/>
                </a:ext>
              </a:extLst>
            </p:cNvPr>
            <p:cNvGrpSpPr/>
            <p:nvPr/>
          </p:nvGrpSpPr>
          <p:grpSpPr>
            <a:xfrm>
              <a:off x="-1942617" y="759855"/>
              <a:ext cx="15695225" cy="5974470"/>
              <a:chOff x="-2387117" y="632855"/>
              <a:chExt cx="15695225" cy="5974470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46541082-95D0-5D70-ED0F-84A4FC8C2C40}"/>
                  </a:ext>
                </a:extLst>
              </p:cNvPr>
              <p:cNvSpPr/>
              <p:nvPr/>
            </p:nvSpPr>
            <p:spPr>
              <a:xfrm>
                <a:off x="5791853" y="3836833"/>
                <a:ext cx="1100137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陀螺组件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DF6646EB-308D-8748-A691-4D96CF2263BC}"/>
                  </a:ext>
                </a:extLst>
              </p:cNvPr>
              <p:cNvSpPr/>
              <p:nvPr/>
            </p:nvSpPr>
            <p:spPr>
              <a:xfrm>
                <a:off x="5791853" y="6067325"/>
                <a:ext cx="1100137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星敏组件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075DB689-701A-A838-F3B5-1D8793834BF2}"/>
                      </a:ext>
                    </a:extLst>
                  </p:cNvPr>
                  <p:cNvSpPr txBox="1"/>
                  <p:nvPr/>
                </p:nvSpPr>
                <p:spPr>
                  <a:xfrm>
                    <a:off x="-1012742" y="1807251"/>
                    <a:ext cx="1457680" cy="7556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oMath>
                      </m:oMathPara>
                    </a14:m>
                    <a:endParaRPr lang="en-US" altLang="zh-CN" sz="1400" b="0" dirty="0"/>
                  </a:p>
                  <a:p>
                    <a:endParaRPr lang="en-US" altLang="zh-CN" sz="1400" dirty="0"/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075DB689-701A-A838-F3B5-1D8793834B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12742" y="1807251"/>
                    <a:ext cx="1457680" cy="75565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81" name="组合 280">
                <a:extLst>
                  <a:ext uri="{FF2B5EF4-FFF2-40B4-BE49-F238E27FC236}">
                    <a16:creationId xmlns:a16="http://schemas.microsoft.com/office/drawing/2014/main" id="{73B8A158-6ED2-87CA-3358-A86E57A60F4F}"/>
                  </a:ext>
                </a:extLst>
              </p:cNvPr>
              <p:cNvGrpSpPr/>
              <p:nvPr/>
            </p:nvGrpSpPr>
            <p:grpSpPr>
              <a:xfrm>
                <a:off x="-1227891" y="632855"/>
                <a:ext cx="14535999" cy="5963814"/>
                <a:chOff x="-1227891" y="632855"/>
                <a:chExt cx="14535999" cy="5963814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FFF608DB-9DEC-CC70-8C1F-B2E4B0A08D81}"/>
                    </a:ext>
                  </a:extLst>
                </p:cNvPr>
                <p:cNvSpPr/>
                <p:nvPr/>
              </p:nvSpPr>
              <p:spPr>
                <a:xfrm>
                  <a:off x="11369570" y="1913458"/>
                  <a:ext cx="1352446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</a:rPr>
                    <a:t>姿态动力学</a:t>
                  </a:r>
                  <a:endParaRPr lang="en-US" altLang="zh-CN" b="1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</a:rPr>
                    <a:t>模型</a:t>
                  </a:r>
                </a:p>
              </p:txBody>
            </p:sp>
            <p:grpSp>
              <p:nvGrpSpPr>
                <p:cNvPr id="249" name="组合 248">
                  <a:extLst>
                    <a:ext uri="{FF2B5EF4-FFF2-40B4-BE49-F238E27FC236}">
                      <a16:creationId xmlns:a16="http://schemas.microsoft.com/office/drawing/2014/main" id="{50F4743E-878E-9D8A-9583-72C50894FAB7}"/>
                    </a:ext>
                  </a:extLst>
                </p:cNvPr>
                <p:cNvGrpSpPr/>
                <p:nvPr/>
              </p:nvGrpSpPr>
              <p:grpSpPr>
                <a:xfrm>
                  <a:off x="-1227891" y="632855"/>
                  <a:ext cx="14535999" cy="5674926"/>
                  <a:chOff x="397493" y="188850"/>
                  <a:chExt cx="14535999" cy="5674926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CF89FE7-E382-55A5-9B59-69C0BC1939E1}"/>
                      </a:ext>
                    </a:extLst>
                  </p:cNvPr>
                  <p:cNvSpPr/>
                  <p:nvPr/>
                </p:nvSpPr>
                <p:spPr>
                  <a:xfrm>
                    <a:off x="1943264" y="1477975"/>
                    <a:ext cx="1177995" cy="540000"/>
                  </a:xfrm>
                  <a:prstGeom prst="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b="1" dirty="0">
                        <a:solidFill>
                          <a:schemeClr val="tx1"/>
                        </a:solidFill>
                      </a:rPr>
                      <a:t>PD</a:t>
                    </a:r>
                    <a:r>
                      <a:rPr lang="zh-CN" altLang="en-US" b="1" dirty="0">
                        <a:solidFill>
                          <a:schemeClr val="tx1"/>
                        </a:solidFill>
                      </a:rPr>
                      <a:t>控制器</a:t>
                    </a:r>
                  </a:p>
                </p:txBody>
              </p:sp>
              <p:pic>
                <p:nvPicPr>
                  <p:cNvPr id="5" name="图片 4">
                    <a:extLst>
                      <a:ext uri="{FF2B5EF4-FFF2-40B4-BE49-F238E27FC236}">
                        <a16:creationId xmlns:a16="http://schemas.microsoft.com/office/drawing/2014/main" id="{A9568388-70E0-E90D-BA6B-CA7ECE2F165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877210" y="1283763"/>
                    <a:ext cx="888999" cy="911383"/>
                  </a:xfrm>
                  <a:prstGeom prst="rect">
                    <a:avLst/>
                  </a:prstGeom>
                  <a:ln>
                    <a:solidFill>
                      <a:schemeClr val="tx1"/>
                    </a:solidFill>
                  </a:ln>
                </p:spPr>
              </p:pic>
              <p:cxnSp>
                <p:nvCxnSpPr>
                  <p:cNvPr id="27" name="直接箭头连接符 10">
                    <a:extLst>
                      <a:ext uri="{FF2B5EF4-FFF2-40B4-BE49-F238E27FC236}">
                        <a16:creationId xmlns:a16="http://schemas.microsoft.com/office/drawing/2014/main" id="{79F50490-109F-D12C-4519-2FCF4DF36C51}"/>
                      </a:ext>
                    </a:extLst>
                  </p:cNvPr>
                  <p:cNvCxnSpPr>
                    <a:cxnSpLocks/>
                    <a:stCxn id="4" idx="3"/>
                    <a:endCxn id="226" idx="1"/>
                  </p:cNvCxnSpPr>
                  <p:nvPr/>
                </p:nvCxnSpPr>
                <p:spPr>
                  <a:xfrm>
                    <a:off x="3121259" y="1747975"/>
                    <a:ext cx="278454" cy="6372"/>
                  </a:xfrm>
                  <a:prstGeom prst="straightConnector1">
                    <a:avLst/>
                  </a:prstGeom>
                  <a:ln w="190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5" name="文本框 154">
                        <a:extLst>
                          <a:ext uri="{FF2B5EF4-FFF2-40B4-BE49-F238E27FC236}">
                            <a16:creationId xmlns:a16="http://schemas.microsoft.com/office/drawing/2014/main" id="{9C125719-9134-5D99-3235-4EC97D2FA6F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042832" y="1446569"/>
                        <a:ext cx="452605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m:oMathPara>
                        </a14:m>
                        <a:endParaRPr lang="zh-CN" alt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155" name="文本框 154">
                        <a:extLst>
                          <a:ext uri="{FF2B5EF4-FFF2-40B4-BE49-F238E27FC236}">
                            <a16:creationId xmlns:a16="http://schemas.microsoft.com/office/drawing/2014/main" id="{9C125719-9134-5D99-3235-4EC97D2FA6F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042832" y="1446569"/>
                        <a:ext cx="452605" cy="30777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1" name="文本框 170">
                        <a:extLst>
                          <a:ext uri="{FF2B5EF4-FFF2-40B4-BE49-F238E27FC236}">
                            <a16:creationId xmlns:a16="http://schemas.microsoft.com/office/drawing/2014/main" id="{9D8844BD-BC20-DC03-BBF5-C104A1B7126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201585" y="1307869"/>
                        <a:ext cx="452605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CN" sz="14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𝑤𝑐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1400" b="0" i="1" dirty="0">
                          <a:latin typeface="Cambria Math" panose="020405030504060302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71" name="文本框 170">
                        <a:extLst>
                          <a:ext uri="{FF2B5EF4-FFF2-40B4-BE49-F238E27FC236}">
                            <a16:creationId xmlns:a16="http://schemas.microsoft.com/office/drawing/2014/main" id="{9D8844BD-BC20-DC03-BBF5-C104A1B7126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201585" y="1307869"/>
                        <a:ext cx="452605" cy="30777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2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199" name="组合 198">
                    <a:extLst>
                      <a:ext uri="{FF2B5EF4-FFF2-40B4-BE49-F238E27FC236}">
                        <a16:creationId xmlns:a16="http://schemas.microsoft.com/office/drawing/2014/main" id="{079CE351-6136-BE9C-ED94-C14A91147F2B}"/>
                      </a:ext>
                    </a:extLst>
                  </p:cNvPr>
                  <p:cNvGrpSpPr/>
                  <p:nvPr/>
                </p:nvGrpSpPr>
                <p:grpSpPr>
                  <a:xfrm>
                    <a:off x="397493" y="188850"/>
                    <a:ext cx="14535999" cy="5674926"/>
                    <a:chOff x="-360152" y="3153301"/>
                    <a:chExt cx="14535999" cy="5674926"/>
                  </a:xfrm>
                </p:grpSpPr>
                <p:sp>
                  <p:nvSpPr>
                    <p:cNvPr id="200" name="矩形: 圆角 199">
                      <a:extLst>
                        <a:ext uri="{FF2B5EF4-FFF2-40B4-BE49-F238E27FC236}">
                          <a16:creationId xmlns:a16="http://schemas.microsoft.com/office/drawing/2014/main" id="{1D6FAC2D-8E03-4D02-6771-B35AC7BDBC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26739" y="3794075"/>
                      <a:ext cx="659045" cy="378619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转速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控制器</a:t>
                      </a:r>
                    </a:p>
                  </p:txBody>
                </p:sp>
                <p:sp>
                  <p:nvSpPr>
                    <p:cNvPr id="201" name="矩形: 圆角 200">
                      <a:extLst>
                        <a:ext uri="{FF2B5EF4-FFF2-40B4-BE49-F238E27FC236}">
                          <a16:creationId xmlns:a16="http://schemas.microsoft.com/office/drawing/2014/main" id="{5ACDB5FA-7D77-5438-0074-574E942C63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65216" y="3784840"/>
                      <a:ext cx="659045" cy="378619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电流环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202" name="矩形: 圆角 201">
                      <a:extLst>
                        <a:ext uri="{FF2B5EF4-FFF2-40B4-BE49-F238E27FC236}">
                          <a16:creationId xmlns:a16="http://schemas.microsoft.com/office/drawing/2014/main" id="{E42268C9-3BAB-142B-D6DB-C0297EE02D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21842" y="3790126"/>
                      <a:ext cx="659045" cy="378619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功率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放大器</a:t>
                      </a:r>
                    </a:p>
                  </p:txBody>
                </p:sp>
                <p:sp>
                  <p:nvSpPr>
                    <p:cNvPr id="203" name="矩形: 圆角 202">
                      <a:extLst>
                        <a:ext uri="{FF2B5EF4-FFF2-40B4-BE49-F238E27FC236}">
                          <a16:creationId xmlns:a16="http://schemas.microsoft.com/office/drawing/2014/main" id="{B92163B3-D7CB-5BF1-3FDD-E7910ECD70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63889" y="3830571"/>
                      <a:ext cx="599638" cy="292894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飞轮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204" name="矩形: 圆角 203">
                      <a:extLst>
                        <a:ext uri="{FF2B5EF4-FFF2-40B4-BE49-F238E27FC236}">
                          <a16:creationId xmlns:a16="http://schemas.microsoft.com/office/drawing/2014/main" id="{9EAAD908-2EE9-DF12-E3EF-8B27EF5F28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85200" y="3363980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飞轮卡死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205" name="直接箭头连接符 10">
                      <a:extLst>
                        <a:ext uri="{FF2B5EF4-FFF2-40B4-BE49-F238E27FC236}">
                          <a16:creationId xmlns:a16="http://schemas.microsoft.com/office/drawing/2014/main" id="{2F2CD251-DDC5-F7DD-6EB8-908F3E1C599B}"/>
                        </a:ext>
                      </a:extLst>
                    </p:cNvPr>
                    <p:cNvCxnSpPr>
                      <a:cxnSpLocks/>
                      <a:stCxn id="5" idx="0"/>
                      <a:endCxn id="179" idx="1"/>
                    </p:cNvCxnSpPr>
                    <p:nvPr/>
                  </p:nvCxnSpPr>
                  <p:spPr>
                    <a:xfrm rot="5400000" flipH="1" flipV="1">
                      <a:off x="4529634" y="4019271"/>
                      <a:ext cx="263374" cy="194512"/>
                    </a:xfrm>
                    <a:prstGeom prst="bentConnector2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06" name="矩形: 圆角 205">
                      <a:extLst>
                        <a:ext uri="{FF2B5EF4-FFF2-40B4-BE49-F238E27FC236}">
                          <a16:creationId xmlns:a16="http://schemas.microsoft.com/office/drawing/2014/main" id="{47A70B81-331E-462E-265B-D93A2B61A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07645" y="3159696"/>
                      <a:ext cx="6835412" cy="3088421"/>
                    </a:xfrm>
                    <a:prstGeom prst="roundRect">
                      <a:avLst/>
                    </a:prstGeom>
                    <a:noFill/>
                    <a:ln w="12700">
                      <a:prstDash val="sysDot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208" name="直接箭头连接符 10">
                      <a:extLst>
                        <a:ext uri="{FF2B5EF4-FFF2-40B4-BE49-F238E27FC236}">
                          <a16:creationId xmlns:a16="http://schemas.microsoft.com/office/drawing/2014/main" id="{B2741925-1182-C9F9-C571-578997F63976}"/>
                        </a:ext>
                      </a:extLst>
                    </p:cNvPr>
                    <p:cNvCxnSpPr>
                      <a:cxnSpLocks/>
                      <a:stCxn id="201" idx="3"/>
                      <a:endCxn id="202" idx="1"/>
                    </p:cNvCxnSpPr>
                    <p:nvPr/>
                  </p:nvCxnSpPr>
                  <p:spPr>
                    <a:xfrm>
                      <a:off x="7424261" y="3974150"/>
                      <a:ext cx="197581" cy="5286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9" name="直接箭头连接符 10">
                      <a:extLst>
                        <a:ext uri="{FF2B5EF4-FFF2-40B4-BE49-F238E27FC236}">
                          <a16:creationId xmlns:a16="http://schemas.microsoft.com/office/drawing/2014/main" id="{20819C04-F73F-E7CD-3562-39903FAE9338}"/>
                        </a:ext>
                      </a:extLst>
                    </p:cNvPr>
                    <p:cNvCxnSpPr>
                      <a:cxnSpLocks/>
                      <a:stCxn id="200" idx="3"/>
                      <a:endCxn id="184" idx="1"/>
                    </p:cNvCxnSpPr>
                    <p:nvPr/>
                  </p:nvCxnSpPr>
                  <p:spPr>
                    <a:xfrm flipV="1">
                      <a:off x="6285784" y="3977018"/>
                      <a:ext cx="110923" cy="6367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" name="直接箭头连接符 10">
                      <a:extLst>
                        <a:ext uri="{FF2B5EF4-FFF2-40B4-BE49-F238E27FC236}">
                          <a16:creationId xmlns:a16="http://schemas.microsoft.com/office/drawing/2014/main" id="{FF3B39B6-2F37-14A4-48E8-C3869C57E9DE}"/>
                        </a:ext>
                      </a:extLst>
                    </p:cNvPr>
                    <p:cNvCxnSpPr>
                      <a:cxnSpLocks/>
                      <a:stCxn id="202" idx="3"/>
                      <a:endCxn id="626" idx="1"/>
                    </p:cNvCxnSpPr>
                    <p:nvPr/>
                  </p:nvCxnSpPr>
                  <p:spPr>
                    <a:xfrm flipV="1">
                      <a:off x="8280887" y="3974149"/>
                      <a:ext cx="213226" cy="5287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2" name="直接箭头连接符 10">
                      <a:extLst>
                        <a:ext uri="{FF2B5EF4-FFF2-40B4-BE49-F238E27FC236}">
                          <a16:creationId xmlns:a16="http://schemas.microsoft.com/office/drawing/2014/main" id="{DC698A71-AC25-D8AE-D098-45B8E06BAA94}"/>
                        </a:ext>
                      </a:extLst>
                    </p:cNvPr>
                    <p:cNvCxnSpPr>
                      <a:cxnSpLocks/>
                      <a:stCxn id="204" idx="2"/>
                      <a:endCxn id="203" idx="0"/>
                    </p:cNvCxnSpPr>
                    <p:nvPr/>
                  </p:nvCxnSpPr>
                  <p:spPr>
                    <a:xfrm>
                      <a:off x="9156737" y="3656874"/>
                      <a:ext cx="6971" cy="173697"/>
                    </a:xfrm>
                    <a:prstGeom prst="straightConnector1">
                      <a:avLst/>
                    </a:prstGeom>
                    <a:ln>
                      <a:prstDash val="dash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3" name="直接箭头连接符 10">
                      <a:extLst>
                        <a:ext uri="{FF2B5EF4-FFF2-40B4-BE49-F238E27FC236}">
                          <a16:creationId xmlns:a16="http://schemas.microsoft.com/office/drawing/2014/main" id="{65A93169-CEDA-BB06-B6B5-5427C05E7A3F}"/>
                        </a:ext>
                      </a:extLst>
                    </p:cNvPr>
                    <p:cNvCxnSpPr>
                      <a:cxnSpLocks/>
                      <a:stCxn id="37" idx="3"/>
                      <a:endCxn id="260" idx="0"/>
                    </p:cNvCxnSpPr>
                    <p:nvPr/>
                  </p:nvCxnSpPr>
                  <p:spPr>
                    <a:xfrm>
                      <a:off x="9979799" y="3977018"/>
                      <a:ext cx="221154" cy="271195"/>
                    </a:xfrm>
                    <a:prstGeom prst="bentConnector2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14" name="矩形: 圆角 213">
                      <a:extLst>
                        <a:ext uri="{FF2B5EF4-FFF2-40B4-BE49-F238E27FC236}">
                          <a16:creationId xmlns:a16="http://schemas.microsoft.com/office/drawing/2014/main" id="{47B21A80-A9C3-173E-6CC1-0D3363B923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20594" y="5165413"/>
                      <a:ext cx="599638" cy="292894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飞轮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215" name="矩形: 圆角 214">
                      <a:extLst>
                        <a:ext uri="{FF2B5EF4-FFF2-40B4-BE49-F238E27FC236}">
                          <a16:creationId xmlns:a16="http://schemas.microsoft.com/office/drawing/2014/main" id="{5CB7492A-7004-B6FF-50BE-524C6016B2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1610" y="5531841"/>
                      <a:ext cx="599638" cy="292894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飞轮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216" name="矩形: 圆角 215">
                      <a:extLst>
                        <a:ext uri="{FF2B5EF4-FFF2-40B4-BE49-F238E27FC236}">
                          <a16:creationId xmlns:a16="http://schemas.microsoft.com/office/drawing/2014/main" id="{B7A0C0A2-F767-1059-08F8-A4C6494D1F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21925" y="5921957"/>
                      <a:ext cx="599638" cy="292894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飞轮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p:txBody>
                </p:sp>
                <p:cxnSp>
                  <p:nvCxnSpPr>
                    <p:cNvPr id="217" name="直接箭头连接符 10">
                      <a:extLst>
                        <a:ext uri="{FF2B5EF4-FFF2-40B4-BE49-F238E27FC236}">
                          <a16:creationId xmlns:a16="http://schemas.microsoft.com/office/drawing/2014/main" id="{BBF54B79-00A7-D896-E0BB-EEF6A40C53C8}"/>
                        </a:ext>
                      </a:extLst>
                    </p:cNvPr>
                    <p:cNvCxnSpPr>
                      <a:cxnSpLocks/>
                      <a:stCxn id="5" idx="2"/>
                      <a:endCxn id="215" idx="1"/>
                    </p:cNvCxnSpPr>
                    <p:nvPr/>
                  </p:nvCxnSpPr>
                  <p:spPr>
                    <a:xfrm rot="16200000" flipH="1">
                      <a:off x="6078492" y="3645169"/>
                      <a:ext cx="518691" cy="3547545"/>
                    </a:xfrm>
                    <a:prstGeom prst="bentConnector2">
                      <a:avLst/>
                    </a:prstGeom>
                    <a:ln>
                      <a:prstDash val="dashDot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8" name="直接箭头连接符 10">
                      <a:extLst>
                        <a:ext uri="{FF2B5EF4-FFF2-40B4-BE49-F238E27FC236}">
                          <a16:creationId xmlns:a16="http://schemas.microsoft.com/office/drawing/2014/main" id="{1ADE10A5-F2FC-C208-CB6D-E90A791A0092}"/>
                        </a:ext>
                      </a:extLst>
                    </p:cNvPr>
                    <p:cNvCxnSpPr>
                      <a:cxnSpLocks/>
                      <a:stCxn id="5" idx="2"/>
                      <a:endCxn id="216" idx="1"/>
                    </p:cNvCxnSpPr>
                    <p:nvPr/>
                  </p:nvCxnSpPr>
                  <p:spPr>
                    <a:xfrm rot="16200000" flipH="1">
                      <a:off x="5888592" y="3835070"/>
                      <a:ext cx="908807" cy="3557860"/>
                    </a:xfrm>
                    <a:prstGeom prst="bentConnector2">
                      <a:avLst/>
                    </a:prstGeom>
                    <a:ln>
                      <a:prstDash val="dashDot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9" name="直接箭头连接符 10">
                      <a:extLst>
                        <a:ext uri="{FF2B5EF4-FFF2-40B4-BE49-F238E27FC236}">
                          <a16:creationId xmlns:a16="http://schemas.microsoft.com/office/drawing/2014/main" id="{74770B42-A7A6-2E2A-18D5-1214E6C741F0}"/>
                        </a:ext>
                      </a:extLst>
                    </p:cNvPr>
                    <p:cNvCxnSpPr>
                      <a:cxnSpLocks/>
                      <a:stCxn id="5" idx="2"/>
                      <a:endCxn id="214" idx="1"/>
                    </p:cNvCxnSpPr>
                    <p:nvPr/>
                  </p:nvCxnSpPr>
                  <p:spPr>
                    <a:xfrm rot="16200000" flipH="1">
                      <a:off x="6266198" y="3457463"/>
                      <a:ext cx="152263" cy="3556529"/>
                    </a:xfrm>
                    <a:prstGeom prst="bentConnector2">
                      <a:avLst/>
                    </a:prstGeom>
                    <a:ln cmpd="sng">
                      <a:prstDash val="dashDot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0" name="直接箭头连接符 10">
                      <a:extLst>
                        <a:ext uri="{FF2B5EF4-FFF2-40B4-BE49-F238E27FC236}">
                          <a16:creationId xmlns:a16="http://schemas.microsoft.com/office/drawing/2014/main" id="{B46A17CF-EB10-EDCE-6503-70402EAD4052}"/>
                        </a:ext>
                      </a:extLst>
                    </p:cNvPr>
                    <p:cNvCxnSpPr>
                      <a:cxnSpLocks/>
                      <a:stCxn id="214" idx="3"/>
                      <a:endCxn id="57" idx="1"/>
                    </p:cNvCxnSpPr>
                    <p:nvPr/>
                  </p:nvCxnSpPr>
                  <p:spPr>
                    <a:xfrm>
                      <a:off x="8720232" y="5311860"/>
                      <a:ext cx="332168" cy="5695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1" name="直接箭头连接符 10">
                      <a:extLst>
                        <a:ext uri="{FF2B5EF4-FFF2-40B4-BE49-F238E27FC236}">
                          <a16:creationId xmlns:a16="http://schemas.microsoft.com/office/drawing/2014/main" id="{3B716049-3B3C-E361-DF12-6868EBDB7F08}"/>
                        </a:ext>
                      </a:extLst>
                    </p:cNvPr>
                    <p:cNvCxnSpPr>
                      <a:cxnSpLocks/>
                      <a:stCxn id="215" idx="3"/>
                      <a:endCxn id="520" idx="1"/>
                    </p:cNvCxnSpPr>
                    <p:nvPr/>
                  </p:nvCxnSpPr>
                  <p:spPr>
                    <a:xfrm flipV="1">
                      <a:off x="8711248" y="5676022"/>
                      <a:ext cx="329040" cy="2266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2" name="直接箭头连接符 10">
                      <a:extLst>
                        <a:ext uri="{FF2B5EF4-FFF2-40B4-BE49-F238E27FC236}">
                          <a16:creationId xmlns:a16="http://schemas.microsoft.com/office/drawing/2014/main" id="{D65411E9-62F8-1FDA-5A93-85BD39C0CFFC}"/>
                        </a:ext>
                      </a:extLst>
                    </p:cNvPr>
                    <p:cNvCxnSpPr>
                      <a:cxnSpLocks/>
                      <a:stCxn id="216" idx="3"/>
                      <a:endCxn id="525" idx="1"/>
                    </p:cNvCxnSpPr>
                    <p:nvPr/>
                  </p:nvCxnSpPr>
                  <p:spPr>
                    <a:xfrm flipV="1">
                      <a:off x="8721563" y="6058510"/>
                      <a:ext cx="318725" cy="9894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23" name="矩形: 圆角 222">
                      <a:extLst>
                        <a:ext uri="{FF2B5EF4-FFF2-40B4-BE49-F238E27FC236}">
                          <a16:creationId xmlns:a16="http://schemas.microsoft.com/office/drawing/2014/main" id="{2A608B47-4E07-A482-2117-0178CF25A7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75918" y="3377771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增益衰减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224" name="直接箭头连接符 10">
                      <a:extLst>
                        <a:ext uri="{FF2B5EF4-FFF2-40B4-BE49-F238E27FC236}">
                          <a16:creationId xmlns:a16="http://schemas.microsoft.com/office/drawing/2014/main" id="{4A4BA3FE-98FC-00DC-98CF-5ECEF4BAD827}"/>
                        </a:ext>
                      </a:extLst>
                    </p:cNvPr>
                    <p:cNvCxnSpPr>
                      <a:cxnSpLocks/>
                      <a:stCxn id="223" idx="2"/>
                      <a:endCxn id="202" idx="0"/>
                    </p:cNvCxnSpPr>
                    <p:nvPr/>
                  </p:nvCxnSpPr>
                  <p:spPr>
                    <a:xfrm>
                      <a:off x="7947455" y="3670665"/>
                      <a:ext cx="3910" cy="119461"/>
                    </a:xfrm>
                    <a:prstGeom prst="straightConnector1">
                      <a:avLst/>
                    </a:prstGeom>
                    <a:ln>
                      <a:prstDash val="dash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25" name="矩形 224">
                      <a:extLst>
                        <a:ext uri="{FF2B5EF4-FFF2-40B4-BE49-F238E27FC236}">
                          <a16:creationId xmlns:a16="http://schemas.microsoft.com/office/drawing/2014/main" id="{138F53C3-8F7F-0478-C098-C061C9B7B7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08435" y="3153301"/>
                      <a:ext cx="1675546" cy="540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chemeClr val="tx1"/>
                          </a:solidFill>
                        </a:rPr>
                        <a:t>飞轮模块</a:t>
                      </a:r>
                    </a:p>
                  </p:txBody>
                </p:sp>
                <p:sp>
                  <p:nvSpPr>
                    <p:cNvPr id="226" name="矩形: 圆角 225">
                      <a:extLst>
                        <a:ext uri="{FF2B5EF4-FFF2-40B4-BE49-F238E27FC236}">
                          <a16:creationId xmlns:a16="http://schemas.microsoft.com/office/drawing/2014/main" id="{12E39717-A0EF-3898-4957-646189C652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42068" y="4392339"/>
                      <a:ext cx="798731" cy="652918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力矩到角动量指令</a:t>
                      </a:r>
                      <a:endParaRPr lang="en-US" altLang="zh-CN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227" name="直接箭头连接符 10">
                      <a:extLst>
                        <a:ext uri="{FF2B5EF4-FFF2-40B4-BE49-F238E27FC236}">
                          <a16:creationId xmlns:a16="http://schemas.microsoft.com/office/drawing/2014/main" id="{C4142EC4-CA8A-9206-F8C2-1A5796D28E7A}"/>
                        </a:ext>
                      </a:extLst>
                    </p:cNvPr>
                    <p:cNvCxnSpPr>
                      <a:cxnSpLocks/>
                      <a:stCxn id="260" idx="3"/>
                      <a:endCxn id="206" idx="3"/>
                    </p:cNvCxnSpPr>
                    <p:nvPr/>
                  </p:nvCxnSpPr>
                  <p:spPr>
                    <a:xfrm>
                      <a:off x="10645452" y="4703905"/>
                      <a:ext cx="197605" cy="2"/>
                    </a:xfrm>
                    <a:prstGeom prst="straightConnector1">
                      <a:avLst/>
                    </a:prstGeom>
                    <a:ln w="25400" cmpd="dbl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28" name="矩形: 圆角 227">
                      <a:extLst>
                        <a:ext uri="{FF2B5EF4-FFF2-40B4-BE49-F238E27FC236}">
                          <a16:creationId xmlns:a16="http://schemas.microsoft.com/office/drawing/2014/main" id="{67DE2D25-B246-AA29-45DA-F8E9C215AC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5327" y="4379576"/>
                      <a:ext cx="798731" cy="635174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角动量到力矩转换</a:t>
                      </a:r>
                      <a:endParaRPr lang="en-US" altLang="zh-CN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229" name="直接箭头连接符 10">
                      <a:extLst>
                        <a:ext uri="{FF2B5EF4-FFF2-40B4-BE49-F238E27FC236}">
                          <a16:creationId xmlns:a16="http://schemas.microsoft.com/office/drawing/2014/main" id="{0DC1BBD1-A0E3-7C04-579C-2185EDB3AEC8}"/>
                        </a:ext>
                      </a:extLst>
                    </p:cNvPr>
                    <p:cNvCxnSpPr>
                      <a:cxnSpLocks/>
                      <a:stCxn id="206" idx="1"/>
                      <a:endCxn id="5" idx="1"/>
                    </p:cNvCxnSpPr>
                    <p:nvPr/>
                  </p:nvCxnSpPr>
                  <p:spPr>
                    <a:xfrm flipV="1">
                      <a:off x="4007645" y="4703906"/>
                      <a:ext cx="111920" cy="1"/>
                    </a:xfrm>
                    <a:prstGeom prst="straightConnector1">
                      <a:avLst/>
                    </a:prstGeom>
                    <a:ln w="25400" cmpd="dbl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31" name="文本框 230">
                          <a:extLst>
                            <a:ext uri="{FF2B5EF4-FFF2-40B4-BE49-F238E27FC236}">
                              <a16:creationId xmlns:a16="http://schemas.microsoft.com/office/drawing/2014/main" id="{583B7254-6A0E-1BE7-0FF3-D9D3FFE1A45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183947" y="3872381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231" name="文本框 230">
                          <a:extLst>
                            <a:ext uri="{FF2B5EF4-FFF2-40B4-BE49-F238E27FC236}">
                              <a16:creationId xmlns:a16="http://schemas.microsoft.com/office/drawing/2014/main" id="{583B7254-6A0E-1BE7-0FF3-D9D3FFE1A45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183947" y="3872381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35" name="文本框 234">
                          <a:extLst>
                            <a:ext uri="{FF2B5EF4-FFF2-40B4-BE49-F238E27FC236}">
                              <a16:creationId xmlns:a16="http://schemas.microsoft.com/office/drawing/2014/main" id="{CA434517-6A7E-9423-BF43-2C083946A43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963822" y="3713298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35" name="文本框 234">
                          <a:extLst>
                            <a:ext uri="{FF2B5EF4-FFF2-40B4-BE49-F238E27FC236}">
                              <a16:creationId xmlns:a16="http://schemas.microsoft.com/office/drawing/2014/main" id="{CA434517-6A7E-9423-BF43-2C083946A43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963822" y="3713298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38" name="文本框 237">
                          <a:extLst>
                            <a:ext uri="{FF2B5EF4-FFF2-40B4-BE49-F238E27FC236}">
                              <a16:creationId xmlns:a16="http://schemas.microsoft.com/office/drawing/2014/main" id="{991A3D77-5A97-3C2D-B2C4-4BAA745A8D7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327495" y="5058837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38" name="文本框 237">
                          <a:extLst>
                            <a:ext uri="{FF2B5EF4-FFF2-40B4-BE49-F238E27FC236}">
                              <a16:creationId xmlns:a16="http://schemas.microsoft.com/office/drawing/2014/main" id="{991A3D77-5A97-3C2D-B2C4-4BAA745A8D7F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327495" y="5058837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39" name="文本框 238">
                          <a:extLst>
                            <a:ext uri="{FF2B5EF4-FFF2-40B4-BE49-F238E27FC236}">
                              <a16:creationId xmlns:a16="http://schemas.microsoft.com/office/drawing/2014/main" id="{EA8CD813-3818-C8FD-EE7B-98AC839D253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356182" y="5416369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39" name="文本框 238">
                          <a:extLst>
                            <a:ext uri="{FF2B5EF4-FFF2-40B4-BE49-F238E27FC236}">
                              <a16:creationId xmlns:a16="http://schemas.microsoft.com/office/drawing/2014/main" id="{EA8CD813-3818-C8FD-EE7B-98AC839D2539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356182" y="5416369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10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40" name="文本框 239">
                          <a:extLst>
                            <a:ext uri="{FF2B5EF4-FFF2-40B4-BE49-F238E27FC236}">
                              <a16:creationId xmlns:a16="http://schemas.microsoft.com/office/drawing/2014/main" id="{4D7B2925-8730-5AA5-ECE4-650FFA46ECA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388036" y="5798481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40" name="文本框 239">
                          <a:extLst>
                            <a:ext uri="{FF2B5EF4-FFF2-40B4-BE49-F238E27FC236}">
                              <a16:creationId xmlns:a16="http://schemas.microsoft.com/office/drawing/2014/main" id="{4D7B2925-8730-5AA5-ECE4-650FFA46ECA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388036" y="5798481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266" name="直接箭头连接符 10">
                      <a:extLst>
                        <a:ext uri="{FF2B5EF4-FFF2-40B4-BE49-F238E27FC236}">
                          <a16:creationId xmlns:a16="http://schemas.microsoft.com/office/drawing/2014/main" id="{90B9C781-060D-5358-7385-2317517B6579}"/>
                        </a:ext>
                      </a:extLst>
                    </p:cNvPr>
                    <p:cNvCxnSpPr>
                      <a:cxnSpLocks/>
                      <a:stCxn id="206" idx="3"/>
                      <a:endCxn id="228" idx="1"/>
                    </p:cNvCxnSpPr>
                    <p:nvPr/>
                  </p:nvCxnSpPr>
                  <p:spPr>
                    <a:xfrm flipV="1">
                      <a:off x="10843057" y="4697163"/>
                      <a:ext cx="282270" cy="6744"/>
                    </a:xfrm>
                    <a:prstGeom prst="straightConnector1">
                      <a:avLst/>
                    </a:prstGeom>
                    <a:ln w="25400" cmpd="dbl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96" name="文本框 295">
                          <a:extLst>
                            <a:ext uri="{FF2B5EF4-FFF2-40B4-BE49-F238E27FC236}">
                              <a16:creationId xmlns:a16="http://schemas.microsoft.com/office/drawing/2014/main" id="{B0AA32B2-7457-AAA5-F676-5F430299E0E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2075223" y="5494412"/>
                          <a:ext cx="964634" cy="32476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96" name="文本框 295">
                          <a:extLst>
                            <a:ext uri="{FF2B5EF4-FFF2-40B4-BE49-F238E27FC236}">
                              <a16:creationId xmlns:a16="http://schemas.microsoft.com/office/drawing/2014/main" id="{B0AA32B2-7457-AAA5-F676-5F430299E0E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2075223" y="5494412"/>
                          <a:ext cx="964634" cy="324769"/>
                        </a:xfrm>
                        <a:prstGeom prst="rect">
                          <a:avLst/>
                        </a:prstGeom>
                        <a:blipFill>
                          <a:blip r:embed="rId15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298" name="矩形: 圆角 297">
                      <a:extLst>
                        <a:ext uri="{FF2B5EF4-FFF2-40B4-BE49-F238E27FC236}">
                          <a16:creationId xmlns:a16="http://schemas.microsoft.com/office/drawing/2014/main" id="{4FE83299-1A31-C502-6986-EEA2EB0158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4286" y="6947423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恒值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00" name="矩形: 圆角 299">
                      <a:extLst>
                        <a:ext uri="{FF2B5EF4-FFF2-40B4-BE49-F238E27FC236}">
                          <a16:creationId xmlns:a16="http://schemas.microsoft.com/office/drawing/2014/main" id="{C75F54AF-421C-A165-F44E-978C0684DD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2126" y="7807813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漂移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01" name="矩形: 圆角 300">
                      <a:extLst>
                        <a:ext uri="{FF2B5EF4-FFF2-40B4-BE49-F238E27FC236}">
                          <a16:creationId xmlns:a16="http://schemas.microsoft.com/office/drawing/2014/main" id="{30FB09F1-1A3E-7B51-AAD7-921E4A673C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67629" y="8254241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跳变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17" name="矩形: 圆角 316">
                      <a:extLst>
                        <a:ext uri="{FF2B5EF4-FFF2-40B4-BE49-F238E27FC236}">
                          <a16:creationId xmlns:a16="http://schemas.microsoft.com/office/drawing/2014/main" id="{A9587FCE-3E9B-136A-5627-C8D8ACC78B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05450" y="7428032"/>
                      <a:ext cx="608421" cy="541235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故障注入</a:t>
                      </a:r>
                      <a:endParaRPr lang="en-US" altLang="zh-CN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93" name="文本框 392">
                          <a:extLst>
                            <a:ext uri="{FF2B5EF4-FFF2-40B4-BE49-F238E27FC236}">
                              <a16:creationId xmlns:a16="http://schemas.microsoft.com/office/drawing/2014/main" id="{5838868C-B21C-C1BD-78B9-6B826808464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817417" y="6253196"/>
                          <a:ext cx="1190228" cy="36939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ctrlP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𝑧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393" name="文本框 392">
                          <a:extLst>
                            <a:ext uri="{FF2B5EF4-FFF2-40B4-BE49-F238E27FC236}">
                              <a16:creationId xmlns:a16="http://schemas.microsoft.com/office/drawing/2014/main" id="{5838868C-B21C-C1BD-78B9-6B826808464C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817417" y="6253196"/>
                          <a:ext cx="1190228" cy="369397"/>
                        </a:xfrm>
                        <a:prstGeom prst="rect">
                          <a:avLst/>
                        </a:prstGeom>
                        <a:blipFill>
                          <a:blip r:embed="rId16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405" name="矩形: 圆角 404">
                      <a:extLst>
                        <a:ext uri="{FF2B5EF4-FFF2-40B4-BE49-F238E27FC236}">
                          <a16:creationId xmlns:a16="http://schemas.microsoft.com/office/drawing/2014/main" id="{197EF470-6B2B-B203-188C-DFD5A233A9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360152" y="6356044"/>
                      <a:ext cx="608421" cy="541235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滤波</a:t>
                      </a:r>
                      <a:endParaRPr lang="en-US" altLang="zh-CN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28" name="文本框 427">
                          <a:extLst>
                            <a:ext uri="{FF2B5EF4-FFF2-40B4-BE49-F238E27FC236}">
                              <a16:creationId xmlns:a16="http://schemas.microsoft.com/office/drawing/2014/main" id="{BECCFB69-C2C5-E00B-1477-DE5B578342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764070" y="8475243"/>
                          <a:ext cx="1190228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ctrlP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428" name="文本框 427">
                          <a:extLst>
                            <a:ext uri="{FF2B5EF4-FFF2-40B4-BE49-F238E27FC236}">
                              <a16:creationId xmlns:a16="http://schemas.microsoft.com/office/drawing/2014/main" id="{BECCFB69-C2C5-E00B-1477-DE5B578342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764070" y="8475243"/>
                          <a:ext cx="1190228" cy="307777"/>
                        </a:xfrm>
                        <a:prstGeom prst="rect">
                          <a:avLst/>
                        </a:prstGeom>
                        <a:blipFill>
                          <a:blip r:embed="rId17"/>
                          <a:stretch>
                            <a:fillRect b="-8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29" name="文本框 428">
                          <a:extLst>
                            <a:ext uri="{FF2B5EF4-FFF2-40B4-BE49-F238E27FC236}">
                              <a16:creationId xmlns:a16="http://schemas.microsoft.com/office/drawing/2014/main" id="{85CD133A-2417-B318-423D-B5F120AF8E7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222249" y="8520450"/>
                          <a:ext cx="964634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429" name="文本框 428">
                          <a:extLst>
                            <a:ext uri="{FF2B5EF4-FFF2-40B4-BE49-F238E27FC236}">
                              <a16:creationId xmlns:a16="http://schemas.microsoft.com/office/drawing/2014/main" id="{85CD133A-2417-B318-423D-B5F120AF8E7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222249" y="8520450"/>
                          <a:ext cx="964634" cy="307777"/>
                        </a:xfrm>
                        <a:prstGeom prst="rect">
                          <a:avLst/>
                        </a:prstGeom>
                        <a:blipFill>
                          <a:blip r:embed="rId18"/>
                          <a:stretch>
                            <a:fillRect b="-5882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617" name="矩形: 圆角 616">
                      <a:extLst>
                        <a:ext uri="{FF2B5EF4-FFF2-40B4-BE49-F238E27FC236}">
                          <a16:creationId xmlns:a16="http://schemas.microsoft.com/office/drawing/2014/main" id="{754ADAD8-E8D7-C106-0012-216EFEFA50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582389" y="6995979"/>
                      <a:ext cx="1140198" cy="307776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太阳光压摄动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38" name="矩形: 圆角 637">
                      <a:extLst>
                        <a:ext uri="{FF2B5EF4-FFF2-40B4-BE49-F238E27FC236}">
                          <a16:creationId xmlns:a16="http://schemas.microsoft.com/office/drawing/2014/main" id="{047E6B9B-31F3-0363-97C3-46CCE4E607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27678" y="7456107"/>
                      <a:ext cx="1306466" cy="242542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地球非球形摄动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39" name="矩形: 圆角 638">
                      <a:extLst>
                        <a:ext uri="{FF2B5EF4-FFF2-40B4-BE49-F238E27FC236}">
                          <a16:creationId xmlns:a16="http://schemas.microsoft.com/office/drawing/2014/main" id="{10C7A1C2-C361-C4CA-C4AA-9377F3E08A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582037" y="7874324"/>
                      <a:ext cx="1140198" cy="307776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大气阻力摄动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54" name="矩形: 圆角 653">
                      <a:extLst>
                        <a:ext uri="{FF2B5EF4-FFF2-40B4-BE49-F238E27FC236}">
                          <a16:creationId xmlns:a16="http://schemas.microsoft.com/office/drawing/2014/main" id="{D6D34ED5-B5D2-8344-9D12-D6B15DC1C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82601" y="3245912"/>
                      <a:ext cx="1140198" cy="307776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太阳光压力矩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55" name="矩形: 圆角 654">
                      <a:extLst>
                        <a:ext uri="{FF2B5EF4-FFF2-40B4-BE49-F238E27FC236}">
                          <a16:creationId xmlns:a16="http://schemas.microsoft.com/office/drawing/2014/main" id="{B3D667DB-1D48-FA61-3998-F0F84262E3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35649" y="3245912"/>
                      <a:ext cx="1140198" cy="307776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重力梯度力矩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57" name="矩形: 圆角 656">
                      <a:extLst>
                        <a:ext uri="{FF2B5EF4-FFF2-40B4-BE49-F238E27FC236}">
                          <a16:creationId xmlns:a16="http://schemas.microsoft.com/office/drawing/2014/main" id="{D6FF9D0B-EC9F-F3D3-4967-728B813F39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876943" y="3843371"/>
                      <a:ext cx="934341" cy="246222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地磁力矩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58" name="矩形: 圆角 657">
                      <a:extLst>
                        <a:ext uri="{FF2B5EF4-FFF2-40B4-BE49-F238E27FC236}">
                          <a16:creationId xmlns:a16="http://schemas.microsoft.com/office/drawing/2014/main" id="{72B9D15D-B279-2AA3-CE55-341D3440DD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41920" y="3843371"/>
                      <a:ext cx="934341" cy="246222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气动力矩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7" name="矩形: 圆角 36">
                          <a:extLst>
                            <a:ext uri="{FF2B5EF4-FFF2-40B4-BE49-F238E27FC236}">
                              <a16:creationId xmlns:a16="http://schemas.microsoft.com/office/drawing/2014/main" id="{C4A3872C-1B7B-FE73-3065-B118763BCDD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732959" y="3830571"/>
                          <a:ext cx="246840" cy="292894"/>
                        </a:xfrm>
                        <a:prstGeom prst="roundRect">
                          <a:avLst/>
                        </a:prstGeom>
                        <a:noFill/>
                        <a:ln w="12700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000" dirty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37" name="矩形: 圆角 36">
                          <a:extLst>
                            <a:ext uri="{FF2B5EF4-FFF2-40B4-BE49-F238E27FC236}">
                              <a16:creationId xmlns:a16="http://schemas.microsoft.com/office/drawing/2014/main" id="{C4A3872C-1B7B-FE73-3065-B118763BCDD1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732959" y="3830571"/>
                          <a:ext cx="246840" cy="292894"/>
                        </a:xfrm>
                        <a:prstGeom prst="roundRect">
                          <a:avLst/>
                        </a:prstGeom>
                        <a:blipFill>
                          <a:blip r:embed="rId19"/>
                          <a:stretch>
                            <a:fillRect l="-4651"/>
                          </a:stretch>
                        </a:blipFill>
                        <a:ln w="12700"/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3" name="直接箭头连接符 10">
                      <a:extLst>
                        <a:ext uri="{FF2B5EF4-FFF2-40B4-BE49-F238E27FC236}">
                          <a16:creationId xmlns:a16="http://schemas.microsoft.com/office/drawing/2014/main" id="{6CA22373-669A-51A3-9912-1E075D81E672}"/>
                        </a:ext>
                      </a:extLst>
                    </p:cNvPr>
                    <p:cNvCxnSpPr>
                      <a:cxnSpLocks/>
                      <a:stCxn id="203" idx="3"/>
                      <a:endCxn id="37" idx="1"/>
                    </p:cNvCxnSpPr>
                    <p:nvPr/>
                  </p:nvCxnSpPr>
                  <p:spPr>
                    <a:xfrm>
                      <a:off x="9463527" y="3977018"/>
                      <a:ext cx="269432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57" name="矩形: 圆角 56">
                          <a:extLst>
                            <a:ext uri="{FF2B5EF4-FFF2-40B4-BE49-F238E27FC236}">
                              <a16:creationId xmlns:a16="http://schemas.microsoft.com/office/drawing/2014/main" id="{BD831652-6F09-FA54-80A7-900792DDFA3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52400" y="5171108"/>
                          <a:ext cx="246840" cy="292894"/>
                        </a:xfrm>
                        <a:prstGeom prst="roundRect">
                          <a:avLst/>
                        </a:prstGeom>
                        <a:noFill/>
                        <a:ln w="12700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000" dirty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7" name="矩形: 圆角 56">
                          <a:extLst>
                            <a:ext uri="{FF2B5EF4-FFF2-40B4-BE49-F238E27FC236}">
                              <a16:creationId xmlns:a16="http://schemas.microsoft.com/office/drawing/2014/main" id="{BD831652-6F09-FA54-80A7-900792DDFA3E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052400" y="5171108"/>
                          <a:ext cx="246840" cy="292894"/>
                        </a:xfrm>
                        <a:prstGeom prst="roundRect">
                          <a:avLst/>
                        </a:prstGeom>
                        <a:blipFill>
                          <a:blip r:embed="rId20"/>
                          <a:stretch>
                            <a:fillRect l="-7143"/>
                          </a:stretch>
                        </a:blipFill>
                        <a:ln w="12700"/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61" name="直接箭头连接符 10">
                      <a:extLst>
                        <a:ext uri="{FF2B5EF4-FFF2-40B4-BE49-F238E27FC236}">
                          <a16:creationId xmlns:a16="http://schemas.microsoft.com/office/drawing/2014/main" id="{D0B84881-9333-3739-E78A-B4405C487E24}"/>
                        </a:ext>
                      </a:extLst>
                    </p:cNvPr>
                    <p:cNvCxnSpPr>
                      <a:cxnSpLocks/>
                      <a:stCxn id="57" idx="3"/>
                      <a:endCxn id="260" idx="2"/>
                    </p:cNvCxnSpPr>
                    <p:nvPr/>
                  </p:nvCxnSpPr>
                  <p:spPr>
                    <a:xfrm flipV="1">
                      <a:off x="9299240" y="5159596"/>
                      <a:ext cx="901713" cy="157959"/>
                    </a:xfrm>
                    <a:prstGeom prst="bentConnector2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520" name="矩形: 圆角 519">
                          <a:extLst>
                            <a:ext uri="{FF2B5EF4-FFF2-40B4-BE49-F238E27FC236}">
                              <a16:creationId xmlns:a16="http://schemas.microsoft.com/office/drawing/2014/main" id="{BDDE8740-F825-BF04-1040-47B0BC432EF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40288" y="5529575"/>
                          <a:ext cx="246840" cy="292894"/>
                        </a:xfrm>
                        <a:prstGeom prst="roundRect">
                          <a:avLst/>
                        </a:prstGeom>
                        <a:noFill/>
                        <a:ln w="12700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000" dirty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20" name="矩形: 圆角 519">
                          <a:extLst>
                            <a:ext uri="{FF2B5EF4-FFF2-40B4-BE49-F238E27FC236}">
                              <a16:creationId xmlns:a16="http://schemas.microsoft.com/office/drawing/2014/main" id="{BDDE8740-F825-BF04-1040-47B0BC432EFA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040288" y="5529575"/>
                          <a:ext cx="246840" cy="292894"/>
                        </a:xfrm>
                        <a:prstGeom prst="roundRect">
                          <a:avLst/>
                        </a:prstGeom>
                        <a:blipFill>
                          <a:blip r:embed="rId20"/>
                          <a:stretch>
                            <a:fillRect l="-7143"/>
                          </a:stretch>
                        </a:blipFill>
                        <a:ln w="12700"/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525" name="矩形: 圆角 524">
                          <a:extLst>
                            <a:ext uri="{FF2B5EF4-FFF2-40B4-BE49-F238E27FC236}">
                              <a16:creationId xmlns:a16="http://schemas.microsoft.com/office/drawing/2014/main" id="{0D78E844-9758-BD78-0D9F-3617AB042E7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40288" y="5912063"/>
                          <a:ext cx="246840" cy="292894"/>
                        </a:xfrm>
                        <a:prstGeom prst="roundRect">
                          <a:avLst/>
                        </a:prstGeom>
                        <a:noFill/>
                        <a:ln w="12700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000" dirty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25" name="矩形: 圆角 524">
                          <a:extLst>
                            <a:ext uri="{FF2B5EF4-FFF2-40B4-BE49-F238E27FC236}">
                              <a16:creationId xmlns:a16="http://schemas.microsoft.com/office/drawing/2014/main" id="{0D78E844-9758-BD78-0D9F-3617AB042E78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040288" y="5912063"/>
                          <a:ext cx="246840" cy="292894"/>
                        </a:xfrm>
                        <a:prstGeom prst="roundRect">
                          <a:avLst/>
                        </a:prstGeom>
                        <a:blipFill>
                          <a:blip r:embed="rId21"/>
                          <a:stretch>
                            <a:fillRect l="-7143"/>
                          </a:stretch>
                        </a:blipFill>
                        <a:ln w="12700"/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528" name="直接箭头连接符 10">
                      <a:extLst>
                        <a:ext uri="{FF2B5EF4-FFF2-40B4-BE49-F238E27FC236}">
                          <a16:creationId xmlns:a16="http://schemas.microsoft.com/office/drawing/2014/main" id="{783BBE65-440A-7F56-E5A0-A385B6FCC8A1}"/>
                        </a:ext>
                      </a:extLst>
                    </p:cNvPr>
                    <p:cNvCxnSpPr>
                      <a:cxnSpLocks/>
                      <a:stCxn id="520" idx="3"/>
                      <a:endCxn id="260" idx="2"/>
                    </p:cNvCxnSpPr>
                    <p:nvPr/>
                  </p:nvCxnSpPr>
                  <p:spPr>
                    <a:xfrm flipV="1">
                      <a:off x="9287128" y="5159596"/>
                      <a:ext cx="913825" cy="516426"/>
                    </a:xfrm>
                    <a:prstGeom prst="bentConnector2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31" name="直接箭头连接符 10">
                      <a:extLst>
                        <a:ext uri="{FF2B5EF4-FFF2-40B4-BE49-F238E27FC236}">
                          <a16:creationId xmlns:a16="http://schemas.microsoft.com/office/drawing/2014/main" id="{9BF5FEC6-57C4-80A6-EFC8-5C4D1CA2EE50}"/>
                        </a:ext>
                      </a:extLst>
                    </p:cNvPr>
                    <p:cNvCxnSpPr>
                      <a:cxnSpLocks/>
                      <a:stCxn id="525" idx="3"/>
                      <a:endCxn id="260" idx="2"/>
                    </p:cNvCxnSpPr>
                    <p:nvPr/>
                  </p:nvCxnSpPr>
                  <p:spPr>
                    <a:xfrm flipV="1">
                      <a:off x="9287128" y="5159596"/>
                      <a:ext cx="913825" cy="898914"/>
                    </a:xfrm>
                    <a:prstGeom prst="bentConnector2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76" name="文本框 175">
                          <a:extLst>
                            <a:ext uri="{FF2B5EF4-FFF2-40B4-BE49-F238E27FC236}">
                              <a16:creationId xmlns:a16="http://schemas.microsoft.com/office/drawing/2014/main" id="{FACDB76B-5EFC-BABC-86EA-441F7DDA28B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792684" y="4273363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𝒉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176" name="文本框 175">
                          <a:extLst>
                            <a:ext uri="{FF2B5EF4-FFF2-40B4-BE49-F238E27FC236}">
                              <a16:creationId xmlns:a16="http://schemas.microsoft.com/office/drawing/2014/main" id="{FACDB76B-5EFC-BABC-86EA-441F7DDA28B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792684" y="4273363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3" name="文本框 32">
                          <a:extLst>
                            <a:ext uri="{FF2B5EF4-FFF2-40B4-BE49-F238E27FC236}">
                              <a16:creationId xmlns:a16="http://schemas.microsoft.com/office/drawing/2014/main" id="{D45E1999-7035-836D-8497-69F9EB7D537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984061" y="3696903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33" name="文本框 32">
                          <a:extLst>
                            <a:ext uri="{FF2B5EF4-FFF2-40B4-BE49-F238E27FC236}">
                              <a16:creationId xmlns:a16="http://schemas.microsoft.com/office/drawing/2014/main" id="{D45E1999-7035-836D-8497-69F9EB7D537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984061" y="3696903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4" name="文本框 33">
                          <a:extLst>
                            <a:ext uri="{FF2B5EF4-FFF2-40B4-BE49-F238E27FC236}">
                              <a16:creationId xmlns:a16="http://schemas.microsoft.com/office/drawing/2014/main" id="{A719A9D1-99FE-341F-8896-7D983F88346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295728" y="4059679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34" name="文本框 33">
                          <a:extLst>
                            <a:ext uri="{FF2B5EF4-FFF2-40B4-BE49-F238E27FC236}">
                              <a16:creationId xmlns:a16="http://schemas.microsoft.com/office/drawing/2014/main" id="{A719A9D1-99FE-341F-8896-7D983F88346F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295728" y="4059679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2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518" name="矩形: 圆角 517">
                          <a:extLst>
                            <a:ext uri="{FF2B5EF4-FFF2-40B4-BE49-F238E27FC236}">
                              <a16:creationId xmlns:a16="http://schemas.microsoft.com/office/drawing/2014/main" id="{9B731018-E07F-D038-4192-5182938362B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215406" y="4456535"/>
                          <a:ext cx="246840" cy="292894"/>
                        </a:xfrm>
                        <a:prstGeom prst="roundRect">
                          <a:avLst/>
                        </a:prstGeom>
                        <a:noFill/>
                        <a:ln w="12700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000" dirty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18" name="矩形: 圆角 517">
                          <a:extLst>
                            <a:ext uri="{FF2B5EF4-FFF2-40B4-BE49-F238E27FC236}">
                              <a16:creationId xmlns:a16="http://schemas.microsoft.com/office/drawing/2014/main" id="{9B731018-E07F-D038-4192-5182938362BC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215406" y="4456535"/>
                          <a:ext cx="246840" cy="292894"/>
                        </a:xfrm>
                        <a:prstGeom prst="roundRect">
                          <a:avLst/>
                        </a:prstGeom>
                        <a:blipFill>
                          <a:blip r:embed="rId25"/>
                          <a:stretch>
                            <a:fillRect l="-11905"/>
                          </a:stretch>
                        </a:blipFill>
                        <a:ln w="12700"/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529" name="矩形: 圆角 528">
                      <a:extLst>
                        <a:ext uri="{FF2B5EF4-FFF2-40B4-BE49-F238E27FC236}">
                          <a16:creationId xmlns:a16="http://schemas.microsoft.com/office/drawing/2014/main" id="{F9F30C3A-AF51-4B8B-633F-A1E1731FE4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39166" y="4719947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摩擦增大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530" name="直接箭头连接符 10">
                      <a:extLst>
                        <a:ext uri="{FF2B5EF4-FFF2-40B4-BE49-F238E27FC236}">
                          <a16:creationId xmlns:a16="http://schemas.microsoft.com/office/drawing/2014/main" id="{05146F53-017A-855C-8A70-A305B312E318}"/>
                        </a:ext>
                      </a:extLst>
                    </p:cNvPr>
                    <p:cNvCxnSpPr>
                      <a:cxnSpLocks/>
                      <a:stCxn id="529" idx="3"/>
                      <a:endCxn id="518" idx="2"/>
                    </p:cNvCxnSpPr>
                    <p:nvPr/>
                  </p:nvCxnSpPr>
                  <p:spPr>
                    <a:xfrm flipV="1">
                      <a:off x="9182240" y="4749429"/>
                      <a:ext cx="156586" cy="116965"/>
                    </a:xfrm>
                    <a:prstGeom prst="bentConnector2">
                      <a:avLst/>
                    </a:prstGeom>
                    <a:ln>
                      <a:prstDash val="dash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8" name="矩形: 圆角 537">
                      <a:extLst>
                        <a:ext uri="{FF2B5EF4-FFF2-40B4-BE49-F238E27FC236}">
                          <a16:creationId xmlns:a16="http://schemas.microsoft.com/office/drawing/2014/main" id="{4B73C7CD-A3E9-A274-89F4-7F52973E51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42126" y="7391535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偏移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578" name="直接箭头连接符 10">
                      <a:extLst>
                        <a:ext uri="{FF2B5EF4-FFF2-40B4-BE49-F238E27FC236}">
                          <a16:creationId xmlns:a16="http://schemas.microsoft.com/office/drawing/2014/main" id="{0F6E4896-110E-28EB-650B-57FE00EE928F}"/>
                        </a:ext>
                      </a:extLst>
                    </p:cNvPr>
                    <p:cNvCxnSpPr>
                      <a:cxnSpLocks/>
                      <a:stCxn id="184" idx="3"/>
                      <a:endCxn id="201" idx="1"/>
                    </p:cNvCxnSpPr>
                    <p:nvPr/>
                  </p:nvCxnSpPr>
                  <p:spPr>
                    <a:xfrm flipV="1">
                      <a:off x="6599185" y="3974150"/>
                      <a:ext cx="166031" cy="2868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29" name="直接箭头连接符 10">
                      <a:extLst>
                        <a:ext uri="{FF2B5EF4-FFF2-40B4-BE49-F238E27FC236}">
                          <a16:creationId xmlns:a16="http://schemas.microsoft.com/office/drawing/2014/main" id="{C5886E09-9595-D411-CE61-3FC786AB6A20}"/>
                        </a:ext>
                      </a:extLst>
                    </p:cNvPr>
                    <p:cNvCxnSpPr>
                      <a:cxnSpLocks/>
                      <a:stCxn id="626" idx="3"/>
                      <a:endCxn id="203" idx="1"/>
                    </p:cNvCxnSpPr>
                    <p:nvPr/>
                  </p:nvCxnSpPr>
                  <p:spPr>
                    <a:xfrm>
                      <a:off x="8696591" y="3974149"/>
                      <a:ext cx="167298" cy="2869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42" name="直接箭头连接符 10">
                    <a:extLst>
                      <a:ext uri="{FF2B5EF4-FFF2-40B4-BE49-F238E27FC236}">
                        <a16:creationId xmlns:a16="http://schemas.microsoft.com/office/drawing/2014/main" id="{8B5D4F85-88AC-9710-4A10-1C8552486117}"/>
                      </a:ext>
                    </a:extLst>
                  </p:cNvPr>
                  <p:cNvCxnSpPr>
                    <a:cxnSpLocks/>
                    <a:stCxn id="226" idx="3"/>
                    <a:endCxn id="206" idx="1"/>
                  </p:cNvCxnSpPr>
                  <p:nvPr/>
                </p:nvCxnSpPr>
                <p:spPr>
                  <a:xfrm flipV="1">
                    <a:off x="4198444" y="1739456"/>
                    <a:ext cx="566846" cy="14891"/>
                  </a:xfrm>
                  <a:prstGeom prst="straightConnector1">
                    <a:avLst/>
                  </a:prstGeom>
                  <a:ln w="25400" cmpd="dbl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260" name="图片 259">
                    <a:extLst>
                      <a:ext uri="{FF2B5EF4-FFF2-40B4-BE49-F238E27FC236}">
                        <a16:creationId xmlns:a16="http://schemas.microsoft.com/office/drawing/2014/main" id="{CA47BDB7-750B-7878-5CC1-63F2CAE4AD2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514098" y="1283762"/>
                    <a:ext cx="888999" cy="911383"/>
                  </a:xfrm>
                  <a:prstGeom prst="rect">
                    <a:avLst/>
                  </a:prstGeom>
                  <a:ln>
                    <a:solidFill>
                      <a:schemeClr val="tx1"/>
                    </a:solidFill>
                  </a:ln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0" name="文本框 279">
                        <a:extLst>
                          <a:ext uri="{FF2B5EF4-FFF2-40B4-BE49-F238E27FC236}">
                            <a16:creationId xmlns:a16="http://schemas.microsoft.com/office/drawing/2014/main" id="{216AD22A-D1AB-2CB4-1E15-13F77D9A99F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650074" y="1366395"/>
                        <a:ext cx="452605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m:oMathPara>
                        </a14:m>
                        <a:endParaRPr lang="zh-CN" alt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280" name="文本框 279">
                        <a:extLst>
                          <a:ext uri="{FF2B5EF4-FFF2-40B4-BE49-F238E27FC236}">
                            <a16:creationId xmlns:a16="http://schemas.microsoft.com/office/drawing/2014/main" id="{216AD22A-D1AB-2CB4-1E15-13F77D9A99F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2650074" y="1366395"/>
                        <a:ext cx="452605" cy="307777"/>
                      </a:xfrm>
                      <a:prstGeom prst="rect">
                        <a:avLst/>
                      </a:prstGeom>
                      <a:blipFill>
                        <a:blip r:embed="rId2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79" name="文本框 678">
                        <a:extLst>
                          <a:ext uri="{FF2B5EF4-FFF2-40B4-BE49-F238E27FC236}">
                            <a16:creationId xmlns:a16="http://schemas.microsoft.com/office/drawing/2014/main" id="{177E22E6-E103-9833-44A9-81A4376CED7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3331308" y="1108934"/>
                        <a:ext cx="452605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m:oMathPara>
                        </a14:m>
                        <a:endParaRPr lang="zh-CN" alt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79" name="文本框 678">
                        <a:extLst>
                          <a:ext uri="{FF2B5EF4-FFF2-40B4-BE49-F238E27FC236}">
                            <a16:creationId xmlns:a16="http://schemas.microsoft.com/office/drawing/2014/main" id="{177E22E6-E103-9833-44A9-81A4376CED7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3331308" y="1108934"/>
                        <a:ext cx="452605" cy="307777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274" name="直接箭头连接符 273">
                  <a:extLst>
                    <a:ext uri="{FF2B5EF4-FFF2-40B4-BE49-F238E27FC236}">
                      <a16:creationId xmlns:a16="http://schemas.microsoft.com/office/drawing/2014/main" id="{C4A30742-9B10-1A5A-67EF-96879310FDD6}"/>
                    </a:ext>
                  </a:extLst>
                </p:cNvPr>
                <p:cNvCxnSpPr>
                  <a:cxnSpLocks/>
                  <a:stCxn id="228" idx="3"/>
                  <a:endCxn id="12" idx="1"/>
                </p:cNvCxnSpPr>
                <p:nvPr/>
              </p:nvCxnSpPr>
              <p:spPr>
                <a:xfrm>
                  <a:off x="11056319" y="2176717"/>
                  <a:ext cx="313251" cy="6741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89" name="矩形 288">
                  <a:extLst>
                    <a:ext uri="{FF2B5EF4-FFF2-40B4-BE49-F238E27FC236}">
                      <a16:creationId xmlns:a16="http://schemas.microsoft.com/office/drawing/2014/main" id="{6F1E400F-4FDE-7C6C-8AFB-6C6F635F05F9}"/>
                    </a:ext>
                  </a:extLst>
                </p:cNvPr>
                <p:cNvSpPr/>
                <p:nvPr/>
              </p:nvSpPr>
              <p:spPr>
                <a:xfrm>
                  <a:off x="11414964" y="6056669"/>
                  <a:ext cx="1352446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</a:rPr>
                    <a:t>姿态运动学</a:t>
                  </a:r>
                  <a:endParaRPr lang="en-US" altLang="zh-CN" b="1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</a:rPr>
                    <a:t>模型</a:t>
                  </a:r>
                </a:p>
              </p:txBody>
            </p:sp>
          </p:grpSp>
          <p:cxnSp>
            <p:nvCxnSpPr>
              <p:cNvPr id="282" name="直接箭头连接符 281">
                <a:extLst>
                  <a:ext uri="{FF2B5EF4-FFF2-40B4-BE49-F238E27FC236}">
                    <a16:creationId xmlns:a16="http://schemas.microsoft.com/office/drawing/2014/main" id="{031CA175-F683-0AA3-2544-29C1CC196EBD}"/>
                  </a:ext>
                </a:extLst>
              </p:cNvPr>
              <p:cNvCxnSpPr>
                <a:cxnSpLocks/>
                <a:stCxn id="12" idx="2"/>
                <a:endCxn id="13" idx="3"/>
              </p:cNvCxnSpPr>
              <p:nvPr/>
            </p:nvCxnSpPr>
            <p:spPr>
              <a:xfrm rot="5400000">
                <a:off x="8642205" y="703244"/>
                <a:ext cx="1653375" cy="5153803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2" name="直接箭头连接符 291">
                <a:extLst>
                  <a:ext uri="{FF2B5EF4-FFF2-40B4-BE49-F238E27FC236}">
                    <a16:creationId xmlns:a16="http://schemas.microsoft.com/office/drawing/2014/main" id="{3DE5AC73-B647-9D4E-9A98-F14C05BC2B52}"/>
                  </a:ext>
                </a:extLst>
              </p:cNvPr>
              <p:cNvCxnSpPr>
                <a:cxnSpLocks/>
                <a:stCxn id="12" idx="2"/>
                <a:endCxn id="289" idx="0"/>
              </p:cNvCxnSpPr>
              <p:nvPr/>
            </p:nvCxnSpPr>
            <p:spPr>
              <a:xfrm>
                <a:off x="12045793" y="2453458"/>
                <a:ext cx="45394" cy="3603211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2" name="直接箭头连接符 301">
                <a:extLst>
                  <a:ext uri="{FF2B5EF4-FFF2-40B4-BE49-F238E27FC236}">
                    <a16:creationId xmlns:a16="http://schemas.microsoft.com/office/drawing/2014/main" id="{3A276624-2684-A4EC-81FB-91C9CC81FB85}"/>
                  </a:ext>
                </a:extLst>
              </p:cNvPr>
              <p:cNvCxnSpPr>
                <a:cxnSpLocks/>
                <a:stCxn id="298" idx="1"/>
                <a:endCxn id="317" idx="3"/>
              </p:cNvCxnSpPr>
              <p:nvPr/>
            </p:nvCxnSpPr>
            <p:spPr>
              <a:xfrm rot="10800000" flipV="1">
                <a:off x="6646133" y="4573424"/>
                <a:ext cx="500415" cy="604780"/>
              </a:xfrm>
              <a:prstGeom prst="bentConnector3">
                <a:avLst>
                  <a:gd name="adj1" fmla="val 50000"/>
                </a:avLst>
              </a:prstGeom>
              <a:ln w="63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9" name="直接箭头连接符 318">
                <a:extLst>
                  <a:ext uri="{FF2B5EF4-FFF2-40B4-BE49-F238E27FC236}">
                    <a16:creationId xmlns:a16="http://schemas.microsoft.com/office/drawing/2014/main" id="{76B9AB31-0AE4-330C-C656-A165DC8CEF5D}"/>
                  </a:ext>
                </a:extLst>
              </p:cNvPr>
              <p:cNvCxnSpPr>
                <a:cxnSpLocks/>
                <a:stCxn id="317" idx="0"/>
                <a:endCxn id="13" idx="2"/>
              </p:cNvCxnSpPr>
              <p:nvPr/>
            </p:nvCxnSpPr>
            <p:spPr>
              <a:xfrm flipV="1">
                <a:off x="6341922" y="4376833"/>
                <a:ext cx="0" cy="530753"/>
              </a:xfrm>
              <a:prstGeom prst="straightConnector1">
                <a:avLst/>
              </a:prstGeom>
              <a:ln w="6350">
                <a:prstDash val="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4" name="直接箭头连接符 301">
                <a:extLst>
                  <a:ext uri="{FF2B5EF4-FFF2-40B4-BE49-F238E27FC236}">
                    <a16:creationId xmlns:a16="http://schemas.microsoft.com/office/drawing/2014/main" id="{73224EC9-2E13-208F-8F96-EBAD9770EA3E}"/>
                  </a:ext>
                </a:extLst>
              </p:cNvPr>
              <p:cNvCxnSpPr>
                <a:cxnSpLocks/>
                <a:stCxn id="300" idx="1"/>
                <a:endCxn id="317" idx="3"/>
              </p:cNvCxnSpPr>
              <p:nvPr/>
            </p:nvCxnSpPr>
            <p:spPr>
              <a:xfrm rot="10800000">
                <a:off x="6646133" y="5178204"/>
                <a:ext cx="528255" cy="255610"/>
              </a:xfrm>
              <a:prstGeom prst="bentConnector3">
                <a:avLst>
                  <a:gd name="adj1" fmla="val 50000"/>
                </a:avLst>
              </a:prstGeom>
              <a:ln w="63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0" name="直接箭头连接符 301">
                <a:extLst>
                  <a:ext uri="{FF2B5EF4-FFF2-40B4-BE49-F238E27FC236}">
                    <a16:creationId xmlns:a16="http://schemas.microsoft.com/office/drawing/2014/main" id="{106D1A5A-5BBC-EBF7-3D61-570545C0E5DD}"/>
                  </a:ext>
                </a:extLst>
              </p:cNvPr>
              <p:cNvCxnSpPr>
                <a:cxnSpLocks/>
                <a:stCxn id="301" idx="1"/>
                <a:endCxn id="317" idx="3"/>
              </p:cNvCxnSpPr>
              <p:nvPr/>
            </p:nvCxnSpPr>
            <p:spPr>
              <a:xfrm rot="10800000">
                <a:off x="6646132" y="5178204"/>
                <a:ext cx="553758" cy="702038"/>
              </a:xfrm>
              <a:prstGeom prst="bentConnector3">
                <a:avLst>
                  <a:gd name="adj1" fmla="val 50000"/>
                </a:avLst>
              </a:prstGeom>
              <a:ln w="63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94" name="流程图: 汇总连接 393">
                <a:extLst>
                  <a:ext uri="{FF2B5EF4-FFF2-40B4-BE49-F238E27FC236}">
                    <a16:creationId xmlns:a16="http://schemas.microsoft.com/office/drawing/2014/main" id="{62C76FAA-DC95-C084-F3BF-AEF1E1E68EAF}"/>
                  </a:ext>
                </a:extLst>
              </p:cNvPr>
              <p:cNvSpPr/>
              <p:nvPr/>
            </p:nvSpPr>
            <p:spPr>
              <a:xfrm>
                <a:off x="-1105678" y="2004575"/>
                <a:ext cx="342901" cy="345417"/>
              </a:xfrm>
              <a:prstGeom prst="flowChartSummingJuncti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7" name="直接箭头连接符 396">
                <a:extLst>
                  <a:ext uri="{FF2B5EF4-FFF2-40B4-BE49-F238E27FC236}">
                    <a16:creationId xmlns:a16="http://schemas.microsoft.com/office/drawing/2014/main" id="{549412CE-3718-BC1D-7539-30FE5FC76E3F}"/>
                  </a:ext>
                </a:extLst>
              </p:cNvPr>
              <p:cNvCxnSpPr>
                <a:cxnSpLocks/>
                <a:stCxn id="394" idx="6"/>
                <a:endCxn id="4" idx="1"/>
              </p:cNvCxnSpPr>
              <p:nvPr/>
            </p:nvCxnSpPr>
            <p:spPr>
              <a:xfrm>
                <a:off x="-762777" y="2177284"/>
                <a:ext cx="1080657" cy="14696"/>
              </a:xfrm>
              <a:prstGeom prst="straightConnector1">
                <a:avLst/>
              </a:prstGeom>
              <a:ln w="38100" cmpd="dbl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6" name="直接箭头连接符 405">
                <a:extLst>
                  <a:ext uri="{FF2B5EF4-FFF2-40B4-BE49-F238E27FC236}">
                    <a16:creationId xmlns:a16="http://schemas.microsoft.com/office/drawing/2014/main" id="{0CF0E71F-DF2A-E635-2AA5-91FA26A8B0FE}"/>
                  </a:ext>
                </a:extLst>
              </p:cNvPr>
              <p:cNvCxnSpPr>
                <a:cxnSpLocks/>
                <a:stCxn id="13" idx="1"/>
                <a:endCxn id="405" idx="3"/>
              </p:cNvCxnSpPr>
              <p:nvPr/>
            </p:nvCxnSpPr>
            <p:spPr>
              <a:xfrm rot="10800000">
                <a:off x="-619469" y="4106217"/>
                <a:ext cx="6411323" cy="617"/>
              </a:xfrm>
              <a:prstGeom prst="bentConnector3">
                <a:avLst>
                  <a:gd name="adj1" fmla="val 50000"/>
                </a:avLst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2" name="直接箭头连接符 411">
                <a:extLst>
                  <a:ext uri="{FF2B5EF4-FFF2-40B4-BE49-F238E27FC236}">
                    <a16:creationId xmlns:a16="http://schemas.microsoft.com/office/drawing/2014/main" id="{24A20DC3-C4EA-86FE-C42A-D210FDCD0593}"/>
                  </a:ext>
                </a:extLst>
              </p:cNvPr>
              <p:cNvCxnSpPr>
                <a:cxnSpLocks/>
                <a:stCxn id="405" idx="0"/>
                <a:endCxn id="394" idx="4"/>
              </p:cNvCxnSpPr>
              <p:nvPr/>
            </p:nvCxnSpPr>
            <p:spPr>
              <a:xfrm flipH="1" flipV="1">
                <a:off x="-934227" y="2349992"/>
                <a:ext cx="10547" cy="1485606"/>
              </a:xfrm>
              <a:prstGeom prst="straightConnector1">
                <a:avLst/>
              </a:prstGeom>
              <a:ln w="38100" cmpd="dbl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4" name="直接箭头连接符 423">
                <a:extLst>
                  <a:ext uri="{FF2B5EF4-FFF2-40B4-BE49-F238E27FC236}">
                    <a16:creationId xmlns:a16="http://schemas.microsoft.com/office/drawing/2014/main" id="{E967D796-A36C-9C75-0656-8DCD98303DAB}"/>
                  </a:ext>
                </a:extLst>
              </p:cNvPr>
              <p:cNvCxnSpPr>
                <a:cxnSpLocks/>
                <a:stCxn id="289" idx="1"/>
                <a:endCxn id="14" idx="3"/>
              </p:cNvCxnSpPr>
              <p:nvPr/>
            </p:nvCxnSpPr>
            <p:spPr>
              <a:xfrm flipH="1">
                <a:off x="6891990" y="6326669"/>
                <a:ext cx="4522974" cy="10656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4" name="直接箭头连接符 563">
                <a:extLst>
                  <a:ext uri="{FF2B5EF4-FFF2-40B4-BE49-F238E27FC236}">
                    <a16:creationId xmlns:a16="http://schemas.microsoft.com/office/drawing/2014/main" id="{E3D536DB-47A6-09FA-E6CC-B30B720C2132}"/>
                  </a:ext>
                </a:extLst>
              </p:cNvPr>
              <p:cNvCxnSpPr>
                <a:cxnSpLocks/>
                <a:stCxn id="14" idx="1"/>
                <a:endCxn id="405" idx="2"/>
              </p:cNvCxnSpPr>
              <p:nvPr/>
            </p:nvCxnSpPr>
            <p:spPr>
              <a:xfrm rot="10800000">
                <a:off x="-923679" y="4376833"/>
                <a:ext cx="6715533" cy="1960492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7" name="直接箭头连接符 566">
                <a:extLst>
                  <a:ext uri="{FF2B5EF4-FFF2-40B4-BE49-F238E27FC236}">
                    <a16:creationId xmlns:a16="http://schemas.microsoft.com/office/drawing/2014/main" id="{A68BBC33-918A-5E96-3899-AD950A99D8FE}"/>
                  </a:ext>
                </a:extLst>
              </p:cNvPr>
              <p:cNvCxnSpPr>
                <a:cxnSpLocks/>
                <a:stCxn id="317" idx="2"/>
                <a:endCxn id="14" idx="0"/>
              </p:cNvCxnSpPr>
              <p:nvPr/>
            </p:nvCxnSpPr>
            <p:spPr>
              <a:xfrm>
                <a:off x="6341922" y="5448821"/>
                <a:ext cx="0" cy="618504"/>
              </a:xfrm>
              <a:prstGeom prst="straightConnector1">
                <a:avLst/>
              </a:prstGeom>
              <a:ln w="6350">
                <a:prstDash val="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9" name="直接箭头连接符 578">
                <a:extLst>
                  <a:ext uri="{FF2B5EF4-FFF2-40B4-BE49-F238E27FC236}">
                    <a16:creationId xmlns:a16="http://schemas.microsoft.com/office/drawing/2014/main" id="{A10492B1-CD6A-1366-9B6A-70F0D795130C}"/>
                  </a:ext>
                </a:extLst>
              </p:cNvPr>
              <p:cNvCxnSpPr>
                <a:cxnSpLocks/>
                <a:endCxn id="394" idx="2"/>
              </p:cNvCxnSpPr>
              <p:nvPr/>
            </p:nvCxnSpPr>
            <p:spPr>
              <a:xfrm>
                <a:off x="-2141349" y="2165204"/>
                <a:ext cx="1035671" cy="12080"/>
              </a:xfrm>
              <a:prstGeom prst="straightConnector1">
                <a:avLst/>
              </a:prstGeom>
              <a:ln w="38100" cmpd="dbl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3" name="文本框 582">
                    <a:extLst>
                      <a:ext uri="{FF2B5EF4-FFF2-40B4-BE49-F238E27FC236}">
                        <a16:creationId xmlns:a16="http://schemas.microsoft.com/office/drawing/2014/main" id="{774AFE86-7063-B3B9-C215-D50E0F4A88C3}"/>
                      </a:ext>
                    </a:extLst>
                  </p:cNvPr>
                  <p:cNvSpPr txBox="1"/>
                  <p:nvPr/>
                </p:nvSpPr>
                <p:spPr>
                  <a:xfrm>
                    <a:off x="-2387117" y="1751874"/>
                    <a:ext cx="1457680" cy="7556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1400" b="0" dirty="0"/>
                  </a:p>
                  <a:p>
                    <a:endParaRPr lang="en-US" altLang="zh-CN" sz="1400" dirty="0"/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𝑥𝑑</m:t>
                              </m:r>
                            </m:sub>
                          </m:sSub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𝑦𝑑</m:t>
                              </m:r>
                            </m:sub>
                          </m:sSub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𝑧𝑑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583" name="文本框 582">
                    <a:extLst>
                      <a:ext uri="{FF2B5EF4-FFF2-40B4-BE49-F238E27FC236}">
                        <a16:creationId xmlns:a16="http://schemas.microsoft.com/office/drawing/2014/main" id="{774AFE86-7063-B3B9-C215-D50E0F4A88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2387117" y="1751874"/>
                    <a:ext cx="1457680" cy="755656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80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84" name="矩形 583">
                <a:extLst>
                  <a:ext uri="{FF2B5EF4-FFF2-40B4-BE49-F238E27FC236}">
                    <a16:creationId xmlns:a16="http://schemas.microsoft.com/office/drawing/2014/main" id="{EFCF5850-56F5-27C9-C5F3-E1E3EAEA1010}"/>
                  </a:ext>
                </a:extLst>
              </p:cNvPr>
              <p:cNvSpPr/>
              <p:nvPr/>
            </p:nvSpPr>
            <p:spPr>
              <a:xfrm>
                <a:off x="10230979" y="4816919"/>
                <a:ext cx="1346198" cy="48749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轨道动力学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5" name="文本框 584">
                    <a:extLst>
                      <a:ext uri="{FF2B5EF4-FFF2-40B4-BE49-F238E27FC236}">
                        <a16:creationId xmlns:a16="http://schemas.microsoft.com/office/drawing/2014/main" id="{2AD1630E-3E4D-99A8-8D28-F30178B08F8C}"/>
                      </a:ext>
                    </a:extLst>
                  </p:cNvPr>
                  <p:cNvSpPr txBox="1"/>
                  <p:nvPr/>
                </p:nvSpPr>
                <p:spPr>
                  <a:xfrm>
                    <a:off x="11627013" y="4718125"/>
                    <a:ext cx="41433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𝑖𝑜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/>
                  </a:p>
                </p:txBody>
              </p:sp>
            </mc:Choice>
            <mc:Fallback xmlns="">
              <p:sp>
                <p:nvSpPr>
                  <p:cNvPr id="585" name="文本框 584">
                    <a:extLst>
                      <a:ext uri="{FF2B5EF4-FFF2-40B4-BE49-F238E27FC236}">
                        <a16:creationId xmlns:a16="http://schemas.microsoft.com/office/drawing/2014/main" id="{2AD1630E-3E4D-99A8-8D28-F30178B08F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627013" y="4718125"/>
                    <a:ext cx="414338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r="-20588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90" name="直接箭头连接符 589">
                <a:extLst>
                  <a:ext uri="{FF2B5EF4-FFF2-40B4-BE49-F238E27FC236}">
                    <a16:creationId xmlns:a16="http://schemas.microsoft.com/office/drawing/2014/main" id="{939F3CF8-48C4-94D6-23F3-CAB909C07B51}"/>
                  </a:ext>
                </a:extLst>
              </p:cNvPr>
              <p:cNvCxnSpPr>
                <a:cxnSpLocks/>
                <a:stCxn id="584" idx="3"/>
                <a:endCxn id="289" idx="0"/>
              </p:cNvCxnSpPr>
              <p:nvPr/>
            </p:nvCxnSpPr>
            <p:spPr>
              <a:xfrm>
                <a:off x="11577177" y="5060667"/>
                <a:ext cx="514010" cy="996002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0" name="直接箭头连接符 593">
                <a:extLst>
                  <a:ext uri="{FF2B5EF4-FFF2-40B4-BE49-F238E27FC236}">
                    <a16:creationId xmlns:a16="http://schemas.microsoft.com/office/drawing/2014/main" id="{A0787F3D-4A71-334C-EBCB-3E8DEB9DC71B}"/>
                  </a:ext>
                </a:extLst>
              </p:cNvPr>
              <p:cNvCxnSpPr>
                <a:cxnSpLocks/>
                <a:stCxn id="617" idx="3"/>
                <a:endCxn id="584" idx="0"/>
              </p:cNvCxnSpPr>
              <p:nvPr/>
            </p:nvCxnSpPr>
            <p:spPr>
              <a:xfrm>
                <a:off x="9854848" y="4629421"/>
                <a:ext cx="1049230" cy="187498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4" name="直接箭头连接符 593">
                <a:extLst>
                  <a:ext uri="{FF2B5EF4-FFF2-40B4-BE49-F238E27FC236}">
                    <a16:creationId xmlns:a16="http://schemas.microsoft.com/office/drawing/2014/main" id="{6642061E-0738-6EB7-487F-074C8A394006}"/>
                  </a:ext>
                </a:extLst>
              </p:cNvPr>
              <p:cNvCxnSpPr>
                <a:cxnSpLocks/>
                <a:stCxn id="638" idx="3"/>
                <a:endCxn id="584" idx="1"/>
              </p:cNvCxnSpPr>
              <p:nvPr/>
            </p:nvCxnSpPr>
            <p:spPr>
              <a:xfrm>
                <a:off x="9866405" y="5056932"/>
                <a:ext cx="364574" cy="3735"/>
              </a:xfrm>
              <a:prstGeom prst="bentConnector3">
                <a:avLst>
                  <a:gd name="adj1" fmla="val 50000"/>
                </a:avLst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8" name="直接箭头连接符 593">
                <a:extLst>
                  <a:ext uri="{FF2B5EF4-FFF2-40B4-BE49-F238E27FC236}">
                    <a16:creationId xmlns:a16="http://schemas.microsoft.com/office/drawing/2014/main" id="{8A637667-726F-19CD-BD38-6DC3E4697531}"/>
                  </a:ext>
                </a:extLst>
              </p:cNvPr>
              <p:cNvCxnSpPr>
                <a:cxnSpLocks/>
                <a:stCxn id="639" idx="3"/>
                <a:endCxn id="584" idx="2"/>
              </p:cNvCxnSpPr>
              <p:nvPr/>
            </p:nvCxnSpPr>
            <p:spPr>
              <a:xfrm flipV="1">
                <a:off x="9854496" y="5304415"/>
                <a:ext cx="1049582" cy="203351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9" name="直接箭头连接符 658">
                <a:extLst>
                  <a:ext uri="{FF2B5EF4-FFF2-40B4-BE49-F238E27FC236}">
                    <a16:creationId xmlns:a16="http://schemas.microsoft.com/office/drawing/2014/main" id="{37BE1A51-8B53-47DA-0095-E03C76A693C9}"/>
                  </a:ext>
                </a:extLst>
              </p:cNvPr>
              <p:cNvCxnSpPr>
                <a:cxnSpLocks/>
                <a:stCxn id="654" idx="3"/>
                <a:endCxn id="12" idx="0"/>
              </p:cNvCxnSpPr>
              <p:nvPr/>
            </p:nvCxnSpPr>
            <p:spPr>
              <a:xfrm>
                <a:off x="11955060" y="879354"/>
                <a:ext cx="90733" cy="1034104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3" name="直接箭头连接符 658">
                <a:extLst>
                  <a:ext uri="{FF2B5EF4-FFF2-40B4-BE49-F238E27FC236}">
                    <a16:creationId xmlns:a16="http://schemas.microsoft.com/office/drawing/2014/main" id="{E9065261-DA37-E375-E35F-DA2BE9C2B6A9}"/>
                  </a:ext>
                </a:extLst>
              </p:cNvPr>
              <p:cNvCxnSpPr>
                <a:cxnSpLocks/>
                <a:stCxn id="655" idx="1"/>
                <a:endCxn id="12" idx="0"/>
              </p:cNvCxnSpPr>
              <p:nvPr/>
            </p:nvCxnSpPr>
            <p:spPr>
              <a:xfrm rot="10800000" flipV="1">
                <a:off x="12045794" y="879354"/>
                <a:ext cx="122117" cy="1034104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7" name="直接箭头连接符 658">
                <a:extLst>
                  <a:ext uri="{FF2B5EF4-FFF2-40B4-BE49-F238E27FC236}">
                    <a16:creationId xmlns:a16="http://schemas.microsoft.com/office/drawing/2014/main" id="{F8F289AD-252D-A0CD-B9B3-5516D6E14A1C}"/>
                  </a:ext>
                </a:extLst>
              </p:cNvPr>
              <p:cNvCxnSpPr>
                <a:cxnSpLocks/>
                <a:stCxn id="658" idx="1"/>
                <a:endCxn id="12" idx="0"/>
              </p:cNvCxnSpPr>
              <p:nvPr/>
            </p:nvCxnSpPr>
            <p:spPr>
              <a:xfrm rot="10800000" flipV="1">
                <a:off x="12045793" y="1446036"/>
                <a:ext cx="128388" cy="467422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0" name="直接箭头连接符 658">
                <a:extLst>
                  <a:ext uri="{FF2B5EF4-FFF2-40B4-BE49-F238E27FC236}">
                    <a16:creationId xmlns:a16="http://schemas.microsoft.com/office/drawing/2014/main" id="{238E8F4D-99CF-E589-1308-CA61BC895A1B}"/>
                  </a:ext>
                </a:extLst>
              </p:cNvPr>
              <p:cNvCxnSpPr>
                <a:cxnSpLocks/>
                <a:stCxn id="657" idx="3"/>
                <a:endCxn id="12" idx="0"/>
              </p:cNvCxnSpPr>
              <p:nvPr/>
            </p:nvCxnSpPr>
            <p:spPr>
              <a:xfrm>
                <a:off x="11943545" y="1446036"/>
                <a:ext cx="102248" cy="467422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流程图: 汇总连接 18">
                <a:extLst>
                  <a:ext uri="{FF2B5EF4-FFF2-40B4-BE49-F238E27FC236}">
                    <a16:creationId xmlns:a16="http://schemas.microsoft.com/office/drawing/2014/main" id="{FA3C8B1E-5532-E63A-922D-4E448B7BCB9C}"/>
                  </a:ext>
                </a:extLst>
              </p:cNvPr>
              <p:cNvSpPr/>
              <p:nvPr/>
            </p:nvSpPr>
            <p:spPr>
              <a:xfrm>
                <a:off x="4449465" y="1372939"/>
                <a:ext cx="180000" cy="180000"/>
              </a:xfrm>
              <a:prstGeom prst="flowChartSummingJuncti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39" name="直接箭头连接符 301">
                <a:extLst>
                  <a:ext uri="{FF2B5EF4-FFF2-40B4-BE49-F238E27FC236}">
                    <a16:creationId xmlns:a16="http://schemas.microsoft.com/office/drawing/2014/main" id="{0176BEC6-90FC-64ED-7EA4-4073C2E3A30A}"/>
                  </a:ext>
                </a:extLst>
              </p:cNvPr>
              <p:cNvCxnSpPr>
                <a:cxnSpLocks/>
                <a:stCxn id="538" idx="1"/>
                <a:endCxn id="317" idx="3"/>
              </p:cNvCxnSpPr>
              <p:nvPr/>
            </p:nvCxnSpPr>
            <p:spPr>
              <a:xfrm rot="10800000" flipV="1">
                <a:off x="6646133" y="5017536"/>
                <a:ext cx="528255" cy="160668"/>
              </a:xfrm>
              <a:prstGeom prst="bentConnector3">
                <a:avLst>
                  <a:gd name="adj1" fmla="val 50000"/>
                </a:avLst>
              </a:prstGeom>
              <a:ln w="63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矩形: 圆角 178">
                  <a:extLst>
                    <a:ext uri="{FF2B5EF4-FFF2-40B4-BE49-F238E27FC236}">
                      <a16:creationId xmlns:a16="http://schemas.microsoft.com/office/drawing/2014/main" id="{F72A22E2-C250-08E9-00B5-22DBEC2BBA56}"/>
                    </a:ext>
                  </a:extLst>
                </p:cNvPr>
                <p:cNvSpPr/>
                <p:nvPr/>
              </p:nvSpPr>
              <p:spPr>
                <a:xfrm>
                  <a:off x="4335338" y="1444947"/>
                  <a:ext cx="296940" cy="292894"/>
                </a:xfrm>
                <a:prstGeom prst="roundRect">
                  <a:avLst/>
                </a:prstGeom>
                <a:noFill/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</m:oMath>
                    </m:oMathPara>
                  </a14:m>
                  <a:endParaRPr lang="en-US" altLang="zh-CN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9" name="矩形: 圆角 178">
                  <a:extLst>
                    <a:ext uri="{FF2B5EF4-FFF2-40B4-BE49-F238E27FC236}">
                      <a16:creationId xmlns:a16="http://schemas.microsoft.com/office/drawing/2014/main" id="{F72A22E2-C250-08E9-00B5-22DBEC2BBA5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5338" y="1444947"/>
                  <a:ext cx="296940" cy="292894"/>
                </a:xfrm>
                <a:prstGeom prst="roundRect">
                  <a:avLst/>
                </a:prstGeom>
                <a:blipFill>
                  <a:blip r:embed="rId30"/>
                  <a:stretch>
                    <a:fillRect/>
                  </a:stretch>
                </a:blipFill>
                <a:ln w="1270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直接箭头连接符 10">
              <a:extLst>
                <a:ext uri="{FF2B5EF4-FFF2-40B4-BE49-F238E27FC236}">
                  <a16:creationId xmlns:a16="http://schemas.microsoft.com/office/drawing/2014/main" id="{3D8231FB-2F5B-3830-E3E8-AD51C7ED75E0}"/>
                </a:ext>
              </a:extLst>
            </p:cNvPr>
            <p:cNvCxnSpPr>
              <a:cxnSpLocks/>
              <a:stCxn id="179" idx="3"/>
              <a:endCxn id="19" idx="2"/>
            </p:cNvCxnSpPr>
            <p:nvPr/>
          </p:nvCxnSpPr>
          <p:spPr>
            <a:xfrm flipV="1">
              <a:off x="4632278" y="1589939"/>
              <a:ext cx="26168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接箭头连接符 10">
              <a:extLst>
                <a:ext uri="{FF2B5EF4-FFF2-40B4-BE49-F238E27FC236}">
                  <a16:creationId xmlns:a16="http://schemas.microsoft.com/office/drawing/2014/main" id="{641BE255-4AB6-300B-43F4-0C23BE8A1D0C}"/>
                </a:ext>
              </a:extLst>
            </p:cNvPr>
            <p:cNvCxnSpPr>
              <a:cxnSpLocks/>
              <a:stCxn id="19" idx="6"/>
              <a:endCxn id="200" idx="1"/>
            </p:cNvCxnSpPr>
            <p:nvPr/>
          </p:nvCxnSpPr>
          <p:spPr>
            <a:xfrm>
              <a:off x="5073965" y="1589939"/>
              <a:ext cx="1295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接箭头连接符 10">
              <a:extLst>
                <a:ext uri="{FF2B5EF4-FFF2-40B4-BE49-F238E27FC236}">
                  <a16:creationId xmlns:a16="http://schemas.microsoft.com/office/drawing/2014/main" id="{7F88E911-C01D-8EDB-7E5C-62AF5F75FE53}"/>
                </a:ext>
              </a:extLst>
            </p:cNvPr>
            <p:cNvCxnSpPr>
              <a:cxnSpLocks/>
              <a:stCxn id="203" idx="3"/>
              <a:endCxn id="19" idx="4"/>
            </p:cNvCxnSpPr>
            <p:nvPr/>
          </p:nvCxnSpPr>
          <p:spPr>
            <a:xfrm flipH="1">
              <a:off x="4983965" y="1583572"/>
              <a:ext cx="4056323" cy="96367"/>
            </a:xfrm>
            <a:prstGeom prst="bentConnector4">
              <a:avLst>
                <a:gd name="adj1" fmla="val -3620"/>
                <a:gd name="adj2" fmla="val 389186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3" name="直接箭头连接符 10">
              <a:extLst>
                <a:ext uri="{FF2B5EF4-FFF2-40B4-BE49-F238E27FC236}">
                  <a16:creationId xmlns:a16="http://schemas.microsoft.com/office/drawing/2014/main" id="{54CBAA45-95A3-AF5D-DC48-11BB82B37323}"/>
                </a:ext>
              </a:extLst>
            </p:cNvPr>
            <p:cNvCxnSpPr>
              <a:cxnSpLocks/>
              <a:stCxn id="203" idx="3"/>
              <a:endCxn id="518" idx="3"/>
            </p:cNvCxnSpPr>
            <p:nvPr/>
          </p:nvCxnSpPr>
          <p:spPr>
            <a:xfrm flipH="1">
              <a:off x="9039007" y="1583572"/>
              <a:ext cx="1281" cy="625964"/>
            </a:xfrm>
            <a:prstGeom prst="bentConnector3">
              <a:avLst>
                <a:gd name="adj1" fmla="val -1088126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2" name="直接箭头连接符 10">
              <a:extLst>
                <a:ext uri="{FF2B5EF4-FFF2-40B4-BE49-F238E27FC236}">
                  <a16:creationId xmlns:a16="http://schemas.microsoft.com/office/drawing/2014/main" id="{8021857E-E849-E6D2-A1C8-CCE9576CEB7F}"/>
                </a:ext>
              </a:extLst>
            </p:cNvPr>
            <p:cNvCxnSpPr>
              <a:cxnSpLocks/>
              <a:stCxn id="518" idx="1"/>
              <a:endCxn id="203" idx="2"/>
            </p:cNvCxnSpPr>
            <p:nvPr/>
          </p:nvCxnSpPr>
          <p:spPr>
            <a:xfrm rot="10800000">
              <a:off x="8740469" y="1730020"/>
              <a:ext cx="51698" cy="47951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4" name="矩形: 圆角 183">
              <a:extLst>
                <a:ext uri="{FF2B5EF4-FFF2-40B4-BE49-F238E27FC236}">
                  <a16:creationId xmlns:a16="http://schemas.microsoft.com/office/drawing/2014/main" id="{669B01EF-F240-1544-2D76-10D065BC1E1D}"/>
                </a:ext>
              </a:extLst>
            </p:cNvPr>
            <p:cNvSpPr/>
            <p:nvPr/>
          </p:nvSpPr>
          <p:spPr>
            <a:xfrm>
              <a:off x="5973468" y="1429683"/>
              <a:ext cx="202478" cy="307777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限幅</a:t>
              </a:r>
              <a:endParaRPr lang="en-US" altLang="zh-CN" sz="1000" dirty="0">
                <a:solidFill>
                  <a:schemeClr val="tx1"/>
                </a:solidFill>
              </a:endParaRPr>
            </a:p>
          </p:txBody>
        </p:sp>
        <p:sp>
          <p:nvSpPr>
            <p:cNvPr id="626" name="矩形: 圆角 625">
              <a:extLst>
                <a:ext uri="{FF2B5EF4-FFF2-40B4-BE49-F238E27FC236}">
                  <a16:creationId xmlns:a16="http://schemas.microsoft.com/office/drawing/2014/main" id="{A6F12EA2-3B13-E2B5-2F68-0C76EE055694}"/>
                </a:ext>
              </a:extLst>
            </p:cNvPr>
            <p:cNvSpPr/>
            <p:nvPr/>
          </p:nvSpPr>
          <p:spPr>
            <a:xfrm>
              <a:off x="8070874" y="1426814"/>
              <a:ext cx="202478" cy="307777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限幅</a:t>
              </a:r>
              <a:endParaRPr lang="en-US" altLang="zh-CN" sz="10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977934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B2FAE8E-69F1-3794-02EB-946383852295}"/>
              </a:ext>
            </a:extLst>
          </p:cNvPr>
          <p:cNvGrpSpPr/>
          <p:nvPr/>
        </p:nvGrpSpPr>
        <p:grpSpPr>
          <a:xfrm>
            <a:off x="2106192" y="2732554"/>
            <a:ext cx="6184924" cy="2567449"/>
            <a:chOff x="1863305" y="1289516"/>
            <a:chExt cx="6184924" cy="2567449"/>
          </a:xfrm>
        </p:grpSpPr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F3128C3-EE8A-DBC1-C253-989108C0DE55}"/>
                </a:ext>
              </a:extLst>
            </p:cNvPr>
            <p:cNvGrpSpPr/>
            <p:nvPr/>
          </p:nvGrpSpPr>
          <p:grpSpPr>
            <a:xfrm>
              <a:off x="1863305" y="1289516"/>
              <a:ext cx="6184924" cy="2567449"/>
              <a:chOff x="1544128" y="909953"/>
              <a:chExt cx="6184924" cy="2567449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A98E7CF4-5AFB-DF8E-40A1-222A48811CF4}"/>
                  </a:ext>
                </a:extLst>
              </p:cNvPr>
              <p:cNvSpPr/>
              <p:nvPr/>
            </p:nvSpPr>
            <p:spPr>
              <a:xfrm>
                <a:off x="2748966" y="1418196"/>
                <a:ext cx="1184678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漂移故障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斜坡信号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" name="椭圆 4">
                <a:extLst>
                  <a:ext uri="{FF2B5EF4-FFF2-40B4-BE49-F238E27FC236}">
                    <a16:creationId xmlns:a16="http://schemas.microsoft.com/office/drawing/2014/main" id="{0B7451E5-67F6-17B3-1EEC-637A14DD961B}"/>
                  </a:ext>
                </a:extLst>
              </p:cNvPr>
              <p:cNvSpPr/>
              <p:nvPr/>
            </p:nvSpPr>
            <p:spPr>
              <a:xfrm>
                <a:off x="4175185" y="1958196"/>
                <a:ext cx="540000" cy="540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3200" dirty="0"/>
                  <a:t>+</a:t>
                </a:r>
                <a:endParaRPr lang="zh-CN" altLang="en-US" sz="3200" dirty="0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79632090-BB83-6910-A506-C56EFB2445DE}"/>
                  </a:ext>
                </a:extLst>
              </p:cNvPr>
              <p:cNvSpPr/>
              <p:nvPr/>
            </p:nvSpPr>
            <p:spPr>
              <a:xfrm>
                <a:off x="2788355" y="2638834"/>
                <a:ext cx="1186691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跳变故障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方波信号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FFCB50A6-D992-5C44-E3FB-DE4304A7D9EF}"/>
                  </a:ext>
                </a:extLst>
              </p:cNvPr>
              <p:cNvSpPr/>
              <p:nvPr/>
            </p:nvSpPr>
            <p:spPr>
              <a:xfrm>
                <a:off x="5124860" y="1958196"/>
                <a:ext cx="1251613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恒值故障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常值信号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7636E11-F357-8C9B-7995-13FE49F1875E}"/>
                  </a:ext>
                </a:extLst>
              </p:cNvPr>
              <p:cNvSpPr/>
              <p:nvPr/>
            </p:nvSpPr>
            <p:spPr>
              <a:xfrm>
                <a:off x="4950254" y="1233712"/>
                <a:ext cx="1333711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噪声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高斯信号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" name="直接箭头连接符 10">
                <a:extLst>
                  <a:ext uri="{FF2B5EF4-FFF2-40B4-BE49-F238E27FC236}">
                    <a16:creationId xmlns:a16="http://schemas.microsoft.com/office/drawing/2014/main" id="{19862B5E-1ABB-4EB7-C2D2-F4F80F67278F}"/>
                  </a:ext>
                </a:extLst>
              </p:cNvPr>
              <p:cNvCxnSpPr>
                <a:cxnSpLocks/>
                <a:stCxn id="4" idx="3"/>
                <a:endCxn id="5" idx="1"/>
              </p:cNvCxnSpPr>
              <p:nvPr/>
            </p:nvCxnSpPr>
            <p:spPr>
              <a:xfrm>
                <a:off x="3933644" y="1688196"/>
                <a:ext cx="320622" cy="34908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0">
                <a:extLst>
                  <a:ext uri="{FF2B5EF4-FFF2-40B4-BE49-F238E27FC236}">
                    <a16:creationId xmlns:a16="http://schemas.microsoft.com/office/drawing/2014/main" id="{CA09245B-A5DE-581F-16A9-157BA8D4F00D}"/>
                  </a:ext>
                </a:extLst>
              </p:cNvPr>
              <p:cNvCxnSpPr>
                <a:cxnSpLocks/>
                <a:stCxn id="6" idx="3"/>
                <a:endCxn id="5" idx="3"/>
              </p:cNvCxnSpPr>
              <p:nvPr/>
            </p:nvCxnSpPr>
            <p:spPr>
              <a:xfrm flipV="1">
                <a:off x="3975046" y="2419115"/>
                <a:ext cx="279220" cy="4897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0">
                <a:extLst>
                  <a:ext uri="{FF2B5EF4-FFF2-40B4-BE49-F238E27FC236}">
                    <a16:creationId xmlns:a16="http://schemas.microsoft.com/office/drawing/2014/main" id="{A5B9282E-9B5E-BAEE-A40B-863F74DCBCCD}"/>
                  </a:ext>
                </a:extLst>
              </p:cNvPr>
              <p:cNvCxnSpPr>
                <a:cxnSpLocks/>
                <a:stCxn id="8" idx="1"/>
                <a:endCxn id="5" idx="7"/>
              </p:cNvCxnSpPr>
              <p:nvPr/>
            </p:nvCxnSpPr>
            <p:spPr>
              <a:xfrm flipH="1">
                <a:off x="4636104" y="1503712"/>
                <a:ext cx="314150" cy="53356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直接箭头连接符 10">
                <a:extLst>
                  <a:ext uri="{FF2B5EF4-FFF2-40B4-BE49-F238E27FC236}">
                    <a16:creationId xmlns:a16="http://schemas.microsoft.com/office/drawing/2014/main" id="{A5701A92-B022-F216-6F3F-26ED1E5771AE}"/>
                  </a:ext>
                </a:extLst>
              </p:cNvPr>
              <p:cNvCxnSpPr>
                <a:cxnSpLocks/>
                <a:stCxn id="5" idx="6"/>
                <a:endCxn id="7" idx="1"/>
              </p:cNvCxnSpPr>
              <p:nvPr/>
            </p:nvCxnSpPr>
            <p:spPr>
              <a:xfrm>
                <a:off x="4715185" y="2228196"/>
                <a:ext cx="40967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10">
                <a:extLst>
                  <a:ext uri="{FF2B5EF4-FFF2-40B4-BE49-F238E27FC236}">
                    <a16:creationId xmlns:a16="http://schemas.microsoft.com/office/drawing/2014/main" id="{95C63D59-9F62-7774-0A42-FAA105416D07}"/>
                  </a:ext>
                </a:extLst>
              </p:cNvPr>
              <p:cNvCxnSpPr>
                <a:cxnSpLocks/>
                <a:endCxn id="5" idx="2"/>
              </p:cNvCxnSpPr>
              <p:nvPr/>
            </p:nvCxnSpPr>
            <p:spPr>
              <a:xfrm>
                <a:off x="1544128" y="2214602"/>
                <a:ext cx="2631057" cy="13594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直接箭头连接符 10">
                <a:extLst>
                  <a:ext uri="{FF2B5EF4-FFF2-40B4-BE49-F238E27FC236}">
                    <a16:creationId xmlns:a16="http://schemas.microsoft.com/office/drawing/2014/main" id="{DC507E5B-C973-BEEA-F1D8-F95217510C30}"/>
                  </a:ext>
                </a:extLst>
              </p:cNvPr>
              <p:cNvCxnSpPr>
                <a:cxnSpLocks/>
                <a:stCxn id="7" idx="3"/>
              </p:cNvCxnSpPr>
              <p:nvPr/>
            </p:nvCxnSpPr>
            <p:spPr>
              <a:xfrm>
                <a:off x="6376473" y="2228196"/>
                <a:ext cx="1352579" cy="6501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20DCB739-96A0-1120-DB31-46B4962A7793}"/>
                  </a:ext>
                </a:extLst>
              </p:cNvPr>
              <p:cNvSpPr/>
              <p:nvPr/>
            </p:nvSpPr>
            <p:spPr>
              <a:xfrm>
                <a:off x="2602618" y="909953"/>
                <a:ext cx="3936206" cy="2567449"/>
              </a:xfrm>
              <a:prstGeom prst="roundRect">
                <a:avLst/>
              </a:prstGeom>
              <a:noFill/>
              <a:ln w="2540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173B079A-394B-4115-1234-7B507EA1DB5C}"/>
                  </a:ext>
                </a:extLst>
              </p:cNvPr>
              <p:cNvSpPr txBox="1"/>
              <p:nvPr/>
            </p:nvSpPr>
            <p:spPr>
              <a:xfrm>
                <a:off x="2669665" y="909953"/>
                <a:ext cx="12301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/>
                  <a:t>陀螺组件</a:t>
                </a: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DF99A9AC-2C05-01D6-B0AE-2E0F6F8CA9FC}"/>
                  </a:ext>
                </a:extLst>
              </p:cNvPr>
              <p:cNvSpPr/>
              <p:nvPr/>
            </p:nvSpPr>
            <p:spPr>
              <a:xfrm>
                <a:off x="4950254" y="2754603"/>
                <a:ext cx="1281389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偏移故障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阶跃信号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" name="直接箭头连接符 10">
                <a:extLst>
                  <a:ext uri="{FF2B5EF4-FFF2-40B4-BE49-F238E27FC236}">
                    <a16:creationId xmlns:a16="http://schemas.microsoft.com/office/drawing/2014/main" id="{64A95D49-1816-0119-0BCB-E0B7EB84ED37}"/>
                  </a:ext>
                </a:extLst>
              </p:cNvPr>
              <p:cNvCxnSpPr>
                <a:cxnSpLocks/>
                <a:stCxn id="3" idx="1"/>
                <a:endCxn id="5" idx="5"/>
              </p:cNvCxnSpPr>
              <p:nvPr/>
            </p:nvCxnSpPr>
            <p:spPr>
              <a:xfrm flipH="1" flipV="1">
                <a:off x="4636104" y="2419115"/>
                <a:ext cx="314150" cy="60548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8FA53374-A5D4-4A48-2B49-27261BBE2048}"/>
                    </a:ext>
                  </a:extLst>
                </p:cNvPr>
                <p:cNvSpPr txBox="1"/>
                <p:nvPr/>
              </p:nvSpPr>
              <p:spPr>
                <a:xfrm>
                  <a:off x="1920313" y="2269396"/>
                  <a:ext cx="964634" cy="3247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altLang="zh-CN" sz="1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altLang="zh-CN" sz="1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8FA53374-A5D4-4A48-2B49-27261BBE20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20313" y="2269396"/>
                  <a:ext cx="964634" cy="32476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49870922-0331-9EED-D8F3-1AA955FA199E}"/>
                    </a:ext>
                  </a:extLst>
                </p:cNvPr>
                <p:cNvSpPr txBox="1"/>
                <p:nvPr/>
              </p:nvSpPr>
              <p:spPr>
                <a:xfrm>
                  <a:off x="6858001" y="2242299"/>
                  <a:ext cx="1190228" cy="3719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altLang="zh-CN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CN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altLang="zh-CN" sz="1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CN" altLang="zh-CN" sz="1400" dirty="0">
                    <a:effectLst/>
                  </a:endParaRPr>
                </a:p>
              </p:txBody>
            </p:sp>
          </mc:Choice>
          <mc:Fallback xmlns="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49870922-0331-9EED-D8F3-1AA955FA19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58001" y="2242299"/>
                  <a:ext cx="1190228" cy="37196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8405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B2FAE8E-69F1-3794-02EB-946383852295}"/>
              </a:ext>
            </a:extLst>
          </p:cNvPr>
          <p:cNvGrpSpPr/>
          <p:nvPr/>
        </p:nvGrpSpPr>
        <p:grpSpPr>
          <a:xfrm>
            <a:off x="1884736" y="1939597"/>
            <a:ext cx="6019533" cy="2567449"/>
            <a:chOff x="1863305" y="1289516"/>
            <a:chExt cx="6019533" cy="2567449"/>
          </a:xfrm>
        </p:grpSpPr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F3128C3-EE8A-DBC1-C253-989108C0DE55}"/>
                </a:ext>
              </a:extLst>
            </p:cNvPr>
            <p:cNvGrpSpPr/>
            <p:nvPr/>
          </p:nvGrpSpPr>
          <p:grpSpPr>
            <a:xfrm>
              <a:off x="1863305" y="1289516"/>
              <a:ext cx="5894808" cy="2567449"/>
              <a:chOff x="1544128" y="909953"/>
              <a:chExt cx="5894808" cy="2567449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A98E7CF4-5AFB-DF8E-40A1-222A48811CF4}"/>
                  </a:ext>
                </a:extLst>
              </p:cNvPr>
              <p:cNvSpPr/>
              <p:nvPr/>
            </p:nvSpPr>
            <p:spPr>
              <a:xfrm>
                <a:off x="2737903" y="1418196"/>
                <a:ext cx="1195741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漂移故障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斜坡信号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" name="椭圆 4">
                <a:extLst>
                  <a:ext uri="{FF2B5EF4-FFF2-40B4-BE49-F238E27FC236}">
                    <a16:creationId xmlns:a16="http://schemas.microsoft.com/office/drawing/2014/main" id="{0B7451E5-67F6-17B3-1EEC-637A14DD961B}"/>
                  </a:ext>
                </a:extLst>
              </p:cNvPr>
              <p:cNvSpPr/>
              <p:nvPr/>
            </p:nvSpPr>
            <p:spPr>
              <a:xfrm>
                <a:off x="4175185" y="1958196"/>
                <a:ext cx="540000" cy="540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3200" dirty="0"/>
                  <a:t>+</a:t>
                </a:r>
                <a:endParaRPr lang="zh-CN" altLang="en-US" sz="3200" dirty="0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79632090-BB83-6910-A506-C56EFB2445DE}"/>
                  </a:ext>
                </a:extLst>
              </p:cNvPr>
              <p:cNvSpPr/>
              <p:nvPr/>
            </p:nvSpPr>
            <p:spPr>
              <a:xfrm>
                <a:off x="2737903" y="2638834"/>
                <a:ext cx="1237143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跳变故障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方波信号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FFCB50A6-D992-5C44-E3FB-DE4304A7D9EF}"/>
                  </a:ext>
                </a:extLst>
              </p:cNvPr>
              <p:cNvSpPr/>
              <p:nvPr/>
            </p:nvSpPr>
            <p:spPr>
              <a:xfrm>
                <a:off x="5124860" y="1958196"/>
                <a:ext cx="1190229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恒值故障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常值信号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7636E11-F357-8C9B-7995-13FE49F1875E}"/>
                  </a:ext>
                </a:extLst>
              </p:cNvPr>
              <p:cNvSpPr/>
              <p:nvPr/>
            </p:nvSpPr>
            <p:spPr>
              <a:xfrm>
                <a:off x="4950254" y="1233712"/>
                <a:ext cx="1230195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噪声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高斯信号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" name="直接箭头连接符 10">
                <a:extLst>
                  <a:ext uri="{FF2B5EF4-FFF2-40B4-BE49-F238E27FC236}">
                    <a16:creationId xmlns:a16="http://schemas.microsoft.com/office/drawing/2014/main" id="{19862B5E-1ABB-4EB7-C2D2-F4F80F67278F}"/>
                  </a:ext>
                </a:extLst>
              </p:cNvPr>
              <p:cNvCxnSpPr>
                <a:cxnSpLocks/>
                <a:stCxn id="4" idx="3"/>
                <a:endCxn id="5" idx="1"/>
              </p:cNvCxnSpPr>
              <p:nvPr/>
            </p:nvCxnSpPr>
            <p:spPr>
              <a:xfrm>
                <a:off x="3933644" y="1688196"/>
                <a:ext cx="320622" cy="34908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0">
                <a:extLst>
                  <a:ext uri="{FF2B5EF4-FFF2-40B4-BE49-F238E27FC236}">
                    <a16:creationId xmlns:a16="http://schemas.microsoft.com/office/drawing/2014/main" id="{CA09245B-A5DE-581F-16A9-157BA8D4F00D}"/>
                  </a:ext>
                </a:extLst>
              </p:cNvPr>
              <p:cNvCxnSpPr>
                <a:cxnSpLocks/>
                <a:stCxn id="6" idx="3"/>
                <a:endCxn id="5" idx="3"/>
              </p:cNvCxnSpPr>
              <p:nvPr/>
            </p:nvCxnSpPr>
            <p:spPr>
              <a:xfrm flipV="1">
                <a:off x="3975046" y="2419115"/>
                <a:ext cx="279220" cy="4897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0">
                <a:extLst>
                  <a:ext uri="{FF2B5EF4-FFF2-40B4-BE49-F238E27FC236}">
                    <a16:creationId xmlns:a16="http://schemas.microsoft.com/office/drawing/2014/main" id="{A5B9282E-9B5E-BAEE-A40B-863F74DCBCCD}"/>
                  </a:ext>
                </a:extLst>
              </p:cNvPr>
              <p:cNvCxnSpPr>
                <a:cxnSpLocks/>
                <a:stCxn id="8" idx="1"/>
                <a:endCxn id="5" idx="7"/>
              </p:cNvCxnSpPr>
              <p:nvPr/>
            </p:nvCxnSpPr>
            <p:spPr>
              <a:xfrm flipH="1">
                <a:off x="4636104" y="1503712"/>
                <a:ext cx="314150" cy="53356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直接箭头连接符 10">
                <a:extLst>
                  <a:ext uri="{FF2B5EF4-FFF2-40B4-BE49-F238E27FC236}">
                    <a16:creationId xmlns:a16="http://schemas.microsoft.com/office/drawing/2014/main" id="{A5701A92-B022-F216-6F3F-26ED1E5771AE}"/>
                  </a:ext>
                </a:extLst>
              </p:cNvPr>
              <p:cNvCxnSpPr>
                <a:cxnSpLocks/>
                <a:stCxn id="5" idx="6"/>
                <a:endCxn id="7" idx="1"/>
              </p:cNvCxnSpPr>
              <p:nvPr/>
            </p:nvCxnSpPr>
            <p:spPr>
              <a:xfrm>
                <a:off x="4715185" y="2228196"/>
                <a:ext cx="40967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10">
                <a:extLst>
                  <a:ext uri="{FF2B5EF4-FFF2-40B4-BE49-F238E27FC236}">
                    <a16:creationId xmlns:a16="http://schemas.microsoft.com/office/drawing/2014/main" id="{95C63D59-9F62-7774-0A42-FAA105416D07}"/>
                  </a:ext>
                </a:extLst>
              </p:cNvPr>
              <p:cNvCxnSpPr>
                <a:cxnSpLocks/>
                <a:endCxn id="5" idx="2"/>
              </p:cNvCxnSpPr>
              <p:nvPr/>
            </p:nvCxnSpPr>
            <p:spPr>
              <a:xfrm>
                <a:off x="1544128" y="2214602"/>
                <a:ext cx="2631057" cy="13594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直接箭头连接符 10">
                <a:extLst>
                  <a:ext uri="{FF2B5EF4-FFF2-40B4-BE49-F238E27FC236}">
                    <a16:creationId xmlns:a16="http://schemas.microsoft.com/office/drawing/2014/main" id="{DC507E5B-C973-BEEA-F1D8-F95217510C30}"/>
                  </a:ext>
                </a:extLst>
              </p:cNvPr>
              <p:cNvCxnSpPr>
                <a:cxnSpLocks/>
                <a:stCxn id="7" idx="3"/>
              </p:cNvCxnSpPr>
              <p:nvPr/>
            </p:nvCxnSpPr>
            <p:spPr>
              <a:xfrm>
                <a:off x="6315089" y="2228196"/>
                <a:ext cx="1123847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20DCB739-96A0-1120-DB31-46B4962A7793}"/>
                  </a:ext>
                </a:extLst>
              </p:cNvPr>
              <p:cNvSpPr/>
              <p:nvPr/>
            </p:nvSpPr>
            <p:spPr>
              <a:xfrm>
                <a:off x="2574042" y="909953"/>
                <a:ext cx="3886200" cy="2567449"/>
              </a:xfrm>
              <a:prstGeom prst="roundRect">
                <a:avLst/>
              </a:prstGeom>
              <a:noFill/>
              <a:ln w="2540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173B079A-394B-4115-1234-7B507EA1DB5C}"/>
                  </a:ext>
                </a:extLst>
              </p:cNvPr>
              <p:cNvSpPr txBox="1"/>
              <p:nvPr/>
            </p:nvSpPr>
            <p:spPr>
              <a:xfrm>
                <a:off x="2669665" y="909953"/>
                <a:ext cx="12301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/>
                  <a:t>星敏组件</a:t>
                </a: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DF99A9AC-2C05-01D6-B0AE-2E0F6F8CA9FC}"/>
                  </a:ext>
                </a:extLst>
              </p:cNvPr>
              <p:cNvSpPr/>
              <p:nvPr/>
            </p:nvSpPr>
            <p:spPr>
              <a:xfrm>
                <a:off x="4910164" y="2754779"/>
                <a:ext cx="1173702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偏移故障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阶跃信号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" name="直接箭头连接符 10">
                <a:extLst>
                  <a:ext uri="{FF2B5EF4-FFF2-40B4-BE49-F238E27FC236}">
                    <a16:creationId xmlns:a16="http://schemas.microsoft.com/office/drawing/2014/main" id="{64A95D49-1816-0119-0BCB-E0B7EB84ED37}"/>
                  </a:ext>
                </a:extLst>
              </p:cNvPr>
              <p:cNvCxnSpPr>
                <a:cxnSpLocks/>
                <a:stCxn id="3" idx="1"/>
                <a:endCxn id="5" idx="5"/>
              </p:cNvCxnSpPr>
              <p:nvPr/>
            </p:nvCxnSpPr>
            <p:spPr>
              <a:xfrm flipH="1" flipV="1">
                <a:off x="4636104" y="2419115"/>
                <a:ext cx="274060" cy="60566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8FA53374-A5D4-4A48-2B49-27261BBE2048}"/>
                    </a:ext>
                  </a:extLst>
                </p:cNvPr>
                <p:cNvSpPr txBox="1"/>
                <p:nvPr/>
              </p:nvSpPr>
              <p:spPr>
                <a:xfrm>
                  <a:off x="1877750" y="2262949"/>
                  <a:ext cx="96463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8FA53374-A5D4-4A48-2B49-27261BBE20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7750" y="2262949"/>
                  <a:ext cx="964634" cy="307777"/>
                </a:xfrm>
                <a:prstGeom prst="rect">
                  <a:avLst/>
                </a:prstGeom>
                <a:blipFill>
                  <a:blip r:embed="rId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49870922-0331-9EED-D8F3-1AA955FA199E}"/>
                    </a:ext>
                  </a:extLst>
                </p:cNvPr>
                <p:cNvSpPr txBox="1"/>
                <p:nvPr/>
              </p:nvSpPr>
              <p:spPr>
                <a:xfrm>
                  <a:off x="6692610" y="2281094"/>
                  <a:ext cx="119022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49870922-0331-9EED-D8F3-1AA955FA19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2610" y="2281094"/>
                  <a:ext cx="1190228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922656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2B2FAE8E-69F1-3794-02EB-946383852295}"/>
              </a:ext>
            </a:extLst>
          </p:cNvPr>
          <p:cNvGrpSpPr/>
          <p:nvPr/>
        </p:nvGrpSpPr>
        <p:grpSpPr>
          <a:xfrm>
            <a:off x="2041898" y="2089616"/>
            <a:ext cx="6019533" cy="2567449"/>
            <a:chOff x="1863305" y="1289516"/>
            <a:chExt cx="6019533" cy="2567449"/>
          </a:xfrm>
        </p:grpSpPr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F3128C3-EE8A-DBC1-C253-989108C0DE55}"/>
                </a:ext>
              </a:extLst>
            </p:cNvPr>
            <p:cNvGrpSpPr/>
            <p:nvPr/>
          </p:nvGrpSpPr>
          <p:grpSpPr>
            <a:xfrm>
              <a:off x="1863305" y="1289516"/>
              <a:ext cx="5894808" cy="2567449"/>
              <a:chOff x="1544128" y="909953"/>
              <a:chExt cx="5894808" cy="2567449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A98E7CF4-5AFB-DF8E-40A1-222A48811CF4}"/>
                  </a:ext>
                </a:extLst>
              </p:cNvPr>
              <p:cNvSpPr/>
              <p:nvPr/>
            </p:nvSpPr>
            <p:spPr>
              <a:xfrm>
                <a:off x="2737903" y="1418196"/>
                <a:ext cx="1195741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漂移故障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斜坡信号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" name="椭圆 4">
                <a:extLst>
                  <a:ext uri="{FF2B5EF4-FFF2-40B4-BE49-F238E27FC236}">
                    <a16:creationId xmlns:a16="http://schemas.microsoft.com/office/drawing/2014/main" id="{0B7451E5-67F6-17B3-1EEC-637A14DD961B}"/>
                  </a:ext>
                </a:extLst>
              </p:cNvPr>
              <p:cNvSpPr/>
              <p:nvPr/>
            </p:nvSpPr>
            <p:spPr>
              <a:xfrm>
                <a:off x="4175185" y="1958196"/>
                <a:ext cx="540000" cy="5400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3200" dirty="0"/>
                  <a:t>+</a:t>
                </a:r>
                <a:endParaRPr lang="zh-CN" altLang="en-US" sz="3200" dirty="0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79632090-BB83-6910-A506-C56EFB2445DE}"/>
                  </a:ext>
                </a:extLst>
              </p:cNvPr>
              <p:cNvSpPr/>
              <p:nvPr/>
            </p:nvSpPr>
            <p:spPr>
              <a:xfrm>
                <a:off x="2737903" y="2638834"/>
                <a:ext cx="1237143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跳变故障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方波信号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FFCB50A6-D992-5C44-E3FB-DE4304A7D9EF}"/>
                  </a:ext>
                </a:extLst>
              </p:cNvPr>
              <p:cNvSpPr/>
              <p:nvPr/>
            </p:nvSpPr>
            <p:spPr>
              <a:xfrm>
                <a:off x="5124860" y="1958196"/>
                <a:ext cx="1190229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恒值故障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常值信号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7636E11-F357-8C9B-7995-13FE49F1875E}"/>
                  </a:ext>
                </a:extLst>
              </p:cNvPr>
              <p:cNvSpPr/>
              <p:nvPr/>
            </p:nvSpPr>
            <p:spPr>
              <a:xfrm>
                <a:off x="4950254" y="1233712"/>
                <a:ext cx="1230195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噪声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高斯信号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" name="直接箭头连接符 10">
                <a:extLst>
                  <a:ext uri="{FF2B5EF4-FFF2-40B4-BE49-F238E27FC236}">
                    <a16:creationId xmlns:a16="http://schemas.microsoft.com/office/drawing/2014/main" id="{19862B5E-1ABB-4EB7-C2D2-F4F80F67278F}"/>
                  </a:ext>
                </a:extLst>
              </p:cNvPr>
              <p:cNvCxnSpPr>
                <a:cxnSpLocks/>
                <a:stCxn id="4" idx="3"/>
                <a:endCxn id="5" idx="1"/>
              </p:cNvCxnSpPr>
              <p:nvPr/>
            </p:nvCxnSpPr>
            <p:spPr>
              <a:xfrm>
                <a:off x="3933644" y="1688196"/>
                <a:ext cx="320622" cy="34908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0">
                <a:extLst>
                  <a:ext uri="{FF2B5EF4-FFF2-40B4-BE49-F238E27FC236}">
                    <a16:creationId xmlns:a16="http://schemas.microsoft.com/office/drawing/2014/main" id="{CA09245B-A5DE-581F-16A9-157BA8D4F00D}"/>
                  </a:ext>
                </a:extLst>
              </p:cNvPr>
              <p:cNvCxnSpPr>
                <a:cxnSpLocks/>
                <a:stCxn id="6" idx="3"/>
                <a:endCxn id="5" idx="3"/>
              </p:cNvCxnSpPr>
              <p:nvPr/>
            </p:nvCxnSpPr>
            <p:spPr>
              <a:xfrm flipV="1">
                <a:off x="3975046" y="2419115"/>
                <a:ext cx="279220" cy="4897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0">
                <a:extLst>
                  <a:ext uri="{FF2B5EF4-FFF2-40B4-BE49-F238E27FC236}">
                    <a16:creationId xmlns:a16="http://schemas.microsoft.com/office/drawing/2014/main" id="{A5B9282E-9B5E-BAEE-A40B-863F74DCBCCD}"/>
                  </a:ext>
                </a:extLst>
              </p:cNvPr>
              <p:cNvCxnSpPr>
                <a:cxnSpLocks/>
                <a:stCxn id="8" idx="1"/>
                <a:endCxn id="5" idx="7"/>
              </p:cNvCxnSpPr>
              <p:nvPr/>
            </p:nvCxnSpPr>
            <p:spPr>
              <a:xfrm flipH="1">
                <a:off x="4636104" y="1503712"/>
                <a:ext cx="314150" cy="53356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" name="直接箭头连接符 10">
                <a:extLst>
                  <a:ext uri="{FF2B5EF4-FFF2-40B4-BE49-F238E27FC236}">
                    <a16:creationId xmlns:a16="http://schemas.microsoft.com/office/drawing/2014/main" id="{A5701A92-B022-F216-6F3F-26ED1E5771AE}"/>
                  </a:ext>
                </a:extLst>
              </p:cNvPr>
              <p:cNvCxnSpPr>
                <a:cxnSpLocks/>
                <a:stCxn id="5" idx="6"/>
                <a:endCxn id="7" idx="1"/>
              </p:cNvCxnSpPr>
              <p:nvPr/>
            </p:nvCxnSpPr>
            <p:spPr>
              <a:xfrm>
                <a:off x="4715185" y="2228196"/>
                <a:ext cx="40967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10">
                <a:extLst>
                  <a:ext uri="{FF2B5EF4-FFF2-40B4-BE49-F238E27FC236}">
                    <a16:creationId xmlns:a16="http://schemas.microsoft.com/office/drawing/2014/main" id="{95C63D59-9F62-7774-0A42-FAA105416D07}"/>
                  </a:ext>
                </a:extLst>
              </p:cNvPr>
              <p:cNvCxnSpPr>
                <a:cxnSpLocks/>
                <a:endCxn id="5" idx="2"/>
              </p:cNvCxnSpPr>
              <p:nvPr/>
            </p:nvCxnSpPr>
            <p:spPr>
              <a:xfrm>
                <a:off x="1544128" y="2214602"/>
                <a:ext cx="2631057" cy="13594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直接箭头连接符 10">
                <a:extLst>
                  <a:ext uri="{FF2B5EF4-FFF2-40B4-BE49-F238E27FC236}">
                    <a16:creationId xmlns:a16="http://schemas.microsoft.com/office/drawing/2014/main" id="{DC507E5B-C973-BEEA-F1D8-F95217510C30}"/>
                  </a:ext>
                </a:extLst>
              </p:cNvPr>
              <p:cNvCxnSpPr>
                <a:cxnSpLocks/>
                <a:stCxn id="7" idx="3"/>
              </p:cNvCxnSpPr>
              <p:nvPr/>
            </p:nvCxnSpPr>
            <p:spPr>
              <a:xfrm>
                <a:off x="6315089" y="2228196"/>
                <a:ext cx="1123847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20DCB739-96A0-1120-DB31-46B4962A7793}"/>
                  </a:ext>
                </a:extLst>
              </p:cNvPr>
              <p:cNvSpPr/>
              <p:nvPr/>
            </p:nvSpPr>
            <p:spPr>
              <a:xfrm>
                <a:off x="2574042" y="909953"/>
                <a:ext cx="3886200" cy="2567449"/>
              </a:xfrm>
              <a:prstGeom prst="roundRect">
                <a:avLst/>
              </a:prstGeom>
              <a:noFill/>
              <a:ln w="2540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173B079A-394B-4115-1234-7B507EA1DB5C}"/>
                  </a:ext>
                </a:extLst>
              </p:cNvPr>
              <p:cNvSpPr txBox="1"/>
              <p:nvPr/>
            </p:nvSpPr>
            <p:spPr>
              <a:xfrm>
                <a:off x="2669665" y="909953"/>
                <a:ext cx="12301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/>
                  <a:t>太敏组件</a:t>
                </a: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DF99A9AC-2C05-01D6-B0AE-2E0F6F8CA9FC}"/>
                  </a:ext>
                </a:extLst>
              </p:cNvPr>
              <p:cNvSpPr/>
              <p:nvPr/>
            </p:nvSpPr>
            <p:spPr>
              <a:xfrm>
                <a:off x="4910164" y="2754779"/>
                <a:ext cx="1173702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偏移故障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altLang="zh-CN" dirty="0">
                    <a:solidFill>
                      <a:schemeClr val="tx1"/>
                    </a:solidFill>
                  </a:rPr>
                  <a:t>(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阶跃信号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)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" name="直接箭头连接符 10">
                <a:extLst>
                  <a:ext uri="{FF2B5EF4-FFF2-40B4-BE49-F238E27FC236}">
                    <a16:creationId xmlns:a16="http://schemas.microsoft.com/office/drawing/2014/main" id="{64A95D49-1816-0119-0BCB-E0B7EB84ED37}"/>
                  </a:ext>
                </a:extLst>
              </p:cNvPr>
              <p:cNvCxnSpPr>
                <a:cxnSpLocks/>
                <a:stCxn id="3" idx="1"/>
                <a:endCxn id="5" idx="5"/>
              </p:cNvCxnSpPr>
              <p:nvPr/>
            </p:nvCxnSpPr>
            <p:spPr>
              <a:xfrm flipH="1" flipV="1">
                <a:off x="4636104" y="2419115"/>
                <a:ext cx="274060" cy="60566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8FA53374-A5D4-4A48-2B49-27261BBE2048}"/>
                    </a:ext>
                  </a:extLst>
                </p:cNvPr>
                <p:cNvSpPr txBox="1"/>
                <p:nvPr/>
              </p:nvSpPr>
              <p:spPr>
                <a:xfrm>
                  <a:off x="1877750" y="2262949"/>
                  <a:ext cx="96463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8FA53374-A5D4-4A48-2B49-27261BBE20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7750" y="2262949"/>
                  <a:ext cx="964634" cy="307777"/>
                </a:xfrm>
                <a:prstGeom prst="rect">
                  <a:avLst/>
                </a:prstGeom>
                <a:blipFill>
                  <a:blip r:embed="rId2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49870922-0331-9EED-D8F3-1AA955FA199E}"/>
                    </a:ext>
                  </a:extLst>
                </p:cNvPr>
                <p:cNvSpPr txBox="1"/>
                <p:nvPr/>
              </p:nvSpPr>
              <p:spPr>
                <a:xfrm>
                  <a:off x="6692610" y="2281094"/>
                  <a:ext cx="119022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49870922-0331-9EED-D8F3-1AA955FA19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2610" y="2281094"/>
                  <a:ext cx="1190228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536432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81EF1174-9408-555F-B793-29284D1B9784}"/>
                  </a:ext>
                </a:extLst>
              </p:cNvPr>
              <p:cNvSpPr txBox="1"/>
              <p:nvPr/>
            </p:nvSpPr>
            <p:spPr>
              <a:xfrm>
                <a:off x="9383" y="923205"/>
                <a:ext cx="95726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altLang="zh-CN" b="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81EF1174-9408-555F-B793-29284D1B9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3" y="923205"/>
                <a:ext cx="957263" cy="92333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8CC7C601-6F90-AEF0-3CA6-1F08DF25A577}"/>
              </a:ext>
            </a:extLst>
          </p:cNvPr>
          <p:cNvGrpSpPr/>
          <p:nvPr/>
        </p:nvGrpSpPr>
        <p:grpSpPr>
          <a:xfrm>
            <a:off x="189781" y="54262"/>
            <a:ext cx="11553544" cy="5184386"/>
            <a:chOff x="189781" y="54262"/>
            <a:chExt cx="11553544" cy="5184386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ED4512BC-B9E2-C4D0-85CB-C637E56891D4}"/>
                </a:ext>
              </a:extLst>
            </p:cNvPr>
            <p:cNvSpPr/>
            <p:nvPr/>
          </p:nvSpPr>
          <p:spPr>
            <a:xfrm>
              <a:off x="2204038" y="1150817"/>
              <a:ext cx="1097280" cy="5967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控制器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FA25048E-5208-8A20-1872-BDDEE99D3AD9}"/>
                </a:ext>
              </a:extLst>
            </p:cNvPr>
            <p:cNvSpPr/>
            <p:nvPr/>
          </p:nvSpPr>
          <p:spPr>
            <a:xfrm>
              <a:off x="4377465" y="1138685"/>
              <a:ext cx="854331" cy="59676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分配</a:t>
              </a:r>
              <a:endParaRPr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矩阵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7923AE5-9461-ADFD-3947-35B9AC18CB21}"/>
                </a:ext>
              </a:extLst>
            </p:cNvPr>
            <p:cNvSpPr/>
            <p:nvPr/>
          </p:nvSpPr>
          <p:spPr>
            <a:xfrm>
              <a:off x="5710041" y="1150817"/>
              <a:ext cx="1097280" cy="596766"/>
            </a:xfrm>
            <a:prstGeom prst="rect">
              <a:avLst/>
            </a:prstGeom>
            <a:noFill/>
            <a:ln w="127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执行器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EE5AEC5D-DE56-8427-2B12-379BAAB3841B}"/>
                </a:ext>
              </a:extLst>
            </p:cNvPr>
            <p:cNvSpPr/>
            <p:nvPr/>
          </p:nvSpPr>
          <p:spPr>
            <a:xfrm>
              <a:off x="7444062" y="981680"/>
              <a:ext cx="1674796" cy="94327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动力学模型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1F9D7A23-5B0E-765D-9503-116349786BD3}"/>
                </a:ext>
              </a:extLst>
            </p:cNvPr>
            <p:cNvSpPr/>
            <p:nvPr/>
          </p:nvSpPr>
          <p:spPr>
            <a:xfrm>
              <a:off x="9792627" y="981679"/>
              <a:ext cx="1674796" cy="94327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运动学模型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E674D2A8-2694-5184-6820-EB20F77B58E0}"/>
                </a:ext>
              </a:extLst>
            </p:cNvPr>
            <p:cNvSpPr/>
            <p:nvPr/>
          </p:nvSpPr>
          <p:spPr>
            <a:xfrm>
              <a:off x="8738849" y="3412596"/>
              <a:ext cx="1395661" cy="59676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陀螺仪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28D6EF08-ADE9-2CF8-B0E0-CEF0C5C73DBC}"/>
                </a:ext>
              </a:extLst>
            </p:cNvPr>
            <p:cNvSpPr/>
            <p:nvPr/>
          </p:nvSpPr>
          <p:spPr>
            <a:xfrm>
              <a:off x="8738848" y="4641882"/>
              <a:ext cx="1395662" cy="59676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星敏感器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7DA77811-C71E-DA94-48AE-A9C43C2CC28C}"/>
                </a:ext>
              </a:extLst>
            </p:cNvPr>
            <p:cNvSpPr/>
            <p:nvPr/>
          </p:nvSpPr>
          <p:spPr>
            <a:xfrm>
              <a:off x="5756327" y="2299537"/>
              <a:ext cx="1097280" cy="59676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动量轮</a:t>
              </a: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440E276E-FB7D-9677-512B-BC07F0E75E20}"/>
                </a:ext>
              </a:extLst>
            </p:cNvPr>
            <p:cNvSpPr/>
            <p:nvPr/>
          </p:nvSpPr>
          <p:spPr>
            <a:xfrm>
              <a:off x="1244022" y="1183318"/>
              <a:ext cx="540000" cy="540000"/>
            </a:xfrm>
            <a:prstGeom prst="ellipse">
              <a:avLst/>
            </a:prstGeom>
            <a:noFill/>
            <a:ln w="127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BB7C909B-1934-5401-CE83-0522F6DD1D8F}"/>
                </a:ext>
              </a:extLst>
            </p:cNvPr>
            <p:cNvSpPr/>
            <p:nvPr/>
          </p:nvSpPr>
          <p:spPr>
            <a:xfrm>
              <a:off x="7501019" y="3991260"/>
              <a:ext cx="540000" cy="540000"/>
            </a:xfrm>
            <a:prstGeom prst="ellipse">
              <a:avLst/>
            </a:prstGeom>
            <a:noFill/>
            <a:ln w="127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AFAAFD65-B120-17D5-2FC9-D2997A94D17B}"/>
                </a:ext>
              </a:extLst>
            </p:cNvPr>
            <p:cNvCxnSpPr>
              <a:endCxn id="11" idx="2"/>
            </p:cNvCxnSpPr>
            <p:nvPr/>
          </p:nvCxnSpPr>
          <p:spPr>
            <a:xfrm>
              <a:off x="189781" y="1453318"/>
              <a:ext cx="1054241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7ACA4572-5ECC-9E60-8EFD-1DB5840209F6}"/>
                </a:ext>
              </a:extLst>
            </p:cNvPr>
            <p:cNvCxnSpPr>
              <a:cxnSpLocks/>
              <a:stCxn id="11" idx="6"/>
              <a:endCxn id="2" idx="1"/>
            </p:cNvCxnSpPr>
            <p:nvPr/>
          </p:nvCxnSpPr>
          <p:spPr>
            <a:xfrm flipV="1">
              <a:off x="1784022" y="1449200"/>
              <a:ext cx="420016" cy="411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654C3A95-2F20-8855-79CF-03B05EA327F9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 flipV="1">
              <a:off x="9118858" y="1453317"/>
              <a:ext cx="673769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653CC325-1F94-5733-909A-E9015EF4AC4B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 flipV="1">
              <a:off x="3301318" y="1437068"/>
              <a:ext cx="1076147" cy="1213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FBD607A-685C-CE05-9530-47CD9287BD11}"/>
                </a:ext>
              </a:extLst>
            </p:cNvPr>
            <p:cNvCxnSpPr>
              <a:cxnSpLocks/>
              <a:stCxn id="3" idx="3"/>
              <a:endCxn id="5" idx="1"/>
            </p:cNvCxnSpPr>
            <p:nvPr/>
          </p:nvCxnSpPr>
          <p:spPr>
            <a:xfrm>
              <a:off x="5231796" y="1437068"/>
              <a:ext cx="478245" cy="1213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282587B7-DCB8-5329-4196-89394240740D}"/>
                </a:ext>
              </a:extLst>
            </p:cNvPr>
            <p:cNvSpPr/>
            <p:nvPr/>
          </p:nvSpPr>
          <p:spPr>
            <a:xfrm>
              <a:off x="7314128" y="594240"/>
              <a:ext cx="4429197" cy="1700674"/>
            </a:xfrm>
            <a:prstGeom prst="rect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1264F9DF-5AD3-0D83-8584-2C6EEDCEE160}"/>
                </a:ext>
              </a:extLst>
            </p:cNvPr>
            <p:cNvCxnSpPr>
              <a:cxnSpLocks/>
              <a:stCxn id="5" idx="3"/>
              <a:endCxn id="31" idx="1"/>
            </p:cNvCxnSpPr>
            <p:nvPr/>
          </p:nvCxnSpPr>
          <p:spPr>
            <a:xfrm flipV="1">
              <a:off x="6807321" y="1444577"/>
              <a:ext cx="506807" cy="462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2EC59A52-B39C-810C-BFBD-72C15FEE5C5A}"/>
                </a:ext>
              </a:extLst>
            </p:cNvPr>
            <p:cNvCxnSpPr>
              <a:cxnSpLocks/>
              <a:stCxn id="6" idx="3"/>
              <a:endCxn id="8" idx="0"/>
            </p:cNvCxnSpPr>
            <p:nvPr/>
          </p:nvCxnSpPr>
          <p:spPr>
            <a:xfrm>
              <a:off x="9118858" y="1453318"/>
              <a:ext cx="317822" cy="1959278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6DA9136C-3D5E-D585-4236-F25799F4D2FB}"/>
                </a:ext>
              </a:extLst>
            </p:cNvPr>
            <p:cNvCxnSpPr>
              <a:cxnSpLocks/>
              <a:stCxn id="7" idx="3"/>
              <a:endCxn id="9" idx="3"/>
            </p:cNvCxnSpPr>
            <p:nvPr/>
          </p:nvCxnSpPr>
          <p:spPr>
            <a:xfrm flipH="1">
              <a:off x="10134510" y="1453317"/>
              <a:ext cx="1332913" cy="3486948"/>
            </a:xfrm>
            <a:prstGeom prst="bentConnector3">
              <a:avLst>
                <a:gd name="adj1" fmla="val -30549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接箭头连接符 43">
              <a:extLst>
                <a:ext uri="{FF2B5EF4-FFF2-40B4-BE49-F238E27FC236}">
                  <a16:creationId xmlns:a16="http://schemas.microsoft.com/office/drawing/2014/main" id="{0F4D6A6A-243C-2069-2F1E-5F89A2581FC5}"/>
                </a:ext>
              </a:extLst>
            </p:cNvPr>
            <p:cNvCxnSpPr>
              <a:cxnSpLocks/>
              <a:stCxn id="8" idx="1"/>
              <a:endCxn id="12" idx="0"/>
            </p:cNvCxnSpPr>
            <p:nvPr/>
          </p:nvCxnSpPr>
          <p:spPr>
            <a:xfrm rot="10800000" flipV="1">
              <a:off x="7771019" y="3710978"/>
              <a:ext cx="967830" cy="280281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箭头连接符 43">
              <a:extLst>
                <a:ext uri="{FF2B5EF4-FFF2-40B4-BE49-F238E27FC236}">
                  <a16:creationId xmlns:a16="http://schemas.microsoft.com/office/drawing/2014/main" id="{CEBA8F87-38E8-95D7-5F7A-2A48DACC4876}"/>
                </a:ext>
              </a:extLst>
            </p:cNvPr>
            <p:cNvCxnSpPr>
              <a:cxnSpLocks/>
              <a:stCxn id="9" idx="1"/>
              <a:endCxn id="12" idx="4"/>
            </p:cNvCxnSpPr>
            <p:nvPr/>
          </p:nvCxnSpPr>
          <p:spPr>
            <a:xfrm rot="10800000">
              <a:off x="7771020" y="4531261"/>
              <a:ext cx="967829" cy="409005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接箭头连接符 43">
              <a:extLst>
                <a:ext uri="{FF2B5EF4-FFF2-40B4-BE49-F238E27FC236}">
                  <a16:creationId xmlns:a16="http://schemas.microsoft.com/office/drawing/2014/main" id="{E3FB8314-A664-FD3A-D2E2-B166E148C65D}"/>
                </a:ext>
              </a:extLst>
            </p:cNvPr>
            <p:cNvCxnSpPr>
              <a:cxnSpLocks/>
              <a:stCxn id="12" idx="2"/>
              <a:endCxn id="11" idx="4"/>
            </p:cNvCxnSpPr>
            <p:nvPr/>
          </p:nvCxnSpPr>
          <p:spPr>
            <a:xfrm rot="10800000">
              <a:off x="1514023" y="1723318"/>
              <a:ext cx="5986997" cy="2537942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5C017BD8-7FE6-B786-4824-FEAAE89E9B7C}"/>
                </a:ext>
              </a:extLst>
            </p:cNvPr>
            <p:cNvSpPr/>
            <p:nvPr/>
          </p:nvSpPr>
          <p:spPr>
            <a:xfrm>
              <a:off x="840253" y="594240"/>
              <a:ext cx="4615018" cy="1591746"/>
            </a:xfrm>
            <a:prstGeom prst="rect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41ED42BB-7958-0DD1-5AC6-8478E5B253A4}"/>
                    </a:ext>
                  </a:extLst>
                </p:cNvPr>
                <p:cNvSpPr txBox="1"/>
                <p:nvPr/>
              </p:nvSpPr>
              <p:spPr>
                <a:xfrm>
                  <a:off x="1486864" y="912365"/>
                  <a:ext cx="95726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  <a:p>
                  <a:pPr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41ED42BB-7958-0DD1-5AC6-8478E5B253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6864" y="912365"/>
                  <a:ext cx="957263" cy="92333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5B3E5C03-80EA-E59F-D8EB-9F72DD0FC53C}"/>
                </a:ext>
              </a:extLst>
            </p:cNvPr>
            <p:cNvSpPr txBox="1"/>
            <p:nvPr/>
          </p:nvSpPr>
          <p:spPr>
            <a:xfrm>
              <a:off x="1169686" y="1500996"/>
              <a:ext cx="458925" cy="5900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2400" b="1" dirty="0"/>
                <a:t>-</a:t>
              </a:r>
              <a:endParaRPr lang="zh-CN" altLang="en-US" sz="240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6E192ED5-282D-188C-A501-838B27DB77BD}"/>
                    </a:ext>
                  </a:extLst>
                </p:cNvPr>
                <p:cNvSpPr txBox="1"/>
                <p:nvPr/>
              </p:nvSpPr>
              <p:spPr>
                <a:xfrm>
                  <a:off x="3256170" y="1013681"/>
                  <a:ext cx="1195186" cy="4233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zh-CN" altLang="en-US" sz="1600" dirty="0"/>
                    <a:t>指令力矩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sz="16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a14:m>
                  <a:endParaRPr lang="zh-CN" altLang="en-US" sz="1600" dirty="0"/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6E192ED5-282D-188C-A501-838B27DB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6170" y="1013681"/>
                  <a:ext cx="1195186" cy="423386"/>
                </a:xfrm>
                <a:prstGeom prst="rect">
                  <a:avLst/>
                </a:prstGeom>
                <a:blipFill>
                  <a:blip r:embed="rId4"/>
                  <a:stretch>
                    <a:fillRect l="-2551" b="-171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4B9B18FA-C573-8D8B-A96F-320565016B59}"/>
                </a:ext>
              </a:extLst>
            </p:cNvPr>
            <p:cNvCxnSpPr>
              <a:cxnSpLocks/>
              <a:endCxn id="31" idx="0"/>
            </p:cNvCxnSpPr>
            <p:nvPr/>
          </p:nvCxnSpPr>
          <p:spPr>
            <a:xfrm>
              <a:off x="9518247" y="67627"/>
              <a:ext cx="10480" cy="52661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本框 78">
                  <a:extLst>
                    <a:ext uri="{FF2B5EF4-FFF2-40B4-BE49-F238E27FC236}">
                      <a16:creationId xmlns:a16="http://schemas.microsoft.com/office/drawing/2014/main" id="{C1217809-A65D-3C94-E14F-7026777B3F21}"/>
                    </a:ext>
                  </a:extLst>
                </p:cNvPr>
                <p:cNvSpPr txBox="1"/>
                <p:nvPr/>
              </p:nvSpPr>
              <p:spPr>
                <a:xfrm>
                  <a:off x="9265054" y="54262"/>
                  <a:ext cx="957263" cy="5078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79" name="文本框 78">
                  <a:extLst>
                    <a:ext uri="{FF2B5EF4-FFF2-40B4-BE49-F238E27FC236}">
                      <a16:creationId xmlns:a16="http://schemas.microsoft.com/office/drawing/2014/main" id="{C1217809-A65D-3C94-E14F-7026777B3F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5054" y="54262"/>
                  <a:ext cx="957263" cy="5078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67E254DB-3AFB-9D42-DA53-AE2E90D22304}"/>
                </a:ext>
              </a:extLst>
            </p:cNvPr>
            <p:cNvSpPr txBox="1"/>
            <p:nvPr/>
          </p:nvSpPr>
          <p:spPr>
            <a:xfrm>
              <a:off x="8954691" y="589526"/>
              <a:ext cx="1127112" cy="4241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dirty="0"/>
                <a:t>卫星本体</a:t>
              </a:r>
            </a:p>
          </p:txBody>
        </p: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638203F7-E360-E130-8C1E-9D2B5F163AA4}"/>
                </a:ext>
              </a:extLst>
            </p:cNvPr>
            <p:cNvCxnSpPr>
              <a:cxnSpLocks/>
              <a:endCxn id="10" idx="1"/>
            </p:cNvCxnSpPr>
            <p:nvPr/>
          </p:nvCxnSpPr>
          <p:spPr>
            <a:xfrm>
              <a:off x="4732874" y="2597920"/>
              <a:ext cx="1023453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175968BF-8A6A-68CF-CAC7-F8995D3AB68D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853607" y="2597920"/>
              <a:ext cx="917412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D91D0196-BE23-1AFA-0E24-DBF855D09CFF}"/>
                </a:ext>
              </a:extLst>
            </p:cNvPr>
            <p:cNvSpPr txBox="1"/>
            <p:nvPr/>
          </p:nvSpPr>
          <p:spPr>
            <a:xfrm>
              <a:off x="4693640" y="2543489"/>
              <a:ext cx="1195186" cy="4241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dirty="0"/>
                <a:t>指令转速</a:t>
              </a:r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925A7C4B-1FB8-9802-B049-8BA34CEF33F7}"/>
                </a:ext>
              </a:extLst>
            </p:cNvPr>
            <p:cNvSpPr txBox="1"/>
            <p:nvPr/>
          </p:nvSpPr>
          <p:spPr>
            <a:xfrm>
              <a:off x="6833530" y="2530071"/>
              <a:ext cx="1195186" cy="4241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dirty="0"/>
                <a:t>量测转速</a:t>
              </a:r>
            </a:p>
          </p:txBody>
        </p:sp>
        <p:sp>
          <p:nvSpPr>
            <p:cNvPr id="91" name="箭头: 下 90">
              <a:extLst>
                <a:ext uri="{FF2B5EF4-FFF2-40B4-BE49-F238E27FC236}">
                  <a16:creationId xmlns:a16="http://schemas.microsoft.com/office/drawing/2014/main" id="{077D08DC-F73F-8D25-2624-0690F4C76D25}"/>
                </a:ext>
              </a:extLst>
            </p:cNvPr>
            <p:cNvSpPr/>
            <p:nvPr/>
          </p:nvSpPr>
          <p:spPr>
            <a:xfrm>
              <a:off x="6096000" y="1803037"/>
              <a:ext cx="290512" cy="453002"/>
            </a:xfrm>
            <a:prstGeom prst="downArrow">
              <a:avLst/>
            </a:prstGeom>
            <a:solidFill>
              <a:srgbClr val="F8C8E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13A2BD12-A038-72DF-DD8D-0E298520EAB8}"/>
                    </a:ext>
                  </a:extLst>
                </p:cNvPr>
                <p:cNvSpPr txBox="1"/>
                <p:nvPr/>
              </p:nvSpPr>
              <p:spPr>
                <a:xfrm>
                  <a:off x="7785945" y="3226099"/>
                  <a:ext cx="957263" cy="5078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13A2BD12-A038-72DF-DD8D-0E298520EA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5945" y="3226099"/>
                  <a:ext cx="957263" cy="5078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E8BB807A-1150-05D0-8F29-0904908A9E38}"/>
                    </a:ext>
                  </a:extLst>
                </p:cNvPr>
                <p:cNvSpPr txBox="1"/>
                <p:nvPr/>
              </p:nvSpPr>
              <p:spPr>
                <a:xfrm>
                  <a:off x="7768622" y="4490682"/>
                  <a:ext cx="957263" cy="5078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E8BB807A-1150-05D0-8F29-0904908A9E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622" y="4490682"/>
                  <a:ext cx="957263" cy="5078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520832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EB2A23D3-B2C8-EB96-A3E6-676ADBEB5A4F}"/>
              </a:ext>
            </a:extLst>
          </p:cNvPr>
          <p:cNvGrpSpPr/>
          <p:nvPr/>
        </p:nvGrpSpPr>
        <p:grpSpPr>
          <a:xfrm>
            <a:off x="2238374" y="-200021"/>
            <a:ext cx="5900739" cy="7700958"/>
            <a:chOff x="2238374" y="-200021"/>
            <a:chExt cx="5900739" cy="7700958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9EF0DCB-10D9-5014-46B8-535540631907}"/>
                </a:ext>
              </a:extLst>
            </p:cNvPr>
            <p:cNvSpPr/>
            <p:nvPr/>
          </p:nvSpPr>
          <p:spPr>
            <a:xfrm>
              <a:off x="2338388" y="742951"/>
              <a:ext cx="2043113" cy="8001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读取健康运行数据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4203272-A201-F5C0-54EE-AE4228C772EF}"/>
                </a:ext>
              </a:extLst>
            </p:cNvPr>
            <p:cNvSpPr/>
            <p:nvPr/>
          </p:nvSpPr>
          <p:spPr>
            <a:xfrm>
              <a:off x="2338388" y="2000251"/>
              <a:ext cx="2043113" cy="8001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归一化和张量化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7734AC9-7829-DEB4-857E-4E3D5477E24A}"/>
                </a:ext>
              </a:extLst>
            </p:cNvPr>
            <p:cNvSpPr/>
            <p:nvPr/>
          </p:nvSpPr>
          <p:spPr>
            <a:xfrm>
              <a:off x="2238374" y="3271839"/>
              <a:ext cx="2243139" cy="8001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划分训练集和测试集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C04D5136-E8A8-D8CD-9ED6-5B79D53E45D7}"/>
                </a:ext>
              </a:extLst>
            </p:cNvPr>
            <p:cNvSpPr/>
            <p:nvPr/>
          </p:nvSpPr>
          <p:spPr>
            <a:xfrm>
              <a:off x="2288380" y="4500563"/>
              <a:ext cx="2143125" cy="8001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加载训练集</a:t>
              </a:r>
              <a:endParaRPr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训练</a:t>
              </a:r>
              <a:r>
                <a:rPr lang="en-US" altLang="zh-CN" dirty="0">
                  <a:solidFill>
                    <a:schemeClr val="tx1"/>
                  </a:solidFill>
                </a:rPr>
                <a:t>Transform</a:t>
              </a:r>
              <a:r>
                <a:rPr lang="zh-CN" altLang="en-US" dirty="0">
                  <a:solidFill>
                    <a:schemeClr val="tx1"/>
                  </a:solidFill>
                </a:rPr>
                <a:t>模型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E22B7A9-DA3A-279C-C3F1-536B2C7C9E79}"/>
                </a:ext>
              </a:extLst>
            </p:cNvPr>
            <p:cNvSpPr/>
            <p:nvPr/>
          </p:nvSpPr>
          <p:spPr>
            <a:xfrm>
              <a:off x="2338385" y="5614984"/>
              <a:ext cx="2043113" cy="8001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达到训练要求</a:t>
              </a:r>
              <a:endParaRPr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保存模型参数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2D44FA0E-2CA8-CF3C-AA31-B11FE2482CDA}"/>
                </a:ext>
              </a:extLst>
            </p:cNvPr>
            <p:cNvSpPr/>
            <p:nvPr/>
          </p:nvSpPr>
          <p:spPr>
            <a:xfrm>
              <a:off x="6096000" y="742951"/>
              <a:ext cx="2043113" cy="8001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读取实时运行数据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C53ED41-FCC0-3977-D98A-5A159A612DF4}"/>
                </a:ext>
              </a:extLst>
            </p:cNvPr>
            <p:cNvSpPr/>
            <p:nvPr/>
          </p:nvSpPr>
          <p:spPr>
            <a:xfrm>
              <a:off x="6096000" y="2000251"/>
              <a:ext cx="2043113" cy="8001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归一化和张量化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539BFC9D-0932-D995-F665-69CC5588E5E7}"/>
                </a:ext>
              </a:extLst>
            </p:cNvPr>
            <p:cNvSpPr/>
            <p:nvPr/>
          </p:nvSpPr>
          <p:spPr>
            <a:xfrm>
              <a:off x="6096000" y="3271839"/>
              <a:ext cx="2043113" cy="8001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加载模型参数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E914D171-D16B-9E90-81B7-29C4740CE867}"/>
                </a:ext>
              </a:extLst>
            </p:cNvPr>
            <p:cNvSpPr/>
            <p:nvPr/>
          </p:nvSpPr>
          <p:spPr>
            <a:xfrm>
              <a:off x="6096000" y="4486275"/>
              <a:ext cx="2043113" cy="8001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通过模型预测</a:t>
              </a:r>
              <a:endParaRPr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对应的基线值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93ECBC6D-8B10-DCF6-E876-23D5427142FC}"/>
                </a:ext>
              </a:extLst>
            </p:cNvPr>
            <p:cNvSpPr/>
            <p:nvPr/>
          </p:nvSpPr>
          <p:spPr>
            <a:xfrm>
              <a:off x="6096000" y="5629273"/>
              <a:ext cx="2043113" cy="8001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基线值与测量值做差得到残差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FED3BB11-EBA5-DB1D-BE0F-B8A353791D15}"/>
                </a:ext>
              </a:extLst>
            </p:cNvPr>
            <p:cNvSpPr/>
            <p:nvPr/>
          </p:nvSpPr>
          <p:spPr>
            <a:xfrm>
              <a:off x="2867023" y="-200021"/>
              <a:ext cx="985838" cy="64293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开始</a:t>
              </a: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708C48B7-1151-0F09-EB34-D1D607DA5B23}"/>
                </a:ext>
              </a:extLst>
            </p:cNvPr>
            <p:cNvSpPr/>
            <p:nvPr/>
          </p:nvSpPr>
          <p:spPr>
            <a:xfrm>
              <a:off x="6624637" y="6858000"/>
              <a:ext cx="985838" cy="64293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结束</a:t>
              </a:r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B5048D5D-1DC1-49B3-A636-E7E755D05012}"/>
                </a:ext>
              </a:extLst>
            </p:cNvPr>
            <p:cNvCxnSpPr>
              <a:cxnSpLocks/>
              <a:stCxn id="16" idx="2"/>
              <a:endCxn id="4" idx="0"/>
            </p:cNvCxnSpPr>
            <p:nvPr/>
          </p:nvCxnSpPr>
          <p:spPr>
            <a:xfrm>
              <a:off x="3359942" y="442916"/>
              <a:ext cx="3" cy="3000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32B24708-5E13-E1FD-8C9A-39509E519935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>
              <a:off x="3359945" y="1543051"/>
              <a:ext cx="0" cy="4572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6D586B4D-B839-346B-EBA2-ECD112203FA9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flipH="1">
              <a:off x="3359944" y="2800351"/>
              <a:ext cx="1" cy="47148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DBF30050-7650-14DA-ABBD-641CFE0F976F}"/>
                </a:ext>
              </a:extLst>
            </p:cNvPr>
            <p:cNvCxnSpPr>
              <a:cxnSpLocks/>
              <a:stCxn id="6" idx="2"/>
              <a:endCxn id="8" idx="0"/>
            </p:cNvCxnSpPr>
            <p:nvPr/>
          </p:nvCxnSpPr>
          <p:spPr>
            <a:xfrm flipH="1">
              <a:off x="3359943" y="4071939"/>
              <a:ext cx="1" cy="42862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E61D753F-E6DD-2C8C-58F8-A9B469DEEFC3}"/>
                </a:ext>
              </a:extLst>
            </p:cNvPr>
            <p:cNvCxnSpPr>
              <a:cxnSpLocks/>
              <a:stCxn id="8" idx="2"/>
              <a:endCxn id="10" idx="0"/>
            </p:cNvCxnSpPr>
            <p:nvPr/>
          </p:nvCxnSpPr>
          <p:spPr>
            <a:xfrm flipH="1">
              <a:off x="3359942" y="5300663"/>
              <a:ext cx="1" cy="314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5239BAFB-BC41-105A-50D6-4B5ED0F96024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 rot="5400000" flipH="1" flipV="1">
              <a:off x="2402682" y="1700210"/>
              <a:ext cx="5672133" cy="3757615"/>
            </a:xfrm>
            <a:prstGeom prst="bentConnector5">
              <a:avLst>
                <a:gd name="adj1" fmla="val -4030"/>
                <a:gd name="adj2" fmla="val 50000"/>
                <a:gd name="adj3" fmla="val 10403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B267EA47-D0F2-7523-45E5-5DF4C3472EEC}"/>
                </a:ext>
              </a:extLst>
            </p:cNvPr>
            <p:cNvCxnSpPr>
              <a:cxnSpLocks/>
              <a:stCxn id="11" idx="2"/>
              <a:endCxn id="12" idx="0"/>
            </p:cNvCxnSpPr>
            <p:nvPr/>
          </p:nvCxnSpPr>
          <p:spPr>
            <a:xfrm>
              <a:off x="7117557" y="1543051"/>
              <a:ext cx="0" cy="4572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9FF26710-8F50-C788-4655-A81007AC5FF5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>
              <a:off x="7117557" y="4071939"/>
              <a:ext cx="0" cy="4143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BE6D1798-9A13-2D97-5F9C-CA877871C74B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7117557" y="2800351"/>
              <a:ext cx="0" cy="47148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42764D74-6B32-8C91-5D7B-6B9D489F277B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7117557" y="5286375"/>
              <a:ext cx="0" cy="34289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6AF761A0-8892-9DEB-B8B4-00174DCA5D17}"/>
                </a:ext>
              </a:extLst>
            </p:cNvPr>
            <p:cNvCxnSpPr>
              <a:cxnSpLocks/>
              <a:stCxn id="15" idx="2"/>
              <a:endCxn id="17" idx="0"/>
            </p:cNvCxnSpPr>
            <p:nvPr/>
          </p:nvCxnSpPr>
          <p:spPr>
            <a:xfrm flipH="1">
              <a:off x="7117556" y="6429373"/>
              <a:ext cx="1" cy="42862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39109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组合 88">
            <a:extLst>
              <a:ext uri="{FF2B5EF4-FFF2-40B4-BE49-F238E27FC236}">
                <a16:creationId xmlns:a16="http://schemas.microsoft.com/office/drawing/2014/main" id="{0AF36B1D-357A-D4DE-B8C7-44B603FD1681}"/>
              </a:ext>
            </a:extLst>
          </p:cNvPr>
          <p:cNvGrpSpPr/>
          <p:nvPr/>
        </p:nvGrpSpPr>
        <p:grpSpPr>
          <a:xfrm>
            <a:off x="500593" y="530052"/>
            <a:ext cx="11190813" cy="5008368"/>
            <a:chOff x="542786" y="-41448"/>
            <a:chExt cx="11190813" cy="5008368"/>
          </a:xfrm>
        </p:grpSpPr>
        <p:sp>
          <p:nvSpPr>
            <p:cNvPr id="8" name="平行四边形 7">
              <a:extLst>
                <a:ext uri="{FF2B5EF4-FFF2-40B4-BE49-F238E27FC236}">
                  <a16:creationId xmlns:a16="http://schemas.microsoft.com/office/drawing/2014/main" id="{6A330C50-8782-0642-91A2-0167079A305D}"/>
                </a:ext>
              </a:extLst>
            </p:cNvPr>
            <p:cNvSpPr/>
            <p:nvPr/>
          </p:nvSpPr>
          <p:spPr>
            <a:xfrm rot="12403363">
              <a:off x="1968590" y="2617318"/>
              <a:ext cx="2474638" cy="2178679"/>
            </a:xfrm>
            <a:prstGeom prst="parallelogram">
              <a:avLst>
                <a:gd name="adj" fmla="val 5503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平行四边形 6">
              <a:extLst>
                <a:ext uri="{FF2B5EF4-FFF2-40B4-BE49-F238E27FC236}">
                  <a16:creationId xmlns:a16="http://schemas.microsoft.com/office/drawing/2014/main" id="{A9C9FEFC-D0BA-906C-7936-5AE42C08F2E1}"/>
                </a:ext>
              </a:extLst>
            </p:cNvPr>
            <p:cNvSpPr/>
            <p:nvPr/>
          </p:nvSpPr>
          <p:spPr>
            <a:xfrm rot="12403363">
              <a:off x="1832669" y="2658128"/>
              <a:ext cx="1863171" cy="1365237"/>
            </a:xfrm>
            <a:prstGeom prst="parallelogram">
              <a:avLst>
                <a:gd name="adj" fmla="val 58487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平行四边形 5">
              <a:extLst>
                <a:ext uri="{FF2B5EF4-FFF2-40B4-BE49-F238E27FC236}">
                  <a16:creationId xmlns:a16="http://schemas.microsoft.com/office/drawing/2014/main" id="{87E667B6-BE5A-987A-61A6-AFF9034AB205}"/>
                </a:ext>
              </a:extLst>
            </p:cNvPr>
            <p:cNvSpPr/>
            <p:nvPr/>
          </p:nvSpPr>
          <p:spPr>
            <a:xfrm rot="12403363">
              <a:off x="1939078" y="1253064"/>
              <a:ext cx="2373964" cy="1959847"/>
            </a:xfrm>
            <a:prstGeom prst="parallelogram">
              <a:avLst>
                <a:gd name="adj" fmla="val 5503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平行四边形 3">
              <a:extLst>
                <a:ext uri="{FF2B5EF4-FFF2-40B4-BE49-F238E27FC236}">
                  <a16:creationId xmlns:a16="http://schemas.microsoft.com/office/drawing/2014/main" id="{433E83C5-5EBA-D2FF-426F-3E6D291F20B1}"/>
                </a:ext>
              </a:extLst>
            </p:cNvPr>
            <p:cNvSpPr/>
            <p:nvPr/>
          </p:nvSpPr>
          <p:spPr>
            <a:xfrm rot="12403363">
              <a:off x="1851386" y="1291092"/>
              <a:ext cx="2124554" cy="1510568"/>
            </a:xfrm>
            <a:prstGeom prst="parallelogram">
              <a:avLst>
                <a:gd name="adj" fmla="val 58487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C1757E42-CE6F-F414-1E1F-688778C30C2C}"/>
                </a:ext>
              </a:extLst>
            </p:cNvPr>
            <p:cNvCxnSpPr>
              <a:cxnSpLocks/>
            </p:cNvCxnSpPr>
            <p:nvPr/>
          </p:nvCxnSpPr>
          <p:spPr>
            <a:xfrm>
              <a:off x="1448048" y="2203056"/>
              <a:ext cx="0" cy="1973855"/>
            </a:xfrm>
            <a:prstGeom prst="straightConnector1">
              <a:avLst/>
            </a:prstGeom>
            <a:ln w="1905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81614F8F-5524-2CEC-1CBB-98B30490B327}"/>
                </a:ext>
              </a:extLst>
            </p:cNvPr>
            <p:cNvCxnSpPr>
              <a:cxnSpLocks/>
            </p:cNvCxnSpPr>
            <p:nvPr/>
          </p:nvCxnSpPr>
          <p:spPr>
            <a:xfrm>
              <a:off x="1442231" y="4300338"/>
              <a:ext cx="1220651" cy="598067"/>
            </a:xfrm>
            <a:prstGeom prst="straightConnector1">
              <a:avLst/>
            </a:prstGeom>
            <a:ln w="1905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CDC987DE-FFEE-B9FD-C355-56696D0532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03259" y="3374121"/>
              <a:ext cx="2136280" cy="1474824"/>
            </a:xfrm>
            <a:prstGeom prst="straightConnector1">
              <a:avLst/>
            </a:prstGeom>
            <a:ln w="1905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BC2DF548-2ECF-B79F-8751-21A0491E43BD}"/>
                    </a:ext>
                  </a:extLst>
                </p:cNvPr>
                <p:cNvSpPr txBox="1"/>
                <p:nvPr/>
              </p:nvSpPr>
              <p:spPr>
                <a:xfrm>
                  <a:off x="2320843" y="1872348"/>
                  <a:ext cx="107526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BC2DF548-2ECF-B79F-8751-21A0491E43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843" y="1872348"/>
                  <a:ext cx="107526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1E18187F-7ACE-DE07-635C-BAE900C25E6C}"/>
                    </a:ext>
                  </a:extLst>
                </p:cNvPr>
                <p:cNvSpPr txBox="1"/>
                <p:nvPr/>
              </p:nvSpPr>
              <p:spPr>
                <a:xfrm>
                  <a:off x="2320843" y="3149946"/>
                  <a:ext cx="107526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1E18187F-7ACE-DE07-635C-BAE900C25E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843" y="3149946"/>
                  <a:ext cx="107526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B3A8C61C-54BB-FE0B-5BD8-F7FF866780D3}"/>
                    </a:ext>
                  </a:extLst>
                </p:cNvPr>
                <p:cNvSpPr txBox="1"/>
                <p:nvPr/>
              </p:nvSpPr>
              <p:spPr>
                <a:xfrm>
                  <a:off x="2124214" y="4032968"/>
                  <a:ext cx="107526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B3A8C61C-54BB-FE0B-5BD8-F7FF866780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4214" y="4032968"/>
                  <a:ext cx="107526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D307D1AD-5F06-90B5-B949-4AC24461F743}"/>
                    </a:ext>
                  </a:extLst>
                </p:cNvPr>
                <p:cNvSpPr txBox="1"/>
                <p:nvPr/>
              </p:nvSpPr>
              <p:spPr>
                <a:xfrm>
                  <a:off x="542786" y="2522013"/>
                  <a:ext cx="1075266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altLang="zh-CN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altLang="zh-CN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D307D1AD-5F06-90B5-B949-4AC24461F7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786" y="2522013"/>
                  <a:ext cx="1075266" cy="92333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E6D00511-ACA1-C1DA-CD7D-946900EE130A}"/>
                    </a:ext>
                  </a:extLst>
                </p:cNvPr>
                <p:cNvSpPr txBox="1"/>
                <p:nvPr/>
              </p:nvSpPr>
              <p:spPr>
                <a:xfrm rot="1537134">
                  <a:off x="1276045" y="4597588"/>
                  <a:ext cx="122065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=1,⋯,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E6D00511-ACA1-C1DA-CD7D-946900EE13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537134">
                  <a:off x="1276045" y="4597588"/>
                  <a:ext cx="1220651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1932" b="-352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FD6E9F99-F53C-3A62-7162-9DD962F6DC92}"/>
                </a:ext>
              </a:extLst>
            </p:cNvPr>
            <p:cNvCxnSpPr>
              <a:cxnSpLocks/>
            </p:cNvCxnSpPr>
            <p:nvPr/>
          </p:nvCxnSpPr>
          <p:spPr>
            <a:xfrm>
              <a:off x="4202113" y="1872348"/>
              <a:ext cx="13718" cy="2083910"/>
            </a:xfrm>
            <a:prstGeom prst="straightConnector1">
              <a:avLst/>
            </a:prstGeom>
            <a:ln w="19050">
              <a:prstDash val="dash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EF63FE82-4D09-324F-A6D2-A0CADC1BD6CE}"/>
                </a:ext>
              </a:extLst>
            </p:cNvPr>
            <p:cNvCxnSpPr>
              <a:cxnSpLocks/>
            </p:cNvCxnSpPr>
            <p:nvPr/>
          </p:nvCxnSpPr>
          <p:spPr>
            <a:xfrm>
              <a:off x="4598433" y="1863022"/>
              <a:ext cx="21796" cy="1843635"/>
            </a:xfrm>
            <a:prstGeom prst="straightConnector1">
              <a:avLst/>
            </a:prstGeom>
            <a:ln w="19050">
              <a:prstDash val="dash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BF06C0D-A8D4-3FC1-C1FD-C1FCCCFB0CCA}"/>
                </a:ext>
              </a:extLst>
            </p:cNvPr>
            <p:cNvCxnSpPr>
              <a:cxnSpLocks/>
            </p:cNvCxnSpPr>
            <p:nvPr/>
          </p:nvCxnSpPr>
          <p:spPr>
            <a:xfrm>
              <a:off x="3896206" y="3149946"/>
              <a:ext cx="0" cy="1070667"/>
            </a:xfrm>
            <a:prstGeom prst="straightConnector1">
              <a:avLst/>
            </a:prstGeom>
            <a:ln w="19050">
              <a:prstDash val="dash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322ECC6D-7B79-BA60-8B4C-A15445BC0E33}"/>
                    </a:ext>
                  </a:extLst>
                </p:cNvPr>
                <p:cNvSpPr txBox="1"/>
                <p:nvPr/>
              </p:nvSpPr>
              <p:spPr>
                <a:xfrm rot="19446777">
                  <a:off x="3030379" y="4108491"/>
                  <a:ext cx="227373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            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  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322ECC6D-7B79-BA60-8B4C-A15445BC0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446777">
                  <a:off x="3030379" y="4108491"/>
                  <a:ext cx="2273735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E2652BFE-391C-18DC-A224-F88584C89E54}"/>
                </a:ext>
              </a:extLst>
            </p:cNvPr>
            <p:cNvSpPr/>
            <p:nvPr/>
          </p:nvSpPr>
          <p:spPr>
            <a:xfrm>
              <a:off x="2589141" y="3219802"/>
              <a:ext cx="2176141" cy="1474824"/>
            </a:xfrm>
            <a:custGeom>
              <a:avLst/>
              <a:gdLst>
                <a:gd name="connsiteX0" fmla="*/ 118533 w 2057400"/>
                <a:gd name="connsiteY0" fmla="*/ 1363134 h 1363134"/>
                <a:gd name="connsiteX1" fmla="*/ 0 w 2057400"/>
                <a:gd name="connsiteY1" fmla="*/ 1295400 h 1363134"/>
                <a:gd name="connsiteX2" fmla="*/ 1862667 w 2057400"/>
                <a:gd name="connsiteY2" fmla="*/ 0 h 1363134"/>
                <a:gd name="connsiteX3" fmla="*/ 2057400 w 2057400"/>
                <a:gd name="connsiteY3" fmla="*/ 59267 h 1363134"/>
                <a:gd name="connsiteX4" fmla="*/ 118533 w 2057400"/>
                <a:gd name="connsiteY4" fmla="*/ 1363134 h 136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0" h="1363134">
                  <a:moveTo>
                    <a:pt x="118533" y="1363134"/>
                  </a:moveTo>
                  <a:lnTo>
                    <a:pt x="0" y="1295400"/>
                  </a:lnTo>
                  <a:lnTo>
                    <a:pt x="1862667" y="0"/>
                  </a:lnTo>
                  <a:lnTo>
                    <a:pt x="2057400" y="59267"/>
                  </a:lnTo>
                  <a:lnTo>
                    <a:pt x="118533" y="1363134"/>
                  </a:lnTo>
                  <a:close/>
                </a:path>
              </a:pathLst>
            </a:cu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C8ADB5C0-F52A-5CD5-736D-82E11AD79B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31473" y="1566201"/>
              <a:ext cx="0" cy="2567972"/>
            </a:xfrm>
            <a:prstGeom prst="straightConnector1">
              <a:avLst/>
            </a:prstGeom>
            <a:ln w="1905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EB93EFF8-872E-01A6-BF5B-4AE9A641DDE8}"/>
                </a:ext>
              </a:extLst>
            </p:cNvPr>
            <p:cNvCxnSpPr>
              <a:cxnSpLocks/>
            </p:cNvCxnSpPr>
            <p:nvPr/>
          </p:nvCxnSpPr>
          <p:spPr>
            <a:xfrm>
              <a:off x="6931473" y="4134173"/>
              <a:ext cx="4443494" cy="0"/>
            </a:xfrm>
            <a:prstGeom prst="straightConnector1">
              <a:avLst/>
            </a:prstGeom>
            <a:ln w="1905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22EA73A-55C4-7581-A3CD-66A19A63B4CD}"/>
                </a:ext>
              </a:extLst>
            </p:cNvPr>
            <p:cNvSpPr/>
            <p:nvPr/>
          </p:nvSpPr>
          <p:spPr>
            <a:xfrm>
              <a:off x="7125632" y="1876082"/>
              <a:ext cx="3882383" cy="164692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41897AEA-B7CB-2F6A-5352-F7649BC68981}"/>
                </a:ext>
              </a:extLst>
            </p:cNvPr>
            <p:cNvSpPr/>
            <p:nvPr/>
          </p:nvSpPr>
          <p:spPr>
            <a:xfrm>
              <a:off x="7125633" y="1744028"/>
              <a:ext cx="895960" cy="185807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8D45870-82E9-BB6C-2F24-41A7BBAF679F}"/>
                </a:ext>
              </a:extLst>
            </p:cNvPr>
            <p:cNvSpPr/>
            <p:nvPr/>
          </p:nvSpPr>
          <p:spPr>
            <a:xfrm>
              <a:off x="8133166" y="1753354"/>
              <a:ext cx="895960" cy="185807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7DE49292-8F80-38C6-9BD0-452340F6F58B}"/>
                </a:ext>
              </a:extLst>
            </p:cNvPr>
            <p:cNvSpPr/>
            <p:nvPr/>
          </p:nvSpPr>
          <p:spPr>
            <a:xfrm>
              <a:off x="9131655" y="1753354"/>
              <a:ext cx="895960" cy="185807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45B7FD24-39AD-AF12-4A72-2C5D0C39A873}"/>
                </a:ext>
              </a:extLst>
            </p:cNvPr>
            <p:cNvSpPr/>
            <p:nvPr/>
          </p:nvSpPr>
          <p:spPr>
            <a:xfrm>
              <a:off x="10112056" y="1753354"/>
              <a:ext cx="895960" cy="1858078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1FD10FB3-A6B1-C82D-5F76-0BF32B67DE4E}"/>
                </a:ext>
              </a:extLst>
            </p:cNvPr>
            <p:cNvSpPr/>
            <p:nvPr/>
          </p:nvSpPr>
          <p:spPr>
            <a:xfrm>
              <a:off x="7069847" y="3642240"/>
              <a:ext cx="1007531" cy="390728"/>
            </a:xfrm>
            <a:prstGeom prst="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分块</a:t>
              </a:r>
              <a:r>
                <a:rPr lang="en-US" altLang="zh-CN" dirty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BF2C5D0B-BA39-9592-54F5-3600BC89EABA}"/>
                    </a:ext>
                  </a:extLst>
                </p:cNvPr>
                <p:cNvSpPr/>
                <p:nvPr/>
              </p:nvSpPr>
              <p:spPr>
                <a:xfrm>
                  <a:off x="9972006" y="3659974"/>
                  <a:ext cx="1007531" cy="390728"/>
                </a:xfrm>
                <a:prstGeom prst="rect">
                  <a:avLst/>
                </a:prstGeom>
                <a:solidFill>
                  <a:srgbClr val="92D0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dirty="0">
                      <a:solidFill>
                        <a:schemeClr val="tx1"/>
                      </a:solidFill>
                    </a:rPr>
                    <a:t>分块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</m:oMath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BF2C5D0B-BA39-9592-54F5-3600BC89EA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2006" y="3659974"/>
                  <a:ext cx="1007531" cy="390728"/>
                </a:xfrm>
                <a:prstGeom prst="rect">
                  <a:avLst/>
                </a:prstGeom>
                <a:blipFill>
                  <a:blip r:embed="rId8"/>
                  <a:stretch>
                    <a:fillRect l="-599" t="-3030" b="-196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D0095F0C-91B2-6370-A98F-13E30862E086}"/>
                    </a:ext>
                  </a:extLst>
                </p:cNvPr>
                <p:cNvSpPr txBox="1"/>
                <p:nvPr/>
              </p:nvSpPr>
              <p:spPr>
                <a:xfrm>
                  <a:off x="6145539" y="1665796"/>
                  <a:ext cx="785933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lang="en-US" altLang="zh-CN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D0095F0C-91B2-6370-A98F-13E30862E0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5539" y="1665796"/>
                  <a:ext cx="785933" cy="646331"/>
                </a:xfrm>
                <a:prstGeom prst="rect">
                  <a:avLst/>
                </a:prstGeom>
                <a:blipFill>
                  <a:blip r:embed="rId9"/>
                  <a:stretch>
                    <a:fillRect b="-75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9532F324-F4F5-EBB1-4BD3-F1A50E0A6541}"/>
                    </a:ext>
                  </a:extLst>
                </p:cNvPr>
                <p:cNvSpPr txBox="1"/>
                <p:nvPr/>
              </p:nvSpPr>
              <p:spPr>
                <a:xfrm>
                  <a:off x="7139351" y="1942795"/>
                  <a:ext cx="7859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9532F324-F4F5-EBB1-4BD3-F1A50E0A65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9351" y="1942795"/>
                  <a:ext cx="785933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7A25C0DE-EFCE-E9D8-B6B6-6DF713D64DC7}"/>
                </a:ext>
              </a:extLst>
            </p:cNvPr>
            <p:cNvCxnSpPr>
              <a:cxnSpLocks/>
            </p:cNvCxnSpPr>
            <p:nvPr/>
          </p:nvCxnSpPr>
          <p:spPr>
            <a:xfrm>
              <a:off x="7125632" y="2460936"/>
              <a:ext cx="895961" cy="0"/>
            </a:xfrm>
            <a:prstGeom prst="line">
              <a:avLst/>
            </a:prstGeom>
            <a:ln w="1905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左大括号 65">
              <a:extLst>
                <a:ext uri="{FF2B5EF4-FFF2-40B4-BE49-F238E27FC236}">
                  <a16:creationId xmlns:a16="http://schemas.microsoft.com/office/drawing/2014/main" id="{7C62E6A0-3DDB-B984-DA54-BDEC672C30CF}"/>
                </a:ext>
              </a:extLst>
            </p:cNvPr>
            <p:cNvSpPr/>
            <p:nvPr/>
          </p:nvSpPr>
          <p:spPr>
            <a:xfrm rot="16200000">
              <a:off x="7463056" y="2137233"/>
              <a:ext cx="234838" cy="882241"/>
            </a:xfrm>
            <a:prstGeom prst="leftBrace">
              <a:avLst>
                <a:gd name="adj1" fmla="val 8333"/>
                <a:gd name="adj2" fmla="val 5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DFF03D94-5DE6-BD05-39C4-79BC920420A6}"/>
                    </a:ext>
                  </a:extLst>
                </p:cNvPr>
                <p:cNvSpPr txBox="1"/>
                <p:nvPr/>
              </p:nvSpPr>
              <p:spPr>
                <a:xfrm>
                  <a:off x="7069847" y="2675901"/>
                  <a:ext cx="11982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400" dirty="0"/>
                    <a:t>窗口长度</a:t>
                  </a:r>
                  <a14:m>
                    <m:oMath xmlns:m="http://schemas.openxmlformats.org/officeDocument/2006/math">
                      <m:r>
                        <a:rPr lang="en-US" altLang="zh-CN" sz="1400" b="1" i="1" smtClean="0">
                          <a:latin typeface="Cambria Math" panose="02040503050406030204" pitchFamily="18" charset="0"/>
                        </a:rPr>
                        <m:t>𝒍</m:t>
                      </m:r>
                    </m:oMath>
                  </a14:m>
                  <a:endParaRPr lang="zh-CN" altLang="en-US" sz="1400" b="1" dirty="0"/>
                </a:p>
              </p:txBody>
            </p:sp>
          </mc:Choice>
          <mc:Fallback xmlns="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DFF03D94-5DE6-BD05-39C4-79BC920420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9847" y="2675901"/>
                  <a:ext cx="1198231" cy="307777"/>
                </a:xfrm>
                <a:prstGeom prst="rect">
                  <a:avLst/>
                </a:prstGeom>
                <a:blipFill>
                  <a:blip r:embed="rId11"/>
                  <a:stretch>
                    <a:fillRect l="-1531" t="-4000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53B97413-583E-BB5B-E279-2B4E1DB205E1}"/>
                    </a:ext>
                  </a:extLst>
                </p:cNvPr>
                <p:cNvSpPr txBox="1"/>
                <p:nvPr/>
              </p:nvSpPr>
              <p:spPr>
                <a:xfrm>
                  <a:off x="8183657" y="2371731"/>
                  <a:ext cx="7859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53B97413-583E-BB5B-E279-2B4E1DB20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3657" y="2371731"/>
                  <a:ext cx="785933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E0E1FC8A-6F83-9E72-D18A-FE2C64D20F20}"/>
                </a:ext>
              </a:extLst>
            </p:cNvPr>
            <p:cNvCxnSpPr>
              <a:cxnSpLocks/>
            </p:cNvCxnSpPr>
            <p:nvPr/>
          </p:nvCxnSpPr>
          <p:spPr>
            <a:xfrm>
              <a:off x="8133166" y="2829789"/>
              <a:ext cx="895961" cy="0"/>
            </a:xfrm>
            <a:prstGeom prst="line">
              <a:avLst/>
            </a:prstGeom>
            <a:ln w="1905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5F743956-1788-3B16-2BE4-429FB55E3711}"/>
                    </a:ext>
                  </a:extLst>
                </p:cNvPr>
                <p:cNvSpPr txBox="1"/>
                <p:nvPr/>
              </p:nvSpPr>
              <p:spPr>
                <a:xfrm>
                  <a:off x="9186668" y="2564285"/>
                  <a:ext cx="7859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5F743956-1788-3B16-2BE4-429FB55E37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86668" y="2564285"/>
                  <a:ext cx="78593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717886EF-3B38-0F06-7C5C-A309DCA1D78B}"/>
                    </a:ext>
                  </a:extLst>
                </p:cNvPr>
                <p:cNvSpPr txBox="1"/>
                <p:nvPr/>
              </p:nvSpPr>
              <p:spPr>
                <a:xfrm>
                  <a:off x="10130143" y="2829336"/>
                  <a:ext cx="785933" cy="3931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717886EF-3B38-0F06-7C5C-A309DCA1D7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30143" y="2829336"/>
                  <a:ext cx="785933" cy="393121"/>
                </a:xfrm>
                <a:prstGeom prst="rect">
                  <a:avLst/>
                </a:prstGeom>
                <a:blipFill>
                  <a:blip r:embed="rId14"/>
                  <a:stretch>
                    <a:fillRect r="-7752" b="-78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FF9AEA5D-0564-A17E-D109-62272F69552A}"/>
                </a:ext>
              </a:extLst>
            </p:cNvPr>
            <p:cNvCxnSpPr>
              <a:cxnSpLocks/>
            </p:cNvCxnSpPr>
            <p:nvPr/>
          </p:nvCxnSpPr>
          <p:spPr>
            <a:xfrm>
              <a:off x="10130143" y="3268780"/>
              <a:ext cx="895961" cy="0"/>
            </a:xfrm>
            <a:prstGeom prst="line">
              <a:avLst/>
            </a:prstGeom>
            <a:ln w="19050">
              <a:solidFill>
                <a:schemeClr val="tx1"/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C7841994-F379-8668-074A-328C613B7D60}"/>
                    </a:ext>
                  </a:extLst>
                </p:cNvPr>
                <p:cNvSpPr txBox="1"/>
                <p:nvPr/>
              </p:nvSpPr>
              <p:spPr>
                <a:xfrm>
                  <a:off x="9113567" y="2648157"/>
                  <a:ext cx="785933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4000" dirty="0"/>
                    <a:t> </a:t>
                  </a:r>
                  <a14:m>
                    <m:oMath xmlns:m="http://schemas.openxmlformats.org/officeDocument/2006/math">
                      <m:r>
                        <a:rPr lang="en-US" altLang="zh-CN" sz="4000" b="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a14:m>
                  <a:endParaRPr lang="en-US" altLang="zh-CN" sz="4000" b="0" dirty="0"/>
                </a:p>
              </p:txBody>
            </p:sp>
          </mc:Choice>
          <mc:Fallback xmlns="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C7841994-F379-8668-074A-328C613B7D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13567" y="2648157"/>
                  <a:ext cx="785933" cy="707886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EB4F9A10-67A3-3788-C36C-E6DD3C35B320}"/>
                    </a:ext>
                  </a:extLst>
                </p:cNvPr>
                <p:cNvSpPr txBox="1"/>
                <p:nvPr/>
              </p:nvSpPr>
              <p:spPr>
                <a:xfrm>
                  <a:off x="8576623" y="3512727"/>
                  <a:ext cx="1007531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4000" dirty="0"/>
                    <a:t> </a:t>
                  </a:r>
                  <a14:m>
                    <m:oMath xmlns:m="http://schemas.openxmlformats.org/officeDocument/2006/math">
                      <m:r>
                        <a:rPr lang="en-US" altLang="zh-CN" sz="4000" b="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a14:m>
                  <a:endParaRPr lang="en-US" altLang="zh-CN" sz="4000" b="0" dirty="0"/>
                </a:p>
              </p:txBody>
            </p:sp>
          </mc:Choice>
          <mc:Fallback xmlns="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EB4F9A10-67A3-3788-C36C-E6DD3C35B3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76623" y="3512727"/>
                  <a:ext cx="1007531" cy="70788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FB5CFCE7-5292-950B-A061-E9AC67C732CF}"/>
                    </a:ext>
                  </a:extLst>
                </p:cNvPr>
                <p:cNvSpPr txBox="1"/>
                <p:nvPr/>
              </p:nvSpPr>
              <p:spPr>
                <a:xfrm>
                  <a:off x="1409394" y="2683486"/>
                  <a:ext cx="712414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4000" dirty="0"/>
                    <a:t> </a:t>
                  </a:r>
                  <a14:m>
                    <m:oMath xmlns:m="http://schemas.openxmlformats.org/officeDocument/2006/math">
                      <m:r>
                        <a:rPr lang="en-US" altLang="zh-CN" sz="4000" b="0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CN" sz="4000" b="0" dirty="0"/>
                </a:p>
              </p:txBody>
            </p:sp>
          </mc:Choice>
          <mc:Fallback xmlns="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FB5CFCE7-5292-950B-A061-E9AC67C732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9394" y="2683486"/>
                  <a:ext cx="712414" cy="707886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FA1E51F8-61C9-D1A7-840E-723D7C354307}"/>
                    </a:ext>
                  </a:extLst>
                </p:cNvPr>
                <p:cNvSpPr txBox="1"/>
                <p:nvPr/>
              </p:nvSpPr>
              <p:spPr>
                <a:xfrm>
                  <a:off x="1423442" y="3469025"/>
                  <a:ext cx="712414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4000" dirty="0"/>
                    <a:t> </a:t>
                  </a:r>
                  <a14:m>
                    <m:oMath xmlns:m="http://schemas.openxmlformats.org/officeDocument/2006/math">
                      <m:r>
                        <a:rPr lang="en-US" altLang="zh-CN" sz="4000" b="0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CN" sz="4000" b="0" dirty="0"/>
                </a:p>
              </p:txBody>
            </p:sp>
          </mc:Choice>
          <mc:Fallback xmlns="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FA1E51F8-61C9-D1A7-840E-723D7C3543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23442" y="3469025"/>
                  <a:ext cx="712414" cy="707886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97BD9D76-9E38-0F50-1244-8220BC49E59A}"/>
                </a:ext>
              </a:extLst>
            </p:cNvPr>
            <p:cNvCxnSpPr>
              <a:cxnSpLocks/>
              <a:stCxn id="44" idx="3"/>
            </p:cNvCxnSpPr>
            <p:nvPr/>
          </p:nvCxnSpPr>
          <p:spPr>
            <a:xfrm>
              <a:off x="4765282" y="3283925"/>
              <a:ext cx="25285" cy="318181"/>
            </a:xfrm>
            <a:prstGeom prst="straightConnector1">
              <a:avLst/>
            </a:prstGeom>
            <a:ln w="19050">
              <a:prstDash val="dash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5" name="弧形 84">
              <a:extLst>
                <a:ext uri="{FF2B5EF4-FFF2-40B4-BE49-F238E27FC236}">
                  <a16:creationId xmlns:a16="http://schemas.microsoft.com/office/drawing/2014/main" id="{1318819A-CBE6-2173-6716-751F0C25E082}"/>
                </a:ext>
              </a:extLst>
            </p:cNvPr>
            <p:cNvSpPr/>
            <p:nvPr/>
          </p:nvSpPr>
          <p:spPr>
            <a:xfrm rot="8702798">
              <a:off x="2412252" y="-41448"/>
              <a:ext cx="4776338" cy="5004765"/>
            </a:xfrm>
            <a:prstGeom prst="arc">
              <a:avLst>
                <a:gd name="adj1" fmla="val 14323857"/>
                <a:gd name="adj2" fmla="val 20702257"/>
              </a:avLst>
            </a:prstGeom>
            <a:ln w="38100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4BC3856A-9F8E-9163-D04C-309931FCDDC7}"/>
                </a:ext>
              </a:extLst>
            </p:cNvPr>
            <p:cNvSpPr txBox="1"/>
            <p:nvPr/>
          </p:nvSpPr>
          <p:spPr>
            <a:xfrm>
              <a:off x="8359327" y="4167182"/>
              <a:ext cx="14149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分块窗口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209561B3-E4AC-563A-DD06-098E136E8197}"/>
                    </a:ext>
                  </a:extLst>
                </p:cNvPr>
                <p:cNvSpPr txBox="1"/>
                <p:nvPr/>
              </p:nvSpPr>
              <p:spPr>
                <a:xfrm>
                  <a:off x="10318608" y="4183691"/>
                  <a:ext cx="141499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209561B3-E4AC-563A-DD06-098E136E81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18608" y="4183691"/>
                  <a:ext cx="1414991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8038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组合 182">
            <a:extLst>
              <a:ext uri="{FF2B5EF4-FFF2-40B4-BE49-F238E27FC236}">
                <a16:creationId xmlns:a16="http://schemas.microsoft.com/office/drawing/2014/main" id="{EA923881-D756-10D0-8CA9-D2AED05AAC3D}"/>
              </a:ext>
            </a:extLst>
          </p:cNvPr>
          <p:cNvGrpSpPr/>
          <p:nvPr/>
        </p:nvGrpSpPr>
        <p:grpSpPr>
          <a:xfrm>
            <a:off x="1554472" y="-593515"/>
            <a:ext cx="5794830" cy="8045030"/>
            <a:chOff x="765201" y="-337142"/>
            <a:chExt cx="5794830" cy="8045030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31368A80-69E9-365E-9E5D-5024565C723E}"/>
                </a:ext>
              </a:extLst>
            </p:cNvPr>
            <p:cNvSpPr/>
            <p:nvPr/>
          </p:nvSpPr>
          <p:spPr>
            <a:xfrm>
              <a:off x="1243013" y="6149280"/>
              <a:ext cx="1785937" cy="360000"/>
            </a:xfrm>
            <a:prstGeom prst="roundRect">
              <a:avLst/>
            </a:prstGeom>
            <a:solidFill>
              <a:srgbClr val="F8C8E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输入词嵌入</a:t>
              </a:r>
            </a:p>
          </p:txBody>
        </p:sp>
        <p:sp>
          <p:nvSpPr>
            <p:cNvPr id="5" name="流程图: 或者 4">
              <a:extLst>
                <a:ext uri="{FF2B5EF4-FFF2-40B4-BE49-F238E27FC236}">
                  <a16:creationId xmlns:a16="http://schemas.microsoft.com/office/drawing/2014/main" id="{1ED751F6-99B1-AF2C-AF52-8695ADC586DC}"/>
                </a:ext>
              </a:extLst>
            </p:cNvPr>
            <p:cNvSpPr/>
            <p:nvPr/>
          </p:nvSpPr>
          <p:spPr>
            <a:xfrm>
              <a:off x="1955982" y="5536246"/>
              <a:ext cx="360000" cy="360000"/>
            </a:xfrm>
            <a:prstGeom prst="flowChartOr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A73B99E-14A5-D0E5-AD7B-2B3B87A000BF}"/>
                </a:ext>
              </a:extLst>
            </p:cNvPr>
            <p:cNvGrpSpPr/>
            <p:nvPr/>
          </p:nvGrpSpPr>
          <p:grpSpPr>
            <a:xfrm>
              <a:off x="1185473" y="5440742"/>
              <a:ext cx="553230" cy="582021"/>
              <a:chOff x="829733" y="3671887"/>
              <a:chExt cx="553230" cy="540000"/>
            </a:xfrm>
          </p:grpSpPr>
          <p:sp>
            <p:nvSpPr>
              <p:cNvPr id="6" name="流程图: 接点 5">
                <a:extLst>
                  <a:ext uri="{FF2B5EF4-FFF2-40B4-BE49-F238E27FC236}">
                    <a16:creationId xmlns:a16="http://schemas.microsoft.com/office/drawing/2014/main" id="{62D83FBB-6993-082F-0913-D3BEDCA62434}"/>
                  </a:ext>
                </a:extLst>
              </p:cNvPr>
              <p:cNvSpPr/>
              <p:nvPr/>
            </p:nvSpPr>
            <p:spPr>
              <a:xfrm>
                <a:off x="842963" y="3671887"/>
                <a:ext cx="540000" cy="540000"/>
              </a:xfrm>
              <a:prstGeom prst="flowChartConnector">
                <a:avLst/>
              </a:pr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任意多边形: 形状 6">
                <a:extLst>
                  <a:ext uri="{FF2B5EF4-FFF2-40B4-BE49-F238E27FC236}">
                    <a16:creationId xmlns:a16="http://schemas.microsoft.com/office/drawing/2014/main" id="{A55637AE-763B-177F-4537-E08D1B138E3B}"/>
                  </a:ext>
                </a:extLst>
              </p:cNvPr>
              <p:cNvSpPr/>
              <p:nvPr/>
            </p:nvSpPr>
            <p:spPr>
              <a:xfrm>
                <a:off x="829733" y="3818467"/>
                <a:ext cx="550334" cy="254066"/>
              </a:xfrm>
              <a:custGeom>
                <a:avLst/>
                <a:gdLst>
                  <a:gd name="connsiteX0" fmla="*/ 0 w 550334"/>
                  <a:gd name="connsiteY0" fmla="*/ 127000 h 254066"/>
                  <a:gd name="connsiteX1" fmla="*/ 127000 w 550334"/>
                  <a:gd name="connsiteY1" fmla="*/ 0 h 254066"/>
                  <a:gd name="connsiteX2" fmla="*/ 254000 w 550334"/>
                  <a:gd name="connsiteY2" fmla="*/ 127000 h 254066"/>
                  <a:gd name="connsiteX3" fmla="*/ 381000 w 550334"/>
                  <a:gd name="connsiteY3" fmla="*/ 254000 h 254066"/>
                  <a:gd name="connsiteX4" fmla="*/ 550334 w 550334"/>
                  <a:gd name="connsiteY4" fmla="*/ 110066 h 25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0334" h="254066">
                    <a:moveTo>
                      <a:pt x="0" y="127000"/>
                    </a:moveTo>
                    <a:cubicBezTo>
                      <a:pt x="42333" y="63500"/>
                      <a:pt x="84667" y="0"/>
                      <a:pt x="127000" y="0"/>
                    </a:cubicBezTo>
                    <a:cubicBezTo>
                      <a:pt x="169333" y="0"/>
                      <a:pt x="254000" y="127000"/>
                      <a:pt x="254000" y="127000"/>
                    </a:cubicBezTo>
                    <a:cubicBezTo>
                      <a:pt x="296333" y="169333"/>
                      <a:pt x="331611" y="256822"/>
                      <a:pt x="381000" y="254000"/>
                    </a:cubicBezTo>
                    <a:cubicBezTo>
                      <a:pt x="430389" y="251178"/>
                      <a:pt x="541867" y="122766"/>
                      <a:pt x="550334" y="110066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EF399ADD-1573-125F-65C9-51855A219886}"/>
                </a:ext>
              </a:extLst>
            </p:cNvPr>
            <p:cNvSpPr/>
            <p:nvPr/>
          </p:nvSpPr>
          <p:spPr>
            <a:xfrm>
              <a:off x="1243013" y="4600004"/>
              <a:ext cx="1785937" cy="36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多头注意力层</a:t>
              </a: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E83305AF-DFBD-E656-FFF6-5EFC126923C3}"/>
                </a:ext>
              </a:extLst>
            </p:cNvPr>
            <p:cNvSpPr/>
            <p:nvPr/>
          </p:nvSpPr>
          <p:spPr>
            <a:xfrm>
              <a:off x="1185473" y="3944557"/>
              <a:ext cx="1901016" cy="360000"/>
            </a:xfrm>
            <a:prstGeom prst="roundRect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相加和层归一化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4E0E94B5-3161-40FF-8E43-ECECEB775528}"/>
                </a:ext>
              </a:extLst>
            </p:cNvPr>
            <p:cNvSpPr/>
            <p:nvPr/>
          </p:nvSpPr>
          <p:spPr>
            <a:xfrm>
              <a:off x="1185473" y="3040290"/>
              <a:ext cx="1901016" cy="360000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前馈网络层</a:t>
              </a: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2B1EECFE-7E03-4B13-8D7A-D94F32D2D2B5}"/>
                </a:ext>
              </a:extLst>
            </p:cNvPr>
            <p:cNvSpPr/>
            <p:nvPr/>
          </p:nvSpPr>
          <p:spPr>
            <a:xfrm>
              <a:off x="1185473" y="2571461"/>
              <a:ext cx="1901016" cy="321105"/>
            </a:xfrm>
            <a:prstGeom prst="roundRect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相加和层归一化</a:t>
              </a: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6C8F331E-2BC4-80F5-B2E6-38A378160555}"/>
                </a:ext>
              </a:extLst>
            </p:cNvPr>
            <p:cNvSpPr/>
            <p:nvPr/>
          </p:nvSpPr>
          <p:spPr>
            <a:xfrm>
              <a:off x="4310063" y="6149280"/>
              <a:ext cx="1785937" cy="360000"/>
            </a:xfrm>
            <a:prstGeom prst="roundRect">
              <a:avLst/>
            </a:prstGeom>
            <a:solidFill>
              <a:srgbClr val="F8C8E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输出词嵌入</a:t>
              </a:r>
            </a:p>
          </p:txBody>
        </p:sp>
        <p:sp>
          <p:nvSpPr>
            <p:cNvPr id="14" name="流程图: 或者 13">
              <a:extLst>
                <a:ext uri="{FF2B5EF4-FFF2-40B4-BE49-F238E27FC236}">
                  <a16:creationId xmlns:a16="http://schemas.microsoft.com/office/drawing/2014/main" id="{05247C3C-911E-D8B5-AF88-0545D356EAC4}"/>
                </a:ext>
              </a:extLst>
            </p:cNvPr>
            <p:cNvSpPr/>
            <p:nvPr/>
          </p:nvSpPr>
          <p:spPr>
            <a:xfrm>
              <a:off x="5014576" y="5564367"/>
              <a:ext cx="360000" cy="360000"/>
            </a:xfrm>
            <a:prstGeom prst="flowChartOr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EEE0BCB5-6B4C-6040-BAF1-279AD5D246B5}"/>
                </a:ext>
              </a:extLst>
            </p:cNvPr>
            <p:cNvGrpSpPr/>
            <p:nvPr/>
          </p:nvGrpSpPr>
          <p:grpSpPr>
            <a:xfrm>
              <a:off x="5554576" y="5474367"/>
              <a:ext cx="553230" cy="540000"/>
              <a:chOff x="829733" y="3671887"/>
              <a:chExt cx="553230" cy="540000"/>
            </a:xfrm>
          </p:grpSpPr>
          <p:sp>
            <p:nvSpPr>
              <p:cNvPr id="16" name="流程图: 接点 15">
                <a:extLst>
                  <a:ext uri="{FF2B5EF4-FFF2-40B4-BE49-F238E27FC236}">
                    <a16:creationId xmlns:a16="http://schemas.microsoft.com/office/drawing/2014/main" id="{27831B17-3FBF-D5E4-7DB8-04438FA63AF4}"/>
                  </a:ext>
                </a:extLst>
              </p:cNvPr>
              <p:cNvSpPr/>
              <p:nvPr/>
            </p:nvSpPr>
            <p:spPr>
              <a:xfrm>
                <a:off x="842963" y="3671887"/>
                <a:ext cx="540000" cy="540000"/>
              </a:xfrm>
              <a:prstGeom prst="flowChartConnector">
                <a:avLst/>
              </a:pr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任意多边形: 形状 16">
                <a:extLst>
                  <a:ext uri="{FF2B5EF4-FFF2-40B4-BE49-F238E27FC236}">
                    <a16:creationId xmlns:a16="http://schemas.microsoft.com/office/drawing/2014/main" id="{253B850B-165A-8D01-0E0A-7B356A52EA9D}"/>
                  </a:ext>
                </a:extLst>
              </p:cNvPr>
              <p:cNvSpPr/>
              <p:nvPr/>
            </p:nvSpPr>
            <p:spPr>
              <a:xfrm>
                <a:off x="829733" y="3818467"/>
                <a:ext cx="550334" cy="254066"/>
              </a:xfrm>
              <a:custGeom>
                <a:avLst/>
                <a:gdLst>
                  <a:gd name="connsiteX0" fmla="*/ 0 w 550334"/>
                  <a:gd name="connsiteY0" fmla="*/ 127000 h 254066"/>
                  <a:gd name="connsiteX1" fmla="*/ 127000 w 550334"/>
                  <a:gd name="connsiteY1" fmla="*/ 0 h 254066"/>
                  <a:gd name="connsiteX2" fmla="*/ 254000 w 550334"/>
                  <a:gd name="connsiteY2" fmla="*/ 127000 h 254066"/>
                  <a:gd name="connsiteX3" fmla="*/ 381000 w 550334"/>
                  <a:gd name="connsiteY3" fmla="*/ 254000 h 254066"/>
                  <a:gd name="connsiteX4" fmla="*/ 550334 w 550334"/>
                  <a:gd name="connsiteY4" fmla="*/ 110066 h 25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0334" h="254066">
                    <a:moveTo>
                      <a:pt x="0" y="127000"/>
                    </a:moveTo>
                    <a:cubicBezTo>
                      <a:pt x="42333" y="63500"/>
                      <a:pt x="84667" y="0"/>
                      <a:pt x="127000" y="0"/>
                    </a:cubicBezTo>
                    <a:cubicBezTo>
                      <a:pt x="169333" y="0"/>
                      <a:pt x="254000" y="127000"/>
                      <a:pt x="254000" y="127000"/>
                    </a:cubicBezTo>
                    <a:cubicBezTo>
                      <a:pt x="296333" y="169333"/>
                      <a:pt x="331611" y="256822"/>
                      <a:pt x="381000" y="254000"/>
                    </a:cubicBezTo>
                    <a:cubicBezTo>
                      <a:pt x="430389" y="251178"/>
                      <a:pt x="541867" y="122766"/>
                      <a:pt x="550334" y="110066"/>
                    </a:cubicBezTo>
                  </a:path>
                </a:pathLst>
              </a:custGeom>
              <a:noFill/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612AEC69-3679-2DD6-F441-B1914C79C53C}"/>
                </a:ext>
              </a:extLst>
            </p:cNvPr>
            <p:cNvSpPr/>
            <p:nvPr/>
          </p:nvSpPr>
          <p:spPr>
            <a:xfrm>
              <a:off x="4318973" y="4455125"/>
              <a:ext cx="1785937" cy="62347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掩码多头</a:t>
              </a:r>
              <a:endParaRPr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注意力层</a:t>
              </a: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4C91096D-7554-62AC-2F2E-4C9290D76AC7}"/>
                </a:ext>
              </a:extLst>
            </p:cNvPr>
            <p:cNvSpPr/>
            <p:nvPr/>
          </p:nvSpPr>
          <p:spPr>
            <a:xfrm>
              <a:off x="4252524" y="3947394"/>
              <a:ext cx="1901016" cy="360000"/>
            </a:xfrm>
            <a:prstGeom prst="roundRect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相加和层归一化</a:t>
              </a:r>
            </a:p>
          </p:txBody>
        </p:sp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EDFB7663-2D97-9C06-A0BF-3EEDF8CE8C00}"/>
                </a:ext>
              </a:extLst>
            </p:cNvPr>
            <p:cNvSpPr/>
            <p:nvPr/>
          </p:nvSpPr>
          <p:spPr>
            <a:xfrm>
              <a:off x="4222111" y="3038529"/>
              <a:ext cx="1901016" cy="36138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多头注意力层</a:t>
              </a: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0816FD31-0B9D-02D2-A723-6DF164CB5504}"/>
                </a:ext>
              </a:extLst>
            </p:cNvPr>
            <p:cNvSpPr/>
            <p:nvPr/>
          </p:nvSpPr>
          <p:spPr>
            <a:xfrm>
              <a:off x="4222111" y="2493766"/>
              <a:ext cx="1901016" cy="361387"/>
            </a:xfrm>
            <a:prstGeom prst="roundRect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相加和层归一化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C930CB1-EF57-CC04-95C3-2DDE2B555C2A}"/>
                </a:ext>
              </a:extLst>
            </p:cNvPr>
            <p:cNvSpPr/>
            <p:nvPr/>
          </p:nvSpPr>
          <p:spPr>
            <a:xfrm>
              <a:off x="4222110" y="1858474"/>
              <a:ext cx="1901016" cy="361387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前馈网络层</a:t>
              </a: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D46919A1-BED7-9EB3-318E-2A91D5322465}"/>
                </a:ext>
              </a:extLst>
            </p:cNvPr>
            <p:cNvSpPr/>
            <p:nvPr/>
          </p:nvSpPr>
          <p:spPr>
            <a:xfrm>
              <a:off x="4222110" y="1414975"/>
              <a:ext cx="1901016" cy="321105"/>
            </a:xfrm>
            <a:prstGeom prst="roundRect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相加和层归一化</a:t>
              </a: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E74503CD-6796-B89A-A07E-12A0C2D068CD}"/>
                </a:ext>
              </a:extLst>
            </p:cNvPr>
            <p:cNvSpPr/>
            <p:nvPr/>
          </p:nvSpPr>
          <p:spPr>
            <a:xfrm>
              <a:off x="4222110" y="812158"/>
              <a:ext cx="1901016" cy="32110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全连接层</a:t>
              </a: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713B12FA-F0AA-E401-A9EE-A06AA1E3BAE5}"/>
                </a:ext>
              </a:extLst>
            </p:cNvPr>
            <p:cNvSpPr/>
            <p:nvPr/>
          </p:nvSpPr>
          <p:spPr>
            <a:xfrm>
              <a:off x="4222111" y="379285"/>
              <a:ext cx="1901016" cy="321105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归一化指数函数</a:t>
              </a:r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3C3F5106-E44E-1ED5-FA31-EF2BFEC0CA0F}"/>
                </a:ext>
              </a:extLst>
            </p:cNvPr>
            <p:cNvCxnSpPr>
              <a:cxnSpLocks/>
              <a:endCxn id="4" idx="2"/>
            </p:cNvCxnSpPr>
            <p:nvPr/>
          </p:nvCxnSpPr>
          <p:spPr>
            <a:xfrm flipV="1">
              <a:off x="2135980" y="6509280"/>
              <a:ext cx="2" cy="348720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A8E27AA5-9CCE-CE1C-8FE6-2175019E5A6E}"/>
                </a:ext>
              </a:extLst>
            </p:cNvPr>
            <p:cNvCxnSpPr>
              <a:cxnSpLocks/>
              <a:stCxn id="4" idx="0"/>
              <a:endCxn id="5" idx="4"/>
            </p:cNvCxnSpPr>
            <p:nvPr/>
          </p:nvCxnSpPr>
          <p:spPr>
            <a:xfrm flipV="1">
              <a:off x="2135982" y="5896246"/>
              <a:ext cx="0" cy="253034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47891365-104B-3F5D-CC9F-15F87563E42D}"/>
                </a:ext>
              </a:extLst>
            </p:cNvPr>
            <p:cNvCxnSpPr>
              <a:cxnSpLocks/>
              <a:stCxn id="7" idx="4"/>
              <a:endCxn id="5" idx="2"/>
            </p:cNvCxnSpPr>
            <p:nvPr/>
          </p:nvCxnSpPr>
          <p:spPr>
            <a:xfrm flipV="1">
              <a:off x="1735807" y="5716246"/>
              <a:ext cx="220175" cy="1113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9BF48A55-C7EB-158E-6E18-C3F6CAE54798}"/>
                </a:ext>
              </a:extLst>
            </p:cNvPr>
            <p:cNvCxnSpPr>
              <a:cxnSpLocks/>
              <a:stCxn id="5" idx="0"/>
              <a:endCxn id="9" idx="2"/>
            </p:cNvCxnSpPr>
            <p:nvPr/>
          </p:nvCxnSpPr>
          <p:spPr>
            <a:xfrm flipV="1">
              <a:off x="2135982" y="4960004"/>
              <a:ext cx="0" cy="576242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左大括号 53">
              <a:extLst>
                <a:ext uri="{FF2B5EF4-FFF2-40B4-BE49-F238E27FC236}">
                  <a16:creationId xmlns:a16="http://schemas.microsoft.com/office/drawing/2014/main" id="{3E4C0879-1D69-32D8-B304-05B08E9C5DD8}"/>
                </a:ext>
              </a:extLst>
            </p:cNvPr>
            <p:cNvSpPr/>
            <p:nvPr/>
          </p:nvSpPr>
          <p:spPr>
            <a:xfrm rot="16200000">
              <a:off x="1995123" y="4520204"/>
              <a:ext cx="391004" cy="1295239"/>
            </a:xfrm>
            <a:prstGeom prst="leftBrace">
              <a:avLst>
                <a:gd name="adj1" fmla="val 8333"/>
                <a:gd name="adj2" fmla="val 45926"/>
              </a:avLst>
            </a:prstGeom>
            <a:ln w="28575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E3C25E6B-99D0-0A99-8194-992EB83C12EC}"/>
                </a:ext>
              </a:extLst>
            </p:cNvPr>
            <p:cNvCxnSpPr>
              <a:cxnSpLocks/>
              <a:stCxn id="54" idx="1"/>
              <a:endCxn id="10" idx="1"/>
            </p:cNvCxnSpPr>
            <p:nvPr/>
          </p:nvCxnSpPr>
          <p:spPr>
            <a:xfrm rot="5400000" flipH="1">
              <a:off x="1042280" y="4267750"/>
              <a:ext cx="1238769" cy="952384"/>
            </a:xfrm>
            <a:prstGeom prst="bentConnector4">
              <a:avLst>
                <a:gd name="adj1" fmla="val -273"/>
                <a:gd name="adj2" fmla="val 124003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FBE61503-702E-01DF-4291-5320F74BD89A}"/>
                </a:ext>
              </a:extLst>
            </p:cNvPr>
            <p:cNvCxnSpPr>
              <a:cxnSpLocks/>
              <a:stCxn id="10" idx="0"/>
              <a:endCxn id="11" idx="2"/>
            </p:cNvCxnSpPr>
            <p:nvPr/>
          </p:nvCxnSpPr>
          <p:spPr>
            <a:xfrm flipV="1">
              <a:off x="2135981" y="3400290"/>
              <a:ext cx="0" cy="544267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D0609DE8-5012-8F46-7511-25FB4A5FA86A}"/>
                </a:ext>
              </a:extLst>
            </p:cNvPr>
            <p:cNvCxnSpPr>
              <a:cxnSpLocks/>
              <a:stCxn id="9" idx="0"/>
              <a:endCxn id="10" idx="2"/>
            </p:cNvCxnSpPr>
            <p:nvPr/>
          </p:nvCxnSpPr>
          <p:spPr>
            <a:xfrm flipH="1" flipV="1">
              <a:off x="2135981" y="4304557"/>
              <a:ext cx="1" cy="295447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DBB12851-C664-2995-1A14-AA7B6768C663}"/>
                </a:ext>
              </a:extLst>
            </p:cNvPr>
            <p:cNvCxnSpPr>
              <a:cxnSpLocks/>
              <a:stCxn id="10" idx="0"/>
              <a:endCxn id="12" idx="1"/>
            </p:cNvCxnSpPr>
            <p:nvPr/>
          </p:nvCxnSpPr>
          <p:spPr>
            <a:xfrm rot="16200000" flipV="1">
              <a:off x="1054456" y="2863032"/>
              <a:ext cx="1212543" cy="950508"/>
            </a:xfrm>
            <a:prstGeom prst="bentConnector4">
              <a:avLst>
                <a:gd name="adj1" fmla="val 22431"/>
                <a:gd name="adj2" fmla="val 124050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F56E760A-3CB6-D02F-D11E-CAD9512B58E0}"/>
                </a:ext>
              </a:extLst>
            </p:cNvPr>
            <p:cNvCxnSpPr>
              <a:cxnSpLocks/>
              <a:stCxn id="11" idx="0"/>
              <a:endCxn id="12" idx="2"/>
            </p:cNvCxnSpPr>
            <p:nvPr/>
          </p:nvCxnSpPr>
          <p:spPr>
            <a:xfrm flipV="1">
              <a:off x="2135981" y="2892566"/>
              <a:ext cx="0" cy="147724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3621A764-ADC8-6DB8-D01F-EA6B6CE6A2C6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 flipH="1" flipV="1">
              <a:off x="5203032" y="6509280"/>
              <a:ext cx="8909" cy="402312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箭头连接符 82">
              <a:extLst>
                <a:ext uri="{FF2B5EF4-FFF2-40B4-BE49-F238E27FC236}">
                  <a16:creationId xmlns:a16="http://schemas.microsoft.com/office/drawing/2014/main" id="{994E6828-C717-8D40-66A7-803EFE5FC214}"/>
                </a:ext>
              </a:extLst>
            </p:cNvPr>
            <p:cNvCxnSpPr>
              <a:cxnSpLocks/>
              <a:stCxn id="13" idx="0"/>
              <a:endCxn id="14" idx="4"/>
            </p:cNvCxnSpPr>
            <p:nvPr/>
          </p:nvCxnSpPr>
          <p:spPr>
            <a:xfrm flipH="1" flipV="1">
              <a:off x="5194576" y="5924367"/>
              <a:ext cx="8456" cy="224913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B82AB177-37DE-F5D7-45D2-BEA08C5CEDED}"/>
                </a:ext>
              </a:extLst>
            </p:cNvPr>
            <p:cNvCxnSpPr>
              <a:cxnSpLocks/>
              <a:stCxn id="14" idx="6"/>
              <a:endCxn id="16" idx="2"/>
            </p:cNvCxnSpPr>
            <p:nvPr/>
          </p:nvCxnSpPr>
          <p:spPr>
            <a:xfrm>
              <a:off x="5374576" y="5744367"/>
              <a:ext cx="193230" cy="0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06AF11A7-2F05-09C0-4B9B-0C8BD2F30C25}"/>
                </a:ext>
              </a:extLst>
            </p:cNvPr>
            <p:cNvCxnSpPr>
              <a:cxnSpLocks/>
              <a:stCxn id="14" idx="0"/>
              <a:endCxn id="18" idx="2"/>
            </p:cNvCxnSpPr>
            <p:nvPr/>
          </p:nvCxnSpPr>
          <p:spPr>
            <a:xfrm flipV="1">
              <a:off x="5194576" y="5078595"/>
              <a:ext cx="17366" cy="485772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左大括号 99">
              <a:extLst>
                <a:ext uri="{FF2B5EF4-FFF2-40B4-BE49-F238E27FC236}">
                  <a16:creationId xmlns:a16="http://schemas.microsoft.com/office/drawing/2014/main" id="{2DDDB847-1DFE-0527-6A6C-D8F90E605199}"/>
                </a:ext>
              </a:extLst>
            </p:cNvPr>
            <p:cNvSpPr/>
            <p:nvPr/>
          </p:nvSpPr>
          <p:spPr>
            <a:xfrm rot="16200000">
              <a:off x="5067534" y="4615548"/>
              <a:ext cx="391004" cy="1295239"/>
            </a:xfrm>
            <a:prstGeom prst="leftBrace">
              <a:avLst>
                <a:gd name="adj1" fmla="val 8333"/>
                <a:gd name="adj2" fmla="val 45926"/>
              </a:avLst>
            </a:prstGeom>
            <a:ln w="28575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5A7D8EE1-3BCC-8FE9-1846-70C9759DDE7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rot="5400000" flipH="1" flipV="1">
              <a:off x="5202970" y="3394616"/>
              <a:ext cx="552841" cy="552717"/>
            </a:xfrm>
            <a:prstGeom prst="bentConnector3">
              <a:avLst>
                <a:gd name="adj1" fmla="val 40811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直接箭头连接符 103">
              <a:extLst>
                <a:ext uri="{FF2B5EF4-FFF2-40B4-BE49-F238E27FC236}">
                  <a16:creationId xmlns:a16="http://schemas.microsoft.com/office/drawing/2014/main" id="{C024C7B0-E943-D787-DF40-4BD88101CBDB}"/>
                </a:ext>
              </a:extLst>
            </p:cNvPr>
            <p:cNvCxnSpPr>
              <a:cxnSpLocks/>
              <a:stCxn id="12" idx="0"/>
              <a:endCxn id="20" idx="2"/>
            </p:cNvCxnSpPr>
            <p:nvPr/>
          </p:nvCxnSpPr>
          <p:spPr>
            <a:xfrm rot="16200000" flipH="1">
              <a:off x="3240072" y="1467369"/>
              <a:ext cx="828455" cy="3036638"/>
            </a:xfrm>
            <a:prstGeom prst="bentConnector5">
              <a:avLst>
                <a:gd name="adj1" fmla="val -27594"/>
                <a:gd name="adj2" fmla="val 50000"/>
                <a:gd name="adj3" fmla="val 127594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7" name="直接箭头连接符 126">
              <a:extLst>
                <a:ext uri="{FF2B5EF4-FFF2-40B4-BE49-F238E27FC236}">
                  <a16:creationId xmlns:a16="http://schemas.microsoft.com/office/drawing/2014/main" id="{49A38854-B6EF-5917-B545-F1D6E94579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5416" y="3368810"/>
              <a:ext cx="0" cy="254923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直接箭头连接符 129">
              <a:extLst>
                <a:ext uri="{FF2B5EF4-FFF2-40B4-BE49-F238E27FC236}">
                  <a16:creationId xmlns:a16="http://schemas.microsoft.com/office/drawing/2014/main" id="{4C96F2B1-802C-0F57-AB4D-6BD17B7A82F8}"/>
                </a:ext>
              </a:extLst>
            </p:cNvPr>
            <p:cNvCxnSpPr>
              <a:cxnSpLocks/>
              <a:stCxn id="20" idx="0"/>
              <a:endCxn id="21" idx="2"/>
            </p:cNvCxnSpPr>
            <p:nvPr/>
          </p:nvCxnSpPr>
          <p:spPr>
            <a:xfrm flipV="1">
              <a:off x="5172619" y="2855153"/>
              <a:ext cx="0" cy="183376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直接箭头连接符 134">
              <a:extLst>
                <a:ext uri="{FF2B5EF4-FFF2-40B4-BE49-F238E27FC236}">
                  <a16:creationId xmlns:a16="http://schemas.microsoft.com/office/drawing/2014/main" id="{367BE501-3B39-41CA-E239-1EDF0F7CA35D}"/>
                </a:ext>
              </a:extLst>
            </p:cNvPr>
            <p:cNvCxnSpPr>
              <a:cxnSpLocks/>
              <a:stCxn id="21" idx="0"/>
              <a:endCxn id="22" idx="2"/>
            </p:cNvCxnSpPr>
            <p:nvPr/>
          </p:nvCxnSpPr>
          <p:spPr>
            <a:xfrm flipH="1" flipV="1">
              <a:off x="5172618" y="2219861"/>
              <a:ext cx="1" cy="273905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直接箭头连接符 138">
              <a:extLst>
                <a:ext uri="{FF2B5EF4-FFF2-40B4-BE49-F238E27FC236}">
                  <a16:creationId xmlns:a16="http://schemas.microsoft.com/office/drawing/2014/main" id="{5AE74952-C40B-4111-8C54-1400AAF8C39F}"/>
                </a:ext>
              </a:extLst>
            </p:cNvPr>
            <p:cNvCxnSpPr>
              <a:cxnSpLocks/>
              <a:stCxn id="22" idx="0"/>
              <a:endCxn id="23" idx="2"/>
            </p:cNvCxnSpPr>
            <p:nvPr/>
          </p:nvCxnSpPr>
          <p:spPr>
            <a:xfrm flipV="1">
              <a:off x="5172618" y="1736080"/>
              <a:ext cx="0" cy="122394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直接箭头连接符 103">
              <a:extLst>
                <a:ext uri="{FF2B5EF4-FFF2-40B4-BE49-F238E27FC236}">
                  <a16:creationId xmlns:a16="http://schemas.microsoft.com/office/drawing/2014/main" id="{9FD029B1-DA2D-8A43-01EF-C795933FD814}"/>
                </a:ext>
              </a:extLst>
            </p:cNvPr>
            <p:cNvCxnSpPr>
              <a:cxnSpLocks/>
              <a:stCxn id="21" idx="0"/>
              <a:endCxn id="23" idx="3"/>
            </p:cNvCxnSpPr>
            <p:nvPr/>
          </p:nvCxnSpPr>
          <p:spPr>
            <a:xfrm rot="5400000" flipH="1" flipV="1">
              <a:off x="5188753" y="1559394"/>
              <a:ext cx="918238" cy="950507"/>
            </a:xfrm>
            <a:prstGeom prst="bentConnector4">
              <a:avLst>
                <a:gd name="adj1" fmla="val 9908"/>
                <a:gd name="adj2" fmla="val 124050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直接箭头连接符 149">
              <a:extLst>
                <a:ext uri="{FF2B5EF4-FFF2-40B4-BE49-F238E27FC236}">
                  <a16:creationId xmlns:a16="http://schemas.microsoft.com/office/drawing/2014/main" id="{9B2FE27D-A13A-1688-E1B1-BA999A434EA6}"/>
                </a:ext>
              </a:extLst>
            </p:cNvPr>
            <p:cNvCxnSpPr>
              <a:cxnSpLocks/>
              <a:stCxn id="23" idx="0"/>
              <a:endCxn id="24" idx="2"/>
            </p:cNvCxnSpPr>
            <p:nvPr/>
          </p:nvCxnSpPr>
          <p:spPr>
            <a:xfrm flipV="1">
              <a:off x="5172618" y="1133263"/>
              <a:ext cx="0" cy="281712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直接箭头连接符 153">
              <a:extLst>
                <a:ext uri="{FF2B5EF4-FFF2-40B4-BE49-F238E27FC236}">
                  <a16:creationId xmlns:a16="http://schemas.microsoft.com/office/drawing/2014/main" id="{1FA315D2-F0E9-5412-E7E5-FDE252C79701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flipH="1" flipV="1">
              <a:off x="5172618" y="-24821"/>
              <a:ext cx="1" cy="404106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7" name="文本框 156">
              <a:extLst>
                <a:ext uri="{FF2B5EF4-FFF2-40B4-BE49-F238E27FC236}">
                  <a16:creationId xmlns:a16="http://schemas.microsoft.com/office/drawing/2014/main" id="{85A052ED-7024-7D42-C9D9-9205F6E76550}"/>
                </a:ext>
              </a:extLst>
            </p:cNvPr>
            <p:cNvSpPr txBox="1"/>
            <p:nvPr/>
          </p:nvSpPr>
          <p:spPr>
            <a:xfrm>
              <a:off x="1830792" y="6858000"/>
              <a:ext cx="7196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输入</a:t>
              </a:r>
            </a:p>
          </p:txBody>
        </p:sp>
        <p:sp>
          <p:nvSpPr>
            <p:cNvPr id="158" name="文本框 157">
              <a:extLst>
                <a:ext uri="{FF2B5EF4-FFF2-40B4-BE49-F238E27FC236}">
                  <a16:creationId xmlns:a16="http://schemas.microsoft.com/office/drawing/2014/main" id="{8F939902-772C-A03A-112C-1C5DB29A5A27}"/>
                </a:ext>
              </a:extLst>
            </p:cNvPr>
            <p:cNvSpPr txBox="1"/>
            <p:nvPr/>
          </p:nvSpPr>
          <p:spPr>
            <a:xfrm>
              <a:off x="1765047" y="7338556"/>
              <a:ext cx="10305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编码器</a:t>
              </a:r>
            </a:p>
          </p:txBody>
        </p:sp>
        <p:sp>
          <p:nvSpPr>
            <p:cNvPr id="160" name="文本框 159">
              <a:extLst>
                <a:ext uri="{FF2B5EF4-FFF2-40B4-BE49-F238E27FC236}">
                  <a16:creationId xmlns:a16="http://schemas.microsoft.com/office/drawing/2014/main" id="{111D84C2-84BE-B47D-CBF0-58EA338CF59F}"/>
                </a:ext>
              </a:extLst>
            </p:cNvPr>
            <p:cNvSpPr txBox="1"/>
            <p:nvPr/>
          </p:nvSpPr>
          <p:spPr>
            <a:xfrm>
              <a:off x="4747759" y="7338556"/>
              <a:ext cx="10305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解码器</a:t>
              </a:r>
            </a:p>
          </p:txBody>
        </p:sp>
        <p:sp>
          <p:nvSpPr>
            <p:cNvPr id="161" name="文本框 160">
              <a:extLst>
                <a:ext uri="{FF2B5EF4-FFF2-40B4-BE49-F238E27FC236}">
                  <a16:creationId xmlns:a16="http://schemas.microsoft.com/office/drawing/2014/main" id="{5F5FAE06-85A3-8412-02AF-9809BBDAEE4B}"/>
                </a:ext>
              </a:extLst>
            </p:cNvPr>
            <p:cNvSpPr txBox="1"/>
            <p:nvPr/>
          </p:nvSpPr>
          <p:spPr>
            <a:xfrm>
              <a:off x="4852107" y="6894680"/>
              <a:ext cx="15082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输出（右移）</a:t>
              </a:r>
            </a:p>
          </p:txBody>
        </p: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4C4A46F7-E1E1-8DD8-ACD2-D06C13B13AE8}"/>
                </a:ext>
              </a:extLst>
            </p:cNvPr>
            <p:cNvSpPr txBox="1"/>
            <p:nvPr/>
          </p:nvSpPr>
          <p:spPr>
            <a:xfrm>
              <a:off x="2272911" y="5564367"/>
              <a:ext cx="1427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位置编码层</a:t>
              </a:r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937F25DB-56C5-AE78-04E4-75B34ABEED9D}"/>
                </a:ext>
              </a:extLst>
            </p:cNvPr>
            <p:cNvSpPr txBox="1"/>
            <p:nvPr/>
          </p:nvSpPr>
          <p:spPr>
            <a:xfrm>
              <a:off x="3669999" y="5572401"/>
              <a:ext cx="1427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位置编码层</a:t>
              </a:r>
            </a:p>
          </p:txBody>
        </p:sp>
        <p:sp>
          <p:nvSpPr>
            <p:cNvPr id="167" name="文本框 166">
              <a:extLst>
                <a:ext uri="{FF2B5EF4-FFF2-40B4-BE49-F238E27FC236}">
                  <a16:creationId xmlns:a16="http://schemas.microsoft.com/office/drawing/2014/main" id="{7EA2F457-6218-D864-8C1A-5D59EF1BA921}"/>
                </a:ext>
              </a:extLst>
            </p:cNvPr>
            <p:cNvSpPr txBox="1"/>
            <p:nvPr/>
          </p:nvSpPr>
          <p:spPr>
            <a:xfrm>
              <a:off x="4615416" y="-337142"/>
              <a:ext cx="1427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输出概率</a:t>
              </a:r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74F48C0A-DD0D-2446-5481-C955457CF34D}"/>
                </a:ext>
              </a:extLst>
            </p:cNvPr>
            <p:cNvSpPr/>
            <p:nvPr/>
          </p:nvSpPr>
          <p:spPr>
            <a:xfrm>
              <a:off x="765201" y="2159000"/>
              <a:ext cx="2807415" cy="5068328"/>
            </a:xfrm>
            <a:prstGeom prst="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9" name="矩形 168">
              <a:extLst>
                <a:ext uri="{FF2B5EF4-FFF2-40B4-BE49-F238E27FC236}">
                  <a16:creationId xmlns:a16="http://schemas.microsoft.com/office/drawing/2014/main" id="{6C78264F-C073-374B-2EEA-DCF4D9726D73}"/>
                </a:ext>
              </a:extLst>
            </p:cNvPr>
            <p:cNvSpPr/>
            <p:nvPr/>
          </p:nvSpPr>
          <p:spPr>
            <a:xfrm>
              <a:off x="3752616" y="1293632"/>
              <a:ext cx="2807415" cy="5933695"/>
            </a:xfrm>
            <a:prstGeom prst="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0" name="直接箭头连接符 169">
              <a:extLst>
                <a:ext uri="{FF2B5EF4-FFF2-40B4-BE49-F238E27FC236}">
                  <a16:creationId xmlns:a16="http://schemas.microsoft.com/office/drawing/2014/main" id="{2A3B0994-B7F2-F007-DA33-1F947C074F9F}"/>
                </a:ext>
              </a:extLst>
            </p:cNvPr>
            <p:cNvCxnSpPr>
              <a:cxnSpLocks/>
              <a:stCxn id="18" idx="0"/>
              <a:endCxn id="19" idx="2"/>
            </p:cNvCxnSpPr>
            <p:nvPr/>
          </p:nvCxnSpPr>
          <p:spPr>
            <a:xfrm flipH="1" flipV="1">
              <a:off x="5203032" y="4307394"/>
              <a:ext cx="8910" cy="147731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直接箭头连接符 103">
              <a:extLst>
                <a:ext uri="{FF2B5EF4-FFF2-40B4-BE49-F238E27FC236}">
                  <a16:creationId xmlns:a16="http://schemas.microsoft.com/office/drawing/2014/main" id="{A4924FF3-C59A-3E98-E492-3724F878C409}"/>
                </a:ext>
              </a:extLst>
            </p:cNvPr>
            <p:cNvCxnSpPr>
              <a:cxnSpLocks/>
              <a:stCxn id="19" idx="0"/>
              <a:endCxn id="21" idx="3"/>
            </p:cNvCxnSpPr>
            <p:nvPr/>
          </p:nvCxnSpPr>
          <p:spPr>
            <a:xfrm rot="5400000" flipH="1" flipV="1">
              <a:off x="5026612" y="2850880"/>
              <a:ext cx="1272934" cy="920095"/>
            </a:xfrm>
            <a:prstGeom prst="bentConnector4">
              <a:avLst>
                <a:gd name="adj1" fmla="val 8875"/>
                <a:gd name="adj2" fmla="val 124845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8" name="直接箭头连接符 103">
              <a:extLst>
                <a:ext uri="{FF2B5EF4-FFF2-40B4-BE49-F238E27FC236}">
                  <a16:creationId xmlns:a16="http://schemas.microsoft.com/office/drawing/2014/main" id="{7ED8A282-38AB-DBCB-45B8-54B1AFFB76A3}"/>
                </a:ext>
              </a:extLst>
            </p:cNvPr>
            <p:cNvCxnSpPr>
              <a:cxnSpLocks/>
              <a:stCxn id="14" idx="0"/>
              <a:endCxn id="19" idx="3"/>
            </p:cNvCxnSpPr>
            <p:nvPr/>
          </p:nvCxnSpPr>
          <p:spPr>
            <a:xfrm rot="5400000" flipH="1" flipV="1">
              <a:off x="4955572" y="4366399"/>
              <a:ext cx="1436973" cy="958964"/>
            </a:xfrm>
            <a:prstGeom prst="bentConnector4">
              <a:avLst>
                <a:gd name="adj1" fmla="val 11585"/>
                <a:gd name="adj2" fmla="val 123838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27316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" name="组合 210">
            <a:extLst>
              <a:ext uri="{FF2B5EF4-FFF2-40B4-BE49-F238E27FC236}">
                <a16:creationId xmlns:a16="http://schemas.microsoft.com/office/drawing/2014/main" id="{53D39707-04CC-4797-BF22-7103E39DB8D7}"/>
              </a:ext>
            </a:extLst>
          </p:cNvPr>
          <p:cNvGrpSpPr/>
          <p:nvPr/>
        </p:nvGrpSpPr>
        <p:grpSpPr>
          <a:xfrm>
            <a:off x="975360" y="384810"/>
            <a:ext cx="10511787" cy="6267450"/>
            <a:chOff x="975360" y="384810"/>
            <a:chExt cx="10511787" cy="626745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D6A1F1-DD3E-732A-D0D4-240EBEE19C0B}"/>
                </a:ext>
              </a:extLst>
            </p:cNvPr>
            <p:cNvSpPr/>
            <p:nvPr/>
          </p:nvSpPr>
          <p:spPr>
            <a:xfrm>
              <a:off x="3017520" y="384810"/>
              <a:ext cx="838200" cy="47244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Key1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47F96916-93F6-4C39-E7BB-123A41EBB585}"/>
                </a:ext>
              </a:extLst>
            </p:cNvPr>
            <p:cNvSpPr/>
            <p:nvPr/>
          </p:nvSpPr>
          <p:spPr>
            <a:xfrm>
              <a:off x="2865120" y="1280160"/>
              <a:ext cx="1142999" cy="70104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F(Q,K)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F0C4AA63-5EC0-AF02-C999-3C6D01D2E363}"/>
                </a:ext>
              </a:extLst>
            </p:cNvPr>
            <p:cNvSpPr/>
            <p:nvPr/>
          </p:nvSpPr>
          <p:spPr>
            <a:xfrm>
              <a:off x="3093720" y="2385060"/>
              <a:ext cx="670560" cy="4724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s1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914570B9-12DF-2D60-2004-0FFA3E81623D}"/>
                </a:ext>
              </a:extLst>
            </p:cNvPr>
            <p:cNvSpPr/>
            <p:nvPr/>
          </p:nvSpPr>
          <p:spPr>
            <a:xfrm>
              <a:off x="3093720" y="4137660"/>
              <a:ext cx="670560" cy="4724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a</a:t>
              </a:r>
              <a:r>
                <a:rPr lang="en-US" altLang="zh-CN" b="1" dirty="0">
                  <a:solidFill>
                    <a:schemeClr val="tx1"/>
                  </a:solidFill>
                </a:rPr>
                <a:t>1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4FC2453D-4FA8-31DF-784D-8655DDC7281C}"/>
                </a:ext>
              </a:extLst>
            </p:cNvPr>
            <p:cNvSpPr/>
            <p:nvPr/>
          </p:nvSpPr>
          <p:spPr>
            <a:xfrm>
              <a:off x="2926080" y="4922520"/>
              <a:ext cx="1005840" cy="70104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b="1" dirty="0">
                  <a:solidFill>
                    <a:schemeClr val="tx1"/>
                  </a:solidFill>
                </a:rPr>
                <a:t>*</a:t>
              </a:r>
              <a:endParaRPr lang="zh-CN" altLang="en-US" sz="54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2A2DF9EC-5040-0E6B-8CB8-800184A2C74B}"/>
                </a:ext>
              </a:extLst>
            </p:cNvPr>
            <p:cNvSpPr/>
            <p:nvPr/>
          </p:nvSpPr>
          <p:spPr>
            <a:xfrm>
              <a:off x="2865120" y="5943600"/>
              <a:ext cx="1127760" cy="70104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Value1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2CFD78F2-A2DD-1869-D120-E336074D69A3}"/>
                </a:ext>
              </a:extLst>
            </p:cNvPr>
            <p:cNvSpPr/>
            <p:nvPr/>
          </p:nvSpPr>
          <p:spPr>
            <a:xfrm>
              <a:off x="4754878" y="411480"/>
              <a:ext cx="777241" cy="47244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Key2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3FD2C66C-93DE-1215-90D5-D4E3BE202010}"/>
                </a:ext>
              </a:extLst>
            </p:cNvPr>
            <p:cNvSpPr/>
            <p:nvPr/>
          </p:nvSpPr>
          <p:spPr>
            <a:xfrm>
              <a:off x="4617720" y="1287780"/>
              <a:ext cx="1066798" cy="70104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F(Q,K)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73F9F5C-CF43-765B-7A94-07AA18C46080}"/>
                </a:ext>
              </a:extLst>
            </p:cNvPr>
            <p:cNvSpPr/>
            <p:nvPr/>
          </p:nvSpPr>
          <p:spPr>
            <a:xfrm>
              <a:off x="4831080" y="2392680"/>
              <a:ext cx="670560" cy="4724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s</a:t>
              </a:r>
              <a:r>
                <a:rPr lang="en-US" altLang="zh-CN" b="1" dirty="0">
                  <a:solidFill>
                    <a:schemeClr val="tx1"/>
                  </a:solidFill>
                </a:rPr>
                <a:t>2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C935E96-255E-B330-5DDB-E9531057E4DE}"/>
                </a:ext>
              </a:extLst>
            </p:cNvPr>
            <p:cNvSpPr/>
            <p:nvPr/>
          </p:nvSpPr>
          <p:spPr>
            <a:xfrm>
              <a:off x="4831080" y="4145280"/>
              <a:ext cx="670560" cy="4724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a</a:t>
              </a:r>
              <a:r>
                <a:rPr lang="en-US" altLang="zh-CN" b="1" dirty="0">
                  <a:solidFill>
                    <a:schemeClr val="tx1"/>
                  </a:solidFill>
                </a:rPr>
                <a:t>2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2E3A623-3B1D-A4D2-4B28-3CFE2E2B2061}"/>
                </a:ext>
              </a:extLst>
            </p:cNvPr>
            <p:cNvSpPr/>
            <p:nvPr/>
          </p:nvSpPr>
          <p:spPr>
            <a:xfrm>
              <a:off x="4663440" y="4930140"/>
              <a:ext cx="1005840" cy="70104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b="1" dirty="0">
                  <a:solidFill>
                    <a:schemeClr val="tx1"/>
                  </a:solidFill>
                </a:rPr>
                <a:t>*</a:t>
              </a:r>
              <a:endParaRPr lang="zh-CN" altLang="en-US" sz="54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C40BD3CE-131B-B22A-7174-79B45B22FBAB}"/>
                </a:ext>
              </a:extLst>
            </p:cNvPr>
            <p:cNvSpPr/>
            <p:nvPr/>
          </p:nvSpPr>
          <p:spPr>
            <a:xfrm>
              <a:off x="4602480" y="5951220"/>
              <a:ext cx="1127760" cy="70104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Value</a:t>
              </a:r>
              <a:r>
                <a:rPr lang="en-US" altLang="zh-CN" b="1" dirty="0">
                  <a:solidFill>
                    <a:schemeClr val="tx1"/>
                  </a:solidFill>
                </a:rPr>
                <a:t>2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E27942F-EAE5-FC65-FF2A-420336B398E7}"/>
                </a:ext>
              </a:extLst>
            </p:cNvPr>
            <p:cNvSpPr/>
            <p:nvPr/>
          </p:nvSpPr>
          <p:spPr>
            <a:xfrm>
              <a:off x="6454139" y="384810"/>
              <a:ext cx="777241" cy="4953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K</a:t>
              </a:r>
              <a:r>
                <a:rPr lang="en-US" altLang="zh-CN" b="1" dirty="0">
                  <a:solidFill>
                    <a:schemeClr val="tx1"/>
                  </a:solidFill>
                </a:rPr>
                <a:t>ey3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218EFCA1-A908-E41B-0979-64F1F378D75A}"/>
                </a:ext>
              </a:extLst>
            </p:cNvPr>
            <p:cNvSpPr/>
            <p:nvPr/>
          </p:nvSpPr>
          <p:spPr>
            <a:xfrm>
              <a:off x="6294120" y="1287780"/>
              <a:ext cx="1097280" cy="70104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F(Q,K)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745EDBE-9F36-4484-BC35-35C2C02E1BD7}"/>
                </a:ext>
              </a:extLst>
            </p:cNvPr>
            <p:cNvSpPr/>
            <p:nvPr/>
          </p:nvSpPr>
          <p:spPr>
            <a:xfrm>
              <a:off x="6507480" y="2392680"/>
              <a:ext cx="670560" cy="4724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s</a:t>
              </a:r>
              <a:r>
                <a:rPr lang="en-US" altLang="zh-CN" b="1" dirty="0">
                  <a:solidFill>
                    <a:schemeClr val="tx1"/>
                  </a:solidFill>
                </a:rPr>
                <a:t>3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11C9A2B5-7ED3-FA06-4BFC-179E4E8C313F}"/>
                </a:ext>
              </a:extLst>
            </p:cNvPr>
            <p:cNvSpPr/>
            <p:nvPr/>
          </p:nvSpPr>
          <p:spPr>
            <a:xfrm>
              <a:off x="6507480" y="4145280"/>
              <a:ext cx="670560" cy="4724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a</a:t>
              </a:r>
              <a:r>
                <a:rPr lang="en-US" altLang="zh-CN" b="1" dirty="0">
                  <a:solidFill>
                    <a:schemeClr val="tx1"/>
                  </a:solidFill>
                </a:rPr>
                <a:t>3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DED24C41-78C3-D545-6A88-4F6FF80EA7E2}"/>
                </a:ext>
              </a:extLst>
            </p:cNvPr>
            <p:cNvSpPr/>
            <p:nvPr/>
          </p:nvSpPr>
          <p:spPr>
            <a:xfrm>
              <a:off x="6339840" y="4930140"/>
              <a:ext cx="1005840" cy="70104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b="1" dirty="0">
                  <a:solidFill>
                    <a:schemeClr val="tx1"/>
                  </a:solidFill>
                </a:rPr>
                <a:t>*</a:t>
              </a:r>
              <a:endParaRPr lang="zh-CN" altLang="en-US" sz="54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E59DA8C-E9E3-5E35-02A9-00EA3FF55FD6}"/>
                </a:ext>
              </a:extLst>
            </p:cNvPr>
            <p:cNvSpPr/>
            <p:nvPr/>
          </p:nvSpPr>
          <p:spPr>
            <a:xfrm>
              <a:off x="6278880" y="5951220"/>
              <a:ext cx="1127760" cy="70104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Value</a:t>
              </a:r>
              <a:r>
                <a:rPr lang="en-US" altLang="zh-CN" b="1" dirty="0">
                  <a:solidFill>
                    <a:schemeClr val="tx1"/>
                  </a:solidFill>
                </a:rPr>
                <a:t>3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CC2BF3EE-CE99-E158-727F-477A35A384C0}"/>
                </a:ext>
              </a:extLst>
            </p:cNvPr>
            <p:cNvSpPr/>
            <p:nvPr/>
          </p:nvSpPr>
          <p:spPr>
            <a:xfrm>
              <a:off x="8191499" y="384810"/>
              <a:ext cx="777241" cy="4953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Key4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F63125F6-18EB-4F0C-BE5A-011CF93C75F6}"/>
                </a:ext>
              </a:extLst>
            </p:cNvPr>
            <p:cNvSpPr/>
            <p:nvPr/>
          </p:nvSpPr>
          <p:spPr>
            <a:xfrm>
              <a:off x="8046720" y="1287780"/>
              <a:ext cx="1066800" cy="70104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F(Q,K)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3B231481-246E-56A6-744C-58D054D47EB7}"/>
                </a:ext>
              </a:extLst>
            </p:cNvPr>
            <p:cNvSpPr/>
            <p:nvPr/>
          </p:nvSpPr>
          <p:spPr>
            <a:xfrm>
              <a:off x="8244840" y="2392680"/>
              <a:ext cx="670560" cy="4724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s</a:t>
              </a:r>
              <a:r>
                <a:rPr lang="en-US" altLang="zh-CN" b="1" dirty="0">
                  <a:solidFill>
                    <a:schemeClr val="tx1"/>
                  </a:solidFill>
                </a:rPr>
                <a:t>4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65061A3A-595E-E7E7-8DBE-1BE0ED2C2FBD}"/>
                </a:ext>
              </a:extLst>
            </p:cNvPr>
            <p:cNvSpPr/>
            <p:nvPr/>
          </p:nvSpPr>
          <p:spPr>
            <a:xfrm>
              <a:off x="8244840" y="4145280"/>
              <a:ext cx="670560" cy="4724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a4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EC130A2D-0664-DED2-CF17-81FA534598D5}"/>
                </a:ext>
              </a:extLst>
            </p:cNvPr>
            <p:cNvSpPr/>
            <p:nvPr/>
          </p:nvSpPr>
          <p:spPr>
            <a:xfrm>
              <a:off x="8077200" y="4930140"/>
              <a:ext cx="1005840" cy="701040"/>
            </a:xfrm>
            <a:prstGeom prst="ellipse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5400" b="1" dirty="0">
                  <a:solidFill>
                    <a:schemeClr val="tx1"/>
                  </a:solidFill>
                </a:rPr>
                <a:t>*</a:t>
              </a:r>
              <a:endParaRPr lang="zh-CN" altLang="en-US" sz="5400" b="1" dirty="0">
                <a:solidFill>
                  <a:schemeClr val="tx1"/>
                </a:solidFill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0A172E0C-CE78-8CD5-DE33-ACFAC6A75533}"/>
                </a:ext>
              </a:extLst>
            </p:cNvPr>
            <p:cNvSpPr/>
            <p:nvPr/>
          </p:nvSpPr>
          <p:spPr>
            <a:xfrm>
              <a:off x="8016240" y="5951220"/>
              <a:ext cx="1127760" cy="70104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>
                  <a:solidFill>
                    <a:schemeClr val="tx1"/>
                  </a:solidFill>
                </a:rPr>
                <a:t>Value</a:t>
              </a:r>
              <a:r>
                <a:rPr lang="en-US" altLang="zh-CN" b="1" dirty="0">
                  <a:solidFill>
                    <a:schemeClr val="tx1"/>
                  </a:solidFill>
                </a:rPr>
                <a:t>4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82BA26A5-8EA9-E211-01C4-C6D358082D57}"/>
                </a:ext>
              </a:extLst>
            </p:cNvPr>
            <p:cNvSpPr/>
            <p:nvPr/>
          </p:nvSpPr>
          <p:spPr>
            <a:xfrm>
              <a:off x="3093720" y="3169920"/>
              <a:ext cx="5821680" cy="65532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</a:rPr>
                <a:t>类</a:t>
              </a:r>
              <a:r>
                <a:rPr lang="en-US" altLang="zh-CN" b="1" dirty="0">
                  <a:solidFill>
                    <a:schemeClr val="tx1"/>
                  </a:solidFill>
                </a:rPr>
                <a:t>SoftMax()</a:t>
              </a:r>
              <a:r>
                <a:rPr lang="zh-CN" altLang="en-US" b="1" dirty="0">
                  <a:solidFill>
                    <a:schemeClr val="tx1"/>
                  </a:solidFill>
                </a:rPr>
                <a:t>归一化</a:t>
              </a: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DC30BBF-BA86-1D3E-11B2-72D24AEDC8CA}"/>
                </a:ext>
              </a:extLst>
            </p:cNvPr>
            <p:cNvSpPr/>
            <p:nvPr/>
          </p:nvSpPr>
          <p:spPr>
            <a:xfrm>
              <a:off x="1257299" y="1447800"/>
              <a:ext cx="868680" cy="381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Query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04926EBD-807D-2D78-D9F3-ED04B3BB98E4}"/>
                </a:ext>
              </a:extLst>
            </p:cNvPr>
            <p:cNvSpPr/>
            <p:nvPr/>
          </p:nvSpPr>
          <p:spPr>
            <a:xfrm>
              <a:off x="975360" y="4922520"/>
              <a:ext cx="1280160" cy="70104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</a:rPr>
                <a:t>Attention Value</a:t>
              </a:r>
              <a:endParaRPr lang="zh-CN" altLang="en-US" b="1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AAC1D400-418D-44E4-AF9C-092AF633AA7F}"/>
                </a:ext>
              </a:extLst>
            </p:cNvPr>
            <p:cNvCxnSpPr>
              <a:cxnSpLocks/>
              <a:stCxn id="4" idx="2"/>
              <a:endCxn id="6" idx="0"/>
            </p:cNvCxnSpPr>
            <p:nvPr/>
          </p:nvCxnSpPr>
          <p:spPr>
            <a:xfrm>
              <a:off x="3436620" y="857250"/>
              <a:ext cx="0" cy="42291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AE9A14B3-45AE-4C49-9E7E-C1DF6C883103}"/>
                </a:ext>
              </a:extLst>
            </p:cNvPr>
            <p:cNvCxnSpPr>
              <a:cxnSpLocks/>
              <a:stCxn id="11" idx="2"/>
              <a:endCxn id="12" idx="0"/>
            </p:cNvCxnSpPr>
            <p:nvPr/>
          </p:nvCxnSpPr>
          <p:spPr>
            <a:xfrm>
              <a:off x="5143499" y="883920"/>
              <a:ext cx="7620" cy="40386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999B1B3-1BBC-0937-BBE4-E9713BA6B6DE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6842760" y="880110"/>
              <a:ext cx="0" cy="40767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FDAE9CB0-25CB-5BD7-5E1F-2D128230D4BB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>
              <a:off x="8580120" y="880110"/>
              <a:ext cx="0" cy="40767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F8D899DE-AA08-BCD5-99F3-6A9FA4032231}"/>
                </a:ext>
              </a:extLst>
            </p:cNvPr>
            <p:cNvCxnSpPr>
              <a:cxnSpLocks/>
              <a:stCxn id="6" idx="4"/>
              <a:endCxn id="7" idx="0"/>
            </p:cNvCxnSpPr>
            <p:nvPr/>
          </p:nvCxnSpPr>
          <p:spPr>
            <a:xfrm flipH="1">
              <a:off x="3429000" y="1981200"/>
              <a:ext cx="7620" cy="40386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EBB1482E-4C5D-0727-8EFE-7D64B3E93CC9}"/>
                </a:ext>
              </a:extLst>
            </p:cNvPr>
            <p:cNvCxnSpPr>
              <a:cxnSpLocks/>
              <a:stCxn id="12" idx="4"/>
              <a:endCxn id="13" idx="0"/>
            </p:cNvCxnSpPr>
            <p:nvPr/>
          </p:nvCxnSpPr>
          <p:spPr>
            <a:xfrm>
              <a:off x="5151119" y="1988820"/>
              <a:ext cx="15241" cy="40386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32624323-D2C6-2CD3-9FA6-754F00AF4495}"/>
                </a:ext>
              </a:extLst>
            </p:cNvPr>
            <p:cNvCxnSpPr>
              <a:cxnSpLocks/>
              <a:stCxn id="18" idx="4"/>
              <a:endCxn id="19" idx="0"/>
            </p:cNvCxnSpPr>
            <p:nvPr/>
          </p:nvCxnSpPr>
          <p:spPr>
            <a:xfrm>
              <a:off x="6842760" y="1988820"/>
              <a:ext cx="0" cy="40386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D4357127-665D-6B3D-9BF2-FBF8A84789AD}"/>
                </a:ext>
              </a:extLst>
            </p:cNvPr>
            <p:cNvCxnSpPr>
              <a:cxnSpLocks/>
              <a:stCxn id="24" idx="4"/>
              <a:endCxn id="25" idx="0"/>
            </p:cNvCxnSpPr>
            <p:nvPr/>
          </p:nvCxnSpPr>
          <p:spPr>
            <a:xfrm>
              <a:off x="8580120" y="1988820"/>
              <a:ext cx="0" cy="40386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DA87F6CC-0377-7256-559F-9382AF4AEDAE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3429000" y="2857500"/>
              <a:ext cx="0" cy="31242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1148569F-D52F-B530-C79D-D43482E5E92C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5166360" y="2865120"/>
              <a:ext cx="0" cy="30480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54390F0D-DE85-C0B0-07F0-D3745E469D6B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6842760" y="2865120"/>
              <a:ext cx="0" cy="30480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6822B5EE-B4D6-022A-0F92-F6D0B23738E1}"/>
                </a:ext>
              </a:extLst>
            </p:cNvPr>
            <p:cNvCxnSpPr>
              <a:cxnSpLocks/>
              <a:stCxn id="25" idx="2"/>
            </p:cNvCxnSpPr>
            <p:nvPr/>
          </p:nvCxnSpPr>
          <p:spPr>
            <a:xfrm>
              <a:off x="8580120" y="2865120"/>
              <a:ext cx="0" cy="30480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38CC7745-0BAC-3ADF-6F2C-A7BD6CDBCD63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>
              <a:off x="3429000" y="3825240"/>
              <a:ext cx="0" cy="31242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A884C9A7-853F-FD48-5606-4236C64BED93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5166360" y="3872865"/>
              <a:ext cx="0" cy="272415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A744F391-FFB1-1F35-592F-AE5F2568E0E8}"/>
                </a:ext>
              </a:extLst>
            </p:cNvPr>
            <p:cNvCxnSpPr>
              <a:cxnSpLocks/>
              <a:endCxn id="20" idx="0"/>
            </p:cNvCxnSpPr>
            <p:nvPr/>
          </p:nvCxnSpPr>
          <p:spPr>
            <a:xfrm>
              <a:off x="6842760" y="3825240"/>
              <a:ext cx="0" cy="32004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3D7FEB58-FF39-2AB7-A981-3BC233946359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8580120" y="3832860"/>
              <a:ext cx="0" cy="31242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4834B369-83C5-DD80-75D9-07046F7E8B68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>
              <a:off x="3429000" y="4610100"/>
              <a:ext cx="0" cy="31242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711CFDD5-6E90-11D2-9F05-E6D0DE7A8129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5166360" y="4617720"/>
              <a:ext cx="0" cy="31242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FC0DF4FD-7035-EE5E-3CF6-DA4936AAC2FB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6842760" y="4617720"/>
              <a:ext cx="0" cy="31242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B4A02C17-C0BA-D24B-F9D7-86E11C78E7F7}"/>
                </a:ext>
              </a:extLst>
            </p:cNvPr>
            <p:cNvCxnSpPr>
              <a:cxnSpLocks/>
              <a:stCxn id="26" idx="2"/>
              <a:endCxn id="27" idx="0"/>
            </p:cNvCxnSpPr>
            <p:nvPr/>
          </p:nvCxnSpPr>
          <p:spPr>
            <a:xfrm>
              <a:off x="8580120" y="4617720"/>
              <a:ext cx="0" cy="31242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直接箭头连接符 95">
              <a:extLst>
                <a:ext uri="{FF2B5EF4-FFF2-40B4-BE49-F238E27FC236}">
                  <a16:creationId xmlns:a16="http://schemas.microsoft.com/office/drawing/2014/main" id="{C57486F7-2B18-7A67-0EF7-9D2CF9C5EB7F}"/>
                </a:ext>
              </a:extLst>
            </p:cNvPr>
            <p:cNvCxnSpPr>
              <a:cxnSpLocks/>
              <a:stCxn id="9" idx="4"/>
              <a:endCxn id="10" idx="0"/>
            </p:cNvCxnSpPr>
            <p:nvPr/>
          </p:nvCxnSpPr>
          <p:spPr>
            <a:xfrm>
              <a:off x="3429000" y="5623560"/>
              <a:ext cx="0" cy="32004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1F1246BD-3B79-64FA-A601-E6E43868DA17}"/>
                </a:ext>
              </a:extLst>
            </p:cNvPr>
            <p:cNvCxnSpPr>
              <a:cxnSpLocks/>
              <a:stCxn id="21" idx="4"/>
              <a:endCxn id="22" idx="0"/>
            </p:cNvCxnSpPr>
            <p:nvPr/>
          </p:nvCxnSpPr>
          <p:spPr>
            <a:xfrm>
              <a:off x="6842760" y="5631180"/>
              <a:ext cx="0" cy="32004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D2D3B79D-DCD9-0FC4-7F29-B9C1FEABC1A2}"/>
                </a:ext>
              </a:extLst>
            </p:cNvPr>
            <p:cNvCxnSpPr>
              <a:cxnSpLocks/>
              <a:stCxn id="27" idx="4"/>
              <a:endCxn id="28" idx="0"/>
            </p:cNvCxnSpPr>
            <p:nvPr/>
          </p:nvCxnSpPr>
          <p:spPr>
            <a:xfrm>
              <a:off x="8580120" y="5631180"/>
              <a:ext cx="0" cy="32004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接箭头连接符 102">
              <a:extLst>
                <a:ext uri="{FF2B5EF4-FFF2-40B4-BE49-F238E27FC236}">
                  <a16:creationId xmlns:a16="http://schemas.microsoft.com/office/drawing/2014/main" id="{7F62C7AE-AD89-FC06-41D7-D588950142EA}"/>
                </a:ext>
              </a:extLst>
            </p:cNvPr>
            <p:cNvCxnSpPr>
              <a:cxnSpLocks/>
              <a:stCxn id="15" idx="4"/>
              <a:endCxn id="16" idx="0"/>
            </p:cNvCxnSpPr>
            <p:nvPr/>
          </p:nvCxnSpPr>
          <p:spPr>
            <a:xfrm>
              <a:off x="5166360" y="5631180"/>
              <a:ext cx="0" cy="32004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58697098-7B1F-87D6-640B-161BA94795DB}"/>
                </a:ext>
              </a:extLst>
            </p:cNvPr>
            <p:cNvCxnSpPr>
              <a:cxnSpLocks/>
              <a:stCxn id="30" idx="3"/>
              <a:endCxn id="6" idx="2"/>
            </p:cNvCxnSpPr>
            <p:nvPr/>
          </p:nvCxnSpPr>
          <p:spPr>
            <a:xfrm flipV="1">
              <a:off x="2125979" y="1630680"/>
              <a:ext cx="739141" cy="7620"/>
            </a:xfrm>
            <a:prstGeom prst="straightConnector1">
              <a:avLst/>
            </a:prstGeom>
            <a:ln w="15875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直接箭头连接符 112">
              <a:extLst>
                <a:ext uri="{FF2B5EF4-FFF2-40B4-BE49-F238E27FC236}">
                  <a16:creationId xmlns:a16="http://schemas.microsoft.com/office/drawing/2014/main" id="{8461D83F-E7D9-CF31-A8CA-536FDD3FC269}"/>
                </a:ext>
              </a:extLst>
            </p:cNvPr>
            <p:cNvCxnSpPr>
              <a:cxnSpLocks/>
              <a:stCxn id="9" idx="2"/>
              <a:endCxn id="31" idx="3"/>
            </p:cNvCxnSpPr>
            <p:nvPr/>
          </p:nvCxnSpPr>
          <p:spPr>
            <a:xfrm flipH="1">
              <a:off x="2255520" y="5273040"/>
              <a:ext cx="670560" cy="0"/>
            </a:xfrm>
            <a:prstGeom prst="straightConnector1">
              <a:avLst/>
            </a:prstGeom>
            <a:ln w="158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144D35CE-ECD9-A230-C1F1-C4D569561CF6}"/>
                </a:ext>
              </a:extLst>
            </p:cNvPr>
            <p:cNvSpPr txBox="1"/>
            <p:nvPr/>
          </p:nvSpPr>
          <p:spPr>
            <a:xfrm>
              <a:off x="10370820" y="1460606"/>
              <a:ext cx="10972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阶段</a:t>
              </a:r>
              <a:r>
                <a:rPr lang="en-US" altLang="zh-CN" b="1" dirty="0"/>
                <a:t>1</a:t>
              </a:r>
              <a:endParaRPr lang="zh-CN" altLang="en-US" b="1" dirty="0"/>
            </a:p>
          </p:txBody>
        </p:sp>
        <p:cxnSp>
          <p:nvCxnSpPr>
            <p:cNvPr id="148" name="直接箭头连接符 147">
              <a:extLst>
                <a:ext uri="{FF2B5EF4-FFF2-40B4-BE49-F238E27FC236}">
                  <a16:creationId xmlns:a16="http://schemas.microsoft.com/office/drawing/2014/main" id="{F71C4A1E-4FAC-D90B-ED42-C6EE15C14556}"/>
                </a:ext>
              </a:extLst>
            </p:cNvPr>
            <p:cNvCxnSpPr>
              <a:cxnSpLocks/>
              <a:stCxn id="6" idx="6"/>
              <a:endCxn id="12" idx="2"/>
            </p:cNvCxnSpPr>
            <p:nvPr/>
          </p:nvCxnSpPr>
          <p:spPr>
            <a:xfrm>
              <a:off x="4008119" y="1630680"/>
              <a:ext cx="609601" cy="7620"/>
            </a:xfrm>
            <a:prstGeom prst="straightConnector1">
              <a:avLst/>
            </a:prstGeom>
            <a:ln w="15875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直接箭头连接符 150">
              <a:extLst>
                <a:ext uri="{FF2B5EF4-FFF2-40B4-BE49-F238E27FC236}">
                  <a16:creationId xmlns:a16="http://schemas.microsoft.com/office/drawing/2014/main" id="{86E737E9-276D-72A9-D850-DA5EC7456C1D}"/>
                </a:ext>
              </a:extLst>
            </p:cNvPr>
            <p:cNvCxnSpPr>
              <a:cxnSpLocks/>
              <a:stCxn id="12" idx="6"/>
              <a:endCxn id="18" idx="2"/>
            </p:cNvCxnSpPr>
            <p:nvPr/>
          </p:nvCxnSpPr>
          <p:spPr>
            <a:xfrm>
              <a:off x="5684518" y="1638300"/>
              <a:ext cx="609602" cy="0"/>
            </a:xfrm>
            <a:prstGeom prst="straightConnector1">
              <a:avLst/>
            </a:prstGeom>
            <a:ln w="15875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4C1C7547-3ABD-7C9E-1460-6239B6BD70F1}"/>
                </a:ext>
              </a:extLst>
            </p:cNvPr>
            <p:cNvCxnSpPr>
              <a:cxnSpLocks/>
              <a:stCxn id="18" idx="6"/>
              <a:endCxn id="24" idx="2"/>
            </p:cNvCxnSpPr>
            <p:nvPr/>
          </p:nvCxnSpPr>
          <p:spPr>
            <a:xfrm>
              <a:off x="7391400" y="1638300"/>
              <a:ext cx="655320" cy="0"/>
            </a:xfrm>
            <a:prstGeom prst="straightConnector1">
              <a:avLst/>
            </a:prstGeom>
            <a:ln w="15875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2F0F35F9-EC53-0F94-6AC8-7636AF9687D4}"/>
                </a:ext>
              </a:extLst>
            </p:cNvPr>
            <p:cNvSpPr txBox="1"/>
            <p:nvPr/>
          </p:nvSpPr>
          <p:spPr>
            <a:xfrm>
              <a:off x="5753103" y="4995594"/>
              <a:ext cx="10972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b="1" dirty="0"/>
                <a:t>+</a:t>
              </a:r>
              <a:endParaRPr lang="zh-CN" altLang="en-US" sz="3600" b="1" dirty="0"/>
            </a:p>
          </p:txBody>
        </p:sp>
        <p:sp>
          <p:nvSpPr>
            <p:cNvPr id="167" name="文本框 166">
              <a:extLst>
                <a:ext uri="{FF2B5EF4-FFF2-40B4-BE49-F238E27FC236}">
                  <a16:creationId xmlns:a16="http://schemas.microsoft.com/office/drawing/2014/main" id="{930E9C85-D50E-0592-8060-14013257F6BB}"/>
                </a:ext>
              </a:extLst>
            </p:cNvPr>
            <p:cNvSpPr txBox="1"/>
            <p:nvPr/>
          </p:nvSpPr>
          <p:spPr>
            <a:xfrm>
              <a:off x="7532373" y="5010834"/>
              <a:ext cx="10972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b="1" dirty="0"/>
                <a:t>+</a:t>
              </a:r>
              <a:endParaRPr lang="zh-CN" altLang="en-US" sz="3600" b="1" dirty="0"/>
            </a:p>
          </p:txBody>
        </p:sp>
        <p:sp>
          <p:nvSpPr>
            <p:cNvPr id="172" name="文本框 171">
              <a:extLst>
                <a:ext uri="{FF2B5EF4-FFF2-40B4-BE49-F238E27FC236}">
                  <a16:creationId xmlns:a16="http://schemas.microsoft.com/office/drawing/2014/main" id="{94DCD204-B28B-850E-B3A9-A0BB97FD8D5F}"/>
                </a:ext>
              </a:extLst>
            </p:cNvPr>
            <p:cNvSpPr txBox="1"/>
            <p:nvPr/>
          </p:nvSpPr>
          <p:spPr>
            <a:xfrm>
              <a:off x="4000501" y="4949874"/>
              <a:ext cx="10972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3600" b="1" dirty="0"/>
                <a:t>+</a:t>
              </a:r>
              <a:endParaRPr lang="zh-CN" altLang="en-US" sz="3600" b="1" dirty="0"/>
            </a:p>
          </p:txBody>
        </p:sp>
        <p:cxnSp>
          <p:nvCxnSpPr>
            <p:cNvPr id="173" name="直接箭头连接符 172">
              <a:extLst>
                <a:ext uri="{FF2B5EF4-FFF2-40B4-BE49-F238E27FC236}">
                  <a16:creationId xmlns:a16="http://schemas.microsoft.com/office/drawing/2014/main" id="{5F3AF2F0-80DE-AE8F-3542-EF57674DC368}"/>
                </a:ext>
              </a:extLst>
            </p:cNvPr>
            <p:cNvCxnSpPr>
              <a:cxnSpLocks/>
              <a:endCxn id="117" idx="1"/>
            </p:cNvCxnSpPr>
            <p:nvPr/>
          </p:nvCxnSpPr>
          <p:spPr>
            <a:xfrm>
              <a:off x="9182102" y="570081"/>
              <a:ext cx="1188718" cy="1075191"/>
            </a:xfrm>
            <a:prstGeom prst="bentConnector3">
              <a:avLst>
                <a:gd name="adj1" fmla="val 50000"/>
              </a:avLst>
            </a:prstGeom>
            <a:ln w="15875">
              <a:prstDash val="sys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7" name="直接箭头连接符 172">
              <a:extLst>
                <a:ext uri="{FF2B5EF4-FFF2-40B4-BE49-F238E27FC236}">
                  <a16:creationId xmlns:a16="http://schemas.microsoft.com/office/drawing/2014/main" id="{EDF67968-3A5B-A60D-1C36-3C670126FB02}"/>
                </a:ext>
              </a:extLst>
            </p:cNvPr>
            <p:cNvCxnSpPr>
              <a:cxnSpLocks/>
              <a:endCxn id="117" idx="1"/>
            </p:cNvCxnSpPr>
            <p:nvPr/>
          </p:nvCxnSpPr>
          <p:spPr>
            <a:xfrm flipV="1">
              <a:off x="9128762" y="1645272"/>
              <a:ext cx="1242058" cy="890525"/>
            </a:xfrm>
            <a:prstGeom prst="bentConnector3">
              <a:avLst>
                <a:gd name="adj1" fmla="val 50000"/>
              </a:avLst>
            </a:prstGeom>
            <a:ln w="15875">
              <a:prstDash val="sys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1" name="文本框 200">
              <a:extLst>
                <a:ext uri="{FF2B5EF4-FFF2-40B4-BE49-F238E27FC236}">
                  <a16:creationId xmlns:a16="http://schemas.microsoft.com/office/drawing/2014/main" id="{85EDD233-5B2D-B187-C56B-AC298E50F2E7}"/>
                </a:ext>
              </a:extLst>
            </p:cNvPr>
            <p:cNvSpPr txBox="1"/>
            <p:nvPr/>
          </p:nvSpPr>
          <p:spPr>
            <a:xfrm>
              <a:off x="10355578" y="3503533"/>
              <a:ext cx="10972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阶段</a:t>
              </a:r>
              <a:r>
                <a:rPr lang="en-US" altLang="zh-CN" b="1" dirty="0"/>
                <a:t>2</a:t>
              </a:r>
              <a:endParaRPr lang="zh-CN" altLang="en-US" b="1" dirty="0"/>
            </a:p>
          </p:txBody>
        </p:sp>
        <p:cxnSp>
          <p:nvCxnSpPr>
            <p:cNvPr id="202" name="直接箭头连接符 172">
              <a:extLst>
                <a:ext uri="{FF2B5EF4-FFF2-40B4-BE49-F238E27FC236}">
                  <a16:creationId xmlns:a16="http://schemas.microsoft.com/office/drawing/2014/main" id="{9173AED4-40D5-09F6-8AA0-8444A95C2504}"/>
                </a:ext>
              </a:extLst>
            </p:cNvPr>
            <p:cNvCxnSpPr>
              <a:cxnSpLocks/>
              <a:endCxn id="201" idx="1"/>
            </p:cNvCxnSpPr>
            <p:nvPr/>
          </p:nvCxnSpPr>
          <p:spPr>
            <a:xfrm>
              <a:off x="9166860" y="2613008"/>
              <a:ext cx="1188718" cy="1075191"/>
            </a:xfrm>
            <a:prstGeom prst="bentConnector3">
              <a:avLst>
                <a:gd name="adj1" fmla="val 50000"/>
              </a:avLst>
            </a:prstGeom>
            <a:ln w="15875">
              <a:prstDash val="sys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直接箭头连接符 172">
              <a:extLst>
                <a:ext uri="{FF2B5EF4-FFF2-40B4-BE49-F238E27FC236}">
                  <a16:creationId xmlns:a16="http://schemas.microsoft.com/office/drawing/2014/main" id="{4D0A8FBB-D66E-0A62-4DB7-1042DFDBAC88}"/>
                </a:ext>
              </a:extLst>
            </p:cNvPr>
            <p:cNvCxnSpPr>
              <a:cxnSpLocks/>
              <a:endCxn id="201" idx="1"/>
            </p:cNvCxnSpPr>
            <p:nvPr/>
          </p:nvCxnSpPr>
          <p:spPr>
            <a:xfrm flipV="1">
              <a:off x="9182102" y="3688199"/>
              <a:ext cx="1173476" cy="634005"/>
            </a:xfrm>
            <a:prstGeom prst="bentConnector3">
              <a:avLst>
                <a:gd name="adj1" fmla="val 50000"/>
              </a:avLst>
            </a:prstGeom>
            <a:ln w="15875">
              <a:prstDash val="sys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4" name="文本框 203">
              <a:extLst>
                <a:ext uri="{FF2B5EF4-FFF2-40B4-BE49-F238E27FC236}">
                  <a16:creationId xmlns:a16="http://schemas.microsoft.com/office/drawing/2014/main" id="{2CE7EBDA-3FB3-7754-FAFF-8580A407B960}"/>
                </a:ext>
              </a:extLst>
            </p:cNvPr>
            <p:cNvSpPr txBox="1"/>
            <p:nvPr/>
          </p:nvSpPr>
          <p:spPr>
            <a:xfrm>
              <a:off x="10389869" y="5361794"/>
              <a:ext cx="10972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/>
                <a:t>阶段</a:t>
              </a:r>
              <a:r>
                <a:rPr lang="en-US" altLang="zh-CN" b="1" dirty="0"/>
                <a:t>3</a:t>
              </a:r>
              <a:endParaRPr lang="zh-CN" altLang="en-US" b="1" dirty="0"/>
            </a:p>
          </p:txBody>
        </p:sp>
        <p:cxnSp>
          <p:nvCxnSpPr>
            <p:cNvPr id="205" name="直接箭头连接符 172">
              <a:extLst>
                <a:ext uri="{FF2B5EF4-FFF2-40B4-BE49-F238E27FC236}">
                  <a16:creationId xmlns:a16="http://schemas.microsoft.com/office/drawing/2014/main" id="{BD59B217-067D-B2B6-2994-AA3B0968D85E}"/>
                </a:ext>
              </a:extLst>
            </p:cNvPr>
            <p:cNvCxnSpPr>
              <a:cxnSpLocks/>
              <a:endCxn id="204" idx="1"/>
            </p:cNvCxnSpPr>
            <p:nvPr/>
          </p:nvCxnSpPr>
          <p:spPr>
            <a:xfrm>
              <a:off x="9201151" y="4471269"/>
              <a:ext cx="1188718" cy="1075191"/>
            </a:xfrm>
            <a:prstGeom prst="bentConnector3">
              <a:avLst>
                <a:gd name="adj1" fmla="val 50000"/>
              </a:avLst>
            </a:prstGeom>
            <a:ln w="15875">
              <a:prstDash val="sys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6" name="直接箭头连接符 172">
              <a:extLst>
                <a:ext uri="{FF2B5EF4-FFF2-40B4-BE49-F238E27FC236}">
                  <a16:creationId xmlns:a16="http://schemas.microsoft.com/office/drawing/2014/main" id="{1400E749-84D9-961F-59C4-268481899F26}"/>
                </a:ext>
              </a:extLst>
            </p:cNvPr>
            <p:cNvCxnSpPr>
              <a:cxnSpLocks/>
              <a:endCxn id="204" idx="1"/>
            </p:cNvCxnSpPr>
            <p:nvPr/>
          </p:nvCxnSpPr>
          <p:spPr>
            <a:xfrm flipV="1">
              <a:off x="9147811" y="5546460"/>
              <a:ext cx="1242058" cy="890525"/>
            </a:xfrm>
            <a:prstGeom prst="bentConnector3">
              <a:avLst>
                <a:gd name="adj1" fmla="val 50000"/>
              </a:avLst>
            </a:prstGeom>
            <a:ln w="15875">
              <a:prstDash val="sysDash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9" name="文本框 208">
              <a:extLst>
                <a:ext uri="{FF2B5EF4-FFF2-40B4-BE49-F238E27FC236}">
                  <a16:creationId xmlns:a16="http://schemas.microsoft.com/office/drawing/2014/main" id="{11E17F45-D6CC-C9F1-B7DC-E1628D9D3B29}"/>
                </a:ext>
              </a:extLst>
            </p:cNvPr>
            <p:cNvSpPr txBox="1"/>
            <p:nvPr/>
          </p:nvSpPr>
          <p:spPr>
            <a:xfrm>
              <a:off x="1417318" y="2467093"/>
              <a:ext cx="16002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rgbClr val="C00000"/>
                  </a:solidFill>
                </a:rPr>
                <a:t>注意力得分</a:t>
              </a:r>
            </a:p>
          </p:txBody>
        </p:sp>
        <p:sp>
          <p:nvSpPr>
            <p:cNvPr id="210" name="文本框 209">
              <a:extLst>
                <a:ext uri="{FF2B5EF4-FFF2-40B4-BE49-F238E27FC236}">
                  <a16:creationId xmlns:a16="http://schemas.microsoft.com/office/drawing/2014/main" id="{B7FFAAAF-CF49-6C22-7F0E-566EE66C7E92}"/>
                </a:ext>
              </a:extLst>
            </p:cNvPr>
            <p:cNvSpPr txBox="1"/>
            <p:nvPr/>
          </p:nvSpPr>
          <p:spPr>
            <a:xfrm>
              <a:off x="1592580" y="4242554"/>
              <a:ext cx="16002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rgbClr val="C00000"/>
                  </a:solidFill>
                </a:rPr>
                <a:t>权重系数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2848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6B14A269-5505-C40D-5F95-FF4B9C5629BA}"/>
              </a:ext>
            </a:extLst>
          </p:cNvPr>
          <p:cNvGrpSpPr/>
          <p:nvPr/>
        </p:nvGrpSpPr>
        <p:grpSpPr>
          <a:xfrm>
            <a:off x="2196736" y="212271"/>
            <a:ext cx="6852043" cy="5567261"/>
            <a:chOff x="2196736" y="212271"/>
            <a:chExt cx="6852043" cy="5567261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2630EE5D-AF6D-A99C-5E9D-0FBCF743D9AB}"/>
                </a:ext>
              </a:extLst>
            </p:cNvPr>
            <p:cNvSpPr/>
            <p:nvPr/>
          </p:nvSpPr>
          <p:spPr>
            <a:xfrm>
              <a:off x="2554877" y="4119154"/>
              <a:ext cx="1371600" cy="563880"/>
            </a:xfrm>
            <a:prstGeom prst="roundRect">
              <a:avLst/>
            </a:prstGeom>
            <a:solidFill>
              <a:srgbClr val="92D050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73A97AD6-011F-CDBF-5331-38BE2E8854B5}"/>
                </a:ext>
              </a:extLst>
            </p:cNvPr>
            <p:cNvSpPr/>
            <p:nvPr/>
          </p:nvSpPr>
          <p:spPr>
            <a:xfrm>
              <a:off x="2439489" y="4246517"/>
              <a:ext cx="1371600" cy="563880"/>
            </a:xfrm>
            <a:prstGeom prst="roundRect">
              <a:avLst/>
            </a:prstGeom>
            <a:solidFill>
              <a:srgbClr val="92D05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617E6AFD-B34E-F303-C670-ADE749247F54}"/>
                </a:ext>
              </a:extLst>
            </p:cNvPr>
            <p:cNvSpPr/>
            <p:nvPr/>
          </p:nvSpPr>
          <p:spPr>
            <a:xfrm>
              <a:off x="2324101" y="4373880"/>
              <a:ext cx="1371600" cy="563880"/>
            </a:xfrm>
            <a:prstGeom prst="round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线性编码</a:t>
              </a: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FC75BF98-E11B-8E08-D00C-889ABB97E831}"/>
                </a:ext>
              </a:extLst>
            </p:cNvPr>
            <p:cNvSpPr/>
            <p:nvPr/>
          </p:nvSpPr>
          <p:spPr>
            <a:xfrm>
              <a:off x="2514139" y="2652969"/>
              <a:ext cx="6534640" cy="855617"/>
            </a:xfrm>
            <a:prstGeom prst="roundRect">
              <a:avLst/>
            </a:prstGeom>
            <a:solidFill>
              <a:srgbClr val="F3A671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2199D616-6507-678D-73AF-C04A68BDD66D}"/>
                </a:ext>
              </a:extLst>
            </p:cNvPr>
            <p:cNvSpPr/>
            <p:nvPr/>
          </p:nvSpPr>
          <p:spPr>
            <a:xfrm>
              <a:off x="2312410" y="2830749"/>
              <a:ext cx="6620694" cy="760568"/>
            </a:xfrm>
            <a:prstGeom prst="roundRect">
              <a:avLst/>
            </a:prstGeom>
            <a:solidFill>
              <a:srgbClr val="E99F6D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48858FBE-EB01-4542-98FF-C359F6C6382C}"/>
                </a:ext>
              </a:extLst>
            </p:cNvPr>
            <p:cNvSpPr/>
            <p:nvPr/>
          </p:nvSpPr>
          <p:spPr>
            <a:xfrm>
              <a:off x="2196736" y="3000051"/>
              <a:ext cx="6620693" cy="690154"/>
            </a:xfrm>
            <a:prstGeom prst="roundRect">
              <a:avLst/>
            </a:prstGeom>
            <a:solidFill>
              <a:srgbClr val="F3A67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点积注意力机制</a:t>
              </a: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3A43F8DD-D587-C90C-3BD9-384F956E2552}"/>
                </a:ext>
              </a:extLst>
            </p:cNvPr>
            <p:cNvSpPr/>
            <p:nvPr/>
          </p:nvSpPr>
          <p:spPr>
            <a:xfrm>
              <a:off x="4781549" y="1760352"/>
              <a:ext cx="1451067" cy="565583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拼接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E3CBFEE4-A4F3-17AF-4CC9-56A6FDAC6CDD}"/>
                </a:ext>
              </a:extLst>
            </p:cNvPr>
            <p:cNvSpPr/>
            <p:nvPr/>
          </p:nvSpPr>
          <p:spPr>
            <a:xfrm>
              <a:off x="4781549" y="815183"/>
              <a:ext cx="1451067" cy="565583"/>
            </a:xfrm>
            <a:prstGeom prst="round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线性转换</a:t>
              </a: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0F797821-1759-755E-30F9-23871AE14B20}"/>
                </a:ext>
              </a:extLst>
            </p:cNvPr>
            <p:cNvSpPr/>
            <p:nvPr/>
          </p:nvSpPr>
          <p:spPr>
            <a:xfrm>
              <a:off x="5055325" y="4089546"/>
              <a:ext cx="1371600" cy="563880"/>
            </a:xfrm>
            <a:prstGeom prst="roundRect">
              <a:avLst/>
            </a:prstGeom>
            <a:solidFill>
              <a:srgbClr val="92D050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7343BB23-3342-34D3-2A76-ECA2D369140B}"/>
                </a:ext>
              </a:extLst>
            </p:cNvPr>
            <p:cNvSpPr/>
            <p:nvPr/>
          </p:nvSpPr>
          <p:spPr>
            <a:xfrm>
              <a:off x="4939937" y="4216909"/>
              <a:ext cx="1371600" cy="563880"/>
            </a:xfrm>
            <a:prstGeom prst="roundRect">
              <a:avLst/>
            </a:prstGeom>
            <a:solidFill>
              <a:srgbClr val="92D05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C9E9090A-88A8-7379-3D3E-3BC141BEAA0C}"/>
                </a:ext>
              </a:extLst>
            </p:cNvPr>
            <p:cNvSpPr/>
            <p:nvPr/>
          </p:nvSpPr>
          <p:spPr>
            <a:xfrm>
              <a:off x="4824549" y="4344272"/>
              <a:ext cx="1371600" cy="563880"/>
            </a:xfrm>
            <a:prstGeom prst="round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线性编码</a:t>
              </a: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EDC7F142-2FD0-566B-BE02-F4543AFD7711}"/>
                </a:ext>
              </a:extLst>
            </p:cNvPr>
            <p:cNvSpPr/>
            <p:nvPr/>
          </p:nvSpPr>
          <p:spPr>
            <a:xfrm>
              <a:off x="7482840" y="4119154"/>
              <a:ext cx="1371600" cy="563880"/>
            </a:xfrm>
            <a:prstGeom prst="roundRect">
              <a:avLst/>
            </a:prstGeom>
            <a:solidFill>
              <a:srgbClr val="92D050">
                <a:alpha val="2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A84A52FC-5D43-6FF1-3291-B2E95CF51EE2}"/>
                </a:ext>
              </a:extLst>
            </p:cNvPr>
            <p:cNvSpPr/>
            <p:nvPr/>
          </p:nvSpPr>
          <p:spPr>
            <a:xfrm>
              <a:off x="7367452" y="4246517"/>
              <a:ext cx="1371600" cy="563880"/>
            </a:xfrm>
            <a:prstGeom prst="roundRect">
              <a:avLst/>
            </a:prstGeom>
            <a:solidFill>
              <a:srgbClr val="92D050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B0FB69BD-C95B-B3B2-6D37-804863B4EEA0}"/>
                </a:ext>
              </a:extLst>
            </p:cNvPr>
            <p:cNvSpPr/>
            <p:nvPr/>
          </p:nvSpPr>
          <p:spPr>
            <a:xfrm>
              <a:off x="7252064" y="4373880"/>
              <a:ext cx="1371600" cy="563880"/>
            </a:xfrm>
            <a:prstGeom prst="roundRect">
              <a:avLst/>
            </a:pr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线性编码</a:t>
              </a:r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9011C7E2-6432-BCDC-4FE4-60D92A8DD073}"/>
                </a:ext>
              </a:extLst>
            </p:cNvPr>
            <p:cNvCxnSpPr>
              <a:cxnSpLocks/>
              <a:endCxn id="4" idx="2"/>
            </p:cNvCxnSpPr>
            <p:nvPr/>
          </p:nvCxnSpPr>
          <p:spPr>
            <a:xfrm flipV="1">
              <a:off x="3009901" y="4937760"/>
              <a:ext cx="0" cy="47244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E95C8712-B6D9-E189-D994-5DFA3D8C3F19}"/>
                </a:ext>
              </a:extLst>
            </p:cNvPr>
            <p:cNvCxnSpPr>
              <a:cxnSpLocks/>
              <a:endCxn id="14" idx="2"/>
            </p:cNvCxnSpPr>
            <p:nvPr/>
          </p:nvCxnSpPr>
          <p:spPr>
            <a:xfrm flipV="1">
              <a:off x="5510349" y="4908152"/>
              <a:ext cx="0" cy="47244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AB54E45D-ADC5-BEBA-048E-6DC6777BC67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7937864" y="4937760"/>
              <a:ext cx="0" cy="47244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DD561B16-F16F-D696-9140-798A4F0E3904}"/>
                </a:ext>
              </a:extLst>
            </p:cNvPr>
            <p:cNvCxnSpPr>
              <a:cxnSpLocks/>
              <a:stCxn id="17" idx="0"/>
            </p:cNvCxnSpPr>
            <p:nvPr/>
          </p:nvCxnSpPr>
          <p:spPr>
            <a:xfrm flipH="1" flipV="1">
              <a:off x="7937863" y="3686366"/>
              <a:ext cx="1" cy="68751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6D7C52C4-A2A4-974E-1440-7408AB0B2BA9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5507083" y="3690205"/>
              <a:ext cx="3266" cy="65406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85A0FFB5-D7F6-BE69-5944-E9E9CA479676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3009901" y="3718680"/>
              <a:ext cx="0" cy="65520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2E1DA322-32A7-41AB-7150-AE0BF45DB89C}"/>
                </a:ext>
              </a:extLst>
            </p:cNvPr>
            <p:cNvCxnSpPr>
              <a:cxnSpLocks/>
              <a:stCxn id="9" idx="0"/>
              <a:endCxn id="10" idx="2"/>
            </p:cNvCxnSpPr>
            <p:nvPr/>
          </p:nvCxnSpPr>
          <p:spPr>
            <a:xfrm flipV="1">
              <a:off x="5507083" y="2325935"/>
              <a:ext cx="0" cy="67411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A970236E-7ABF-4943-170B-E389BAB67ACB}"/>
                </a:ext>
              </a:extLst>
            </p:cNvPr>
            <p:cNvCxnSpPr>
              <a:cxnSpLocks/>
              <a:stCxn id="10" idx="0"/>
              <a:endCxn id="11" idx="2"/>
            </p:cNvCxnSpPr>
            <p:nvPr/>
          </p:nvCxnSpPr>
          <p:spPr>
            <a:xfrm flipV="1">
              <a:off x="5507083" y="1380766"/>
              <a:ext cx="0" cy="37958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2A569ABC-B71D-B471-E7CA-5FFCDA842BC0}"/>
                </a:ext>
              </a:extLst>
            </p:cNvPr>
            <p:cNvCxnSpPr>
              <a:cxnSpLocks/>
              <a:stCxn id="11" idx="0"/>
            </p:cNvCxnSpPr>
            <p:nvPr/>
          </p:nvCxnSpPr>
          <p:spPr>
            <a:xfrm flipH="1" flipV="1">
              <a:off x="5507082" y="212271"/>
              <a:ext cx="1" cy="60291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9FC618C3-BD4A-E357-71DE-2496C0A3CE87}"/>
                </a:ext>
              </a:extLst>
            </p:cNvPr>
            <p:cNvSpPr txBox="1"/>
            <p:nvPr/>
          </p:nvSpPr>
          <p:spPr>
            <a:xfrm>
              <a:off x="2782389" y="5350380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Q</a:t>
              </a:r>
              <a:endParaRPr lang="zh-CN" altLang="en-US" b="1" dirty="0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773304B-1094-AD92-E20E-D51AF7293374}"/>
                </a:ext>
              </a:extLst>
            </p:cNvPr>
            <p:cNvSpPr txBox="1"/>
            <p:nvPr/>
          </p:nvSpPr>
          <p:spPr>
            <a:xfrm>
              <a:off x="5334001" y="5410200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K</a:t>
              </a:r>
              <a:endParaRPr lang="zh-CN" altLang="en-US" b="1" dirty="0"/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3FFFF504-E1BE-4E62-0958-FB80FCCB98A5}"/>
                </a:ext>
              </a:extLst>
            </p:cNvPr>
            <p:cNvSpPr txBox="1"/>
            <p:nvPr/>
          </p:nvSpPr>
          <p:spPr>
            <a:xfrm>
              <a:off x="7825740" y="5380592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 dirty="0"/>
                <a:t>V</a:t>
              </a:r>
              <a:endParaRPr lang="zh-CN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143228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>
            <a:extLst>
              <a:ext uri="{FF2B5EF4-FFF2-40B4-BE49-F238E27FC236}">
                <a16:creationId xmlns:a16="http://schemas.microsoft.com/office/drawing/2014/main" id="{DD2EEBC2-BFD8-7F4D-7996-D1E28201C410}"/>
              </a:ext>
            </a:extLst>
          </p:cNvPr>
          <p:cNvGrpSpPr/>
          <p:nvPr/>
        </p:nvGrpSpPr>
        <p:grpSpPr>
          <a:xfrm>
            <a:off x="238125" y="3211116"/>
            <a:ext cx="11118059" cy="2911077"/>
            <a:chOff x="238125" y="3211116"/>
            <a:chExt cx="11118059" cy="291107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A57BD789-B270-2A9B-60D7-D2C6C4D4801E}"/>
                </a:ext>
              </a:extLst>
            </p:cNvPr>
            <p:cNvSpPr/>
            <p:nvPr/>
          </p:nvSpPr>
          <p:spPr>
            <a:xfrm>
              <a:off x="238125" y="5686425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(3,0)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6C17E13-E429-BCE6-7DAF-4F785436EDCC}"/>
                </a:ext>
              </a:extLst>
            </p:cNvPr>
            <p:cNvSpPr/>
            <p:nvPr/>
          </p:nvSpPr>
          <p:spPr>
            <a:xfrm>
              <a:off x="1697830" y="5686425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(3,1)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071FDF0-4527-9DD8-B1AB-E00F84D1A94F}"/>
                </a:ext>
              </a:extLst>
            </p:cNvPr>
            <p:cNvSpPr/>
            <p:nvPr/>
          </p:nvSpPr>
          <p:spPr>
            <a:xfrm>
              <a:off x="3157535" y="5686425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(3,2)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8FEB4E19-F4D0-FAEA-C58E-8AD8416B2EED}"/>
                </a:ext>
              </a:extLst>
            </p:cNvPr>
            <p:cNvSpPr/>
            <p:nvPr/>
          </p:nvSpPr>
          <p:spPr>
            <a:xfrm>
              <a:off x="4617240" y="5686425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(3,3)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A4C68A81-063F-3D47-04B5-C9D7BA05C70E}"/>
                </a:ext>
              </a:extLst>
            </p:cNvPr>
            <p:cNvSpPr/>
            <p:nvPr/>
          </p:nvSpPr>
          <p:spPr>
            <a:xfrm>
              <a:off x="6076945" y="5686425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(3,4)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7F61F462-F054-0A4F-E15F-3B4129A8096E}"/>
                </a:ext>
              </a:extLst>
            </p:cNvPr>
            <p:cNvSpPr/>
            <p:nvPr/>
          </p:nvSpPr>
          <p:spPr>
            <a:xfrm>
              <a:off x="7536650" y="5686425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(3,5)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88C9186-FBE0-D9A1-7439-C382F998EB95}"/>
                </a:ext>
              </a:extLst>
            </p:cNvPr>
            <p:cNvSpPr/>
            <p:nvPr/>
          </p:nvSpPr>
          <p:spPr>
            <a:xfrm>
              <a:off x="9034465" y="5686425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(3,6)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77B539A9-B25D-377C-376E-21AE6C23CAF9}"/>
                </a:ext>
              </a:extLst>
            </p:cNvPr>
            <p:cNvSpPr/>
            <p:nvPr/>
          </p:nvSpPr>
          <p:spPr>
            <a:xfrm>
              <a:off x="10494170" y="5686425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(3,7)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55C4924-F9E9-4246-8FDD-A88A7E456E45}"/>
                </a:ext>
              </a:extLst>
            </p:cNvPr>
            <p:cNvSpPr/>
            <p:nvPr/>
          </p:nvSpPr>
          <p:spPr>
            <a:xfrm>
              <a:off x="1002507" y="4700587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(2,0)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D6B9CDB7-0F71-59B3-1A8E-636262570D67}"/>
                </a:ext>
              </a:extLst>
            </p:cNvPr>
            <p:cNvSpPr/>
            <p:nvPr/>
          </p:nvSpPr>
          <p:spPr>
            <a:xfrm>
              <a:off x="3967163" y="4729161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(2,1)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6BA75977-E39A-A8D0-A4F7-0158D937743E}"/>
                </a:ext>
              </a:extLst>
            </p:cNvPr>
            <p:cNvSpPr/>
            <p:nvPr/>
          </p:nvSpPr>
          <p:spPr>
            <a:xfrm>
              <a:off x="6927053" y="4786311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(2,2)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E75205A4-137D-EDAD-C485-D0D5D1D13E2F}"/>
                </a:ext>
              </a:extLst>
            </p:cNvPr>
            <p:cNvSpPr/>
            <p:nvPr/>
          </p:nvSpPr>
          <p:spPr>
            <a:xfrm>
              <a:off x="9886943" y="4786311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(2,3)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80799D2C-FEBC-417A-98D0-5F575F1E0B97}"/>
                </a:ext>
              </a:extLst>
            </p:cNvPr>
            <p:cNvSpPr/>
            <p:nvPr/>
          </p:nvSpPr>
          <p:spPr>
            <a:xfrm>
              <a:off x="2459832" y="3929062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(1,0)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9BB6E7E-A5A4-9051-0761-A7FA0A828DC2}"/>
                </a:ext>
              </a:extLst>
            </p:cNvPr>
            <p:cNvSpPr/>
            <p:nvPr/>
          </p:nvSpPr>
          <p:spPr>
            <a:xfrm>
              <a:off x="8398664" y="3929062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(1,1)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20A80606-305D-5080-B7BB-30289785128D}"/>
                </a:ext>
              </a:extLst>
            </p:cNvPr>
            <p:cNvSpPr/>
            <p:nvPr/>
          </p:nvSpPr>
          <p:spPr>
            <a:xfrm>
              <a:off x="5310188" y="3211116"/>
              <a:ext cx="862014" cy="43576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(0,0)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AAA79F64-0FF6-6D7B-473E-295C12C89BAA}"/>
                </a:ext>
              </a:extLst>
            </p:cNvPr>
            <p:cNvCxnSpPr>
              <a:cxnSpLocks/>
              <a:stCxn id="29" idx="2"/>
              <a:endCxn id="27" idx="0"/>
            </p:cNvCxnSpPr>
            <p:nvPr/>
          </p:nvCxnSpPr>
          <p:spPr>
            <a:xfrm flipH="1">
              <a:off x="2890839" y="3646884"/>
              <a:ext cx="2850356" cy="2821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D1A7717A-9F7B-9CB9-B88F-61AA0336FDDA}"/>
                </a:ext>
              </a:extLst>
            </p:cNvPr>
            <p:cNvCxnSpPr>
              <a:cxnSpLocks/>
              <a:stCxn id="29" idx="2"/>
              <a:endCxn id="28" idx="0"/>
            </p:cNvCxnSpPr>
            <p:nvPr/>
          </p:nvCxnSpPr>
          <p:spPr>
            <a:xfrm>
              <a:off x="5741195" y="3646884"/>
              <a:ext cx="3088476" cy="2821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7C8DFD68-93C9-B6F4-979C-FD0323F92D83}"/>
                </a:ext>
              </a:extLst>
            </p:cNvPr>
            <p:cNvCxnSpPr>
              <a:cxnSpLocks/>
              <a:stCxn id="27" idx="2"/>
              <a:endCxn id="23" idx="0"/>
            </p:cNvCxnSpPr>
            <p:nvPr/>
          </p:nvCxnSpPr>
          <p:spPr>
            <a:xfrm flipH="1">
              <a:off x="1433514" y="4364830"/>
              <a:ext cx="1457325" cy="3357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E78F604F-D637-F6D1-2A18-D39E12B10AA1}"/>
                </a:ext>
              </a:extLst>
            </p:cNvPr>
            <p:cNvCxnSpPr>
              <a:cxnSpLocks/>
              <a:stCxn id="27" idx="2"/>
              <a:endCxn id="24" idx="0"/>
            </p:cNvCxnSpPr>
            <p:nvPr/>
          </p:nvCxnSpPr>
          <p:spPr>
            <a:xfrm>
              <a:off x="2890839" y="4364830"/>
              <a:ext cx="1507331" cy="3643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4643B81A-88D1-829D-83CF-D064E342629B}"/>
                </a:ext>
              </a:extLst>
            </p:cNvPr>
            <p:cNvCxnSpPr>
              <a:cxnSpLocks/>
              <a:stCxn id="28" idx="2"/>
              <a:endCxn id="25" idx="0"/>
            </p:cNvCxnSpPr>
            <p:nvPr/>
          </p:nvCxnSpPr>
          <p:spPr>
            <a:xfrm flipH="1">
              <a:off x="7358060" y="4364830"/>
              <a:ext cx="1471611" cy="4214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8E105C96-B477-4985-5C57-7F5E29E6C8A1}"/>
                </a:ext>
              </a:extLst>
            </p:cNvPr>
            <p:cNvCxnSpPr>
              <a:cxnSpLocks/>
              <a:stCxn id="28" idx="2"/>
              <a:endCxn id="26" idx="0"/>
            </p:cNvCxnSpPr>
            <p:nvPr/>
          </p:nvCxnSpPr>
          <p:spPr>
            <a:xfrm>
              <a:off x="8829671" y="4364830"/>
              <a:ext cx="1488279" cy="4214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B89AF3B0-A9B3-374C-19CF-0B600DD518B8}"/>
                </a:ext>
              </a:extLst>
            </p:cNvPr>
            <p:cNvCxnSpPr>
              <a:cxnSpLocks/>
              <a:stCxn id="23" idx="2"/>
              <a:endCxn id="7" idx="0"/>
            </p:cNvCxnSpPr>
            <p:nvPr/>
          </p:nvCxnSpPr>
          <p:spPr>
            <a:xfrm flipH="1">
              <a:off x="669132" y="5136355"/>
              <a:ext cx="764382" cy="5500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B8395E1F-374D-4218-2A3A-9FC9A10BFF67}"/>
                </a:ext>
              </a:extLst>
            </p:cNvPr>
            <p:cNvCxnSpPr>
              <a:cxnSpLocks/>
              <a:stCxn id="23" idx="2"/>
              <a:endCxn id="12" idx="0"/>
            </p:cNvCxnSpPr>
            <p:nvPr/>
          </p:nvCxnSpPr>
          <p:spPr>
            <a:xfrm>
              <a:off x="1433514" y="5136355"/>
              <a:ext cx="695323" cy="5500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6CAAB294-D057-9F98-5F79-79B5DE23DA56}"/>
                </a:ext>
              </a:extLst>
            </p:cNvPr>
            <p:cNvCxnSpPr>
              <a:cxnSpLocks/>
              <a:stCxn id="24" idx="2"/>
              <a:endCxn id="17" idx="0"/>
            </p:cNvCxnSpPr>
            <p:nvPr/>
          </p:nvCxnSpPr>
          <p:spPr>
            <a:xfrm flipH="1">
              <a:off x="3588542" y="5164929"/>
              <a:ext cx="809628" cy="5214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32EA49F8-F0C2-B582-6F2A-DE06B87E3431}"/>
                </a:ext>
              </a:extLst>
            </p:cNvPr>
            <p:cNvCxnSpPr>
              <a:cxnSpLocks/>
              <a:stCxn id="24" idx="2"/>
              <a:endCxn id="18" idx="0"/>
            </p:cNvCxnSpPr>
            <p:nvPr/>
          </p:nvCxnSpPr>
          <p:spPr>
            <a:xfrm>
              <a:off x="4398170" y="5164929"/>
              <a:ext cx="650077" cy="5214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ACD725A5-549F-683F-97DC-7894E1E11427}"/>
                </a:ext>
              </a:extLst>
            </p:cNvPr>
            <p:cNvCxnSpPr>
              <a:cxnSpLocks/>
              <a:stCxn id="25" idx="2"/>
              <a:endCxn id="19" idx="0"/>
            </p:cNvCxnSpPr>
            <p:nvPr/>
          </p:nvCxnSpPr>
          <p:spPr>
            <a:xfrm flipH="1">
              <a:off x="6507952" y="5222079"/>
              <a:ext cx="850108" cy="46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BFB9C06E-9661-0410-935E-016BC36D910F}"/>
                </a:ext>
              </a:extLst>
            </p:cNvPr>
            <p:cNvCxnSpPr>
              <a:cxnSpLocks/>
              <a:stCxn id="25" idx="2"/>
              <a:endCxn id="20" idx="0"/>
            </p:cNvCxnSpPr>
            <p:nvPr/>
          </p:nvCxnSpPr>
          <p:spPr>
            <a:xfrm>
              <a:off x="7358060" y="5222079"/>
              <a:ext cx="609597" cy="46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40C95F57-493E-9EC3-F720-39B0AC8788F4}"/>
                </a:ext>
              </a:extLst>
            </p:cNvPr>
            <p:cNvCxnSpPr>
              <a:cxnSpLocks/>
              <a:stCxn id="26" idx="2"/>
              <a:endCxn id="21" idx="0"/>
            </p:cNvCxnSpPr>
            <p:nvPr/>
          </p:nvCxnSpPr>
          <p:spPr>
            <a:xfrm flipH="1">
              <a:off x="9465472" y="5222079"/>
              <a:ext cx="852478" cy="46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E4BA5B94-CE8F-DD86-D506-4A57C52E0563}"/>
                </a:ext>
              </a:extLst>
            </p:cNvPr>
            <p:cNvCxnSpPr>
              <a:cxnSpLocks/>
              <a:stCxn id="26" idx="2"/>
              <a:endCxn id="22" idx="0"/>
            </p:cNvCxnSpPr>
            <p:nvPr/>
          </p:nvCxnSpPr>
          <p:spPr>
            <a:xfrm>
              <a:off x="10317950" y="5222079"/>
              <a:ext cx="607227" cy="4643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96991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C79A037D-50E6-81E7-FE5D-40A97A540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7815" y="0"/>
            <a:ext cx="57763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3707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9FB6DDC7-0E38-AA8F-D820-34CB21934650}"/>
              </a:ext>
            </a:extLst>
          </p:cNvPr>
          <p:cNvGrpSpPr/>
          <p:nvPr/>
        </p:nvGrpSpPr>
        <p:grpSpPr>
          <a:xfrm>
            <a:off x="-1870240" y="879580"/>
            <a:ext cx="15695225" cy="6817605"/>
            <a:chOff x="-1942617" y="759855"/>
            <a:chExt cx="15695225" cy="6817605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E87FD6A0-BAA4-55EA-1E62-A7D593FBA6FC}"/>
                </a:ext>
              </a:extLst>
            </p:cNvPr>
            <p:cNvGrpSpPr/>
            <p:nvPr/>
          </p:nvGrpSpPr>
          <p:grpSpPr>
            <a:xfrm>
              <a:off x="-1942617" y="759855"/>
              <a:ext cx="15695225" cy="6817605"/>
              <a:chOff x="-2387117" y="632855"/>
              <a:chExt cx="15695225" cy="6817605"/>
            </a:xfrm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044BE44-00E1-8838-6D37-73203D97CA67}"/>
                  </a:ext>
                </a:extLst>
              </p:cNvPr>
              <p:cNvSpPr/>
              <p:nvPr/>
            </p:nvSpPr>
            <p:spPr>
              <a:xfrm>
                <a:off x="5791853" y="3836833"/>
                <a:ext cx="1100137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陀螺组件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A14DE16-9ACA-549B-0B3A-037985E7CB6F}"/>
                  </a:ext>
                </a:extLst>
              </p:cNvPr>
              <p:cNvSpPr/>
              <p:nvPr/>
            </p:nvSpPr>
            <p:spPr>
              <a:xfrm>
                <a:off x="5791853" y="6067325"/>
                <a:ext cx="1100137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星敏组件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>
                    <a:extLst>
                      <a:ext uri="{FF2B5EF4-FFF2-40B4-BE49-F238E27FC236}">
                        <a16:creationId xmlns:a16="http://schemas.microsoft.com/office/drawing/2014/main" id="{C5BCB587-1285-E616-F05E-684E8083BCA6}"/>
                      </a:ext>
                    </a:extLst>
                  </p:cNvPr>
                  <p:cNvSpPr txBox="1"/>
                  <p:nvPr/>
                </p:nvSpPr>
                <p:spPr>
                  <a:xfrm>
                    <a:off x="-1012742" y="1807251"/>
                    <a:ext cx="1457680" cy="7556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oMath>
                      </m:oMathPara>
                    </a14:m>
                    <a:endParaRPr lang="en-US" altLang="zh-CN" sz="1400" b="0" dirty="0"/>
                  </a:p>
                  <a:p>
                    <a:endParaRPr lang="en-US" altLang="zh-CN" sz="1400" dirty="0"/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075DB689-701A-A838-F3B5-1D8793834B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12742" y="1807251"/>
                    <a:ext cx="1457680" cy="75565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7" name="组合 16">
                <a:extLst>
                  <a:ext uri="{FF2B5EF4-FFF2-40B4-BE49-F238E27FC236}">
                    <a16:creationId xmlns:a16="http://schemas.microsoft.com/office/drawing/2014/main" id="{7183E1B6-44F3-0D8B-E016-24AD52FA94C3}"/>
                  </a:ext>
                </a:extLst>
              </p:cNvPr>
              <p:cNvGrpSpPr/>
              <p:nvPr/>
            </p:nvGrpSpPr>
            <p:grpSpPr>
              <a:xfrm>
                <a:off x="-1227891" y="632855"/>
                <a:ext cx="14535999" cy="6431494"/>
                <a:chOff x="-1227891" y="632855"/>
                <a:chExt cx="14535999" cy="6431494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B1AEFCD4-BDF1-3ADC-919A-84516F9941E5}"/>
                    </a:ext>
                  </a:extLst>
                </p:cNvPr>
                <p:cNvSpPr/>
                <p:nvPr/>
              </p:nvSpPr>
              <p:spPr>
                <a:xfrm>
                  <a:off x="11369570" y="1913458"/>
                  <a:ext cx="1352446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</a:rPr>
                    <a:t>姿态动力学</a:t>
                  </a:r>
                  <a:endParaRPr lang="en-US" altLang="zh-CN" b="1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</a:rPr>
                    <a:t>模型</a:t>
                  </a:r>
                </a:p>
              </p:txBody>
            </p:sp>
            <p:grpSp>
              <p:nvGrpSpPr>
                <p:cNvPr id="46" name="组合 45">
                  <a:extLst>
                    <a:ext uri="{FF2B5EF4-FFF2-40B4-BE49-F238E27FC236}">
                      <a16:creationId xmlns:a16="http://schemas.microsoft.com/office/drawing/2014/main" id="{8918D0E0-B109-7B65-BC5F-313C4E2C36E3}"/>
                    </a:ext>
                  </a:extLst>
                </p:cNvPr>
                <p:cNvGrpSpPr/>
                <p:nvPr/>
              </p:nvGrpSpPr>
              <p:grpSpPr>
                <a:xfrm>
                  <a:off x="-1227891" y="632855"/>
                  <a:ext cx="14535999" cy="6431494"/>
                  <a:chOff x="397493" y="188850"/>
                  <a:chExt cx="14535999" cy="6431494"/>
                </a:xfrm>
              </p:grpSpPr>
              <p:sp>
                <p:nvSpPr>
                  <p:cNvPr id="49" name="矩形 48">
                    <a:extLst>
                      <a:ext uri="{FF2B5EF4-FFF2-40B4-BE49-F238E27FC236}">
                        <a16:creationId xmlns:a16="http://schemas.microsoft.com/office/drawing/2014/main" id="{5EFD582F-B5A5-575A-6E39-038B165E7458}"/>
                      </a:ext>
                    </a:extLst>
                  </p:cNvPr>
                  <p:cNvSpPr/>
                  <p:nvPr/>
                </p:nvSpPr>
                <p:spPr>
                  <a:xfrm>
                    <a:off x="1943264" y="1477975"/>
                    <a:ext cx="1177995" cy="540000"/>
                  </a:xfrm>
                  <a:prstGeom prst="rect">
                    <a:avLst/>
                  </a:pr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b="1" dirty="0">
                        <a:solidFill>
                          <a:schemeClr val="tx1"/>
                        </a:solidFill>
                      </a:rPr>
                      <a:t>PD</a:t>
                    </a:r>
                    <a:r>
                      <a:rPr lang="zh-CN" altLang="en-US" b="1" dirty="0">
                        <a:solidFill>
                          <a:schemeClr val="tx1"/>
                        </a:solidFill>
                      </a:rPr>
                      <a:t>控制器</a:t>
                    </a:r>
                  </a:p>
                </p:txBody>
              </p:sp>
              <p:pic>
                <p:nvPicPr>
                  <p:cNvPr id="50" name="图片 49">
                    <a:extLst>
                      <a:ext uri="{FF2B5EF4-FFF2-40B4-BE49-F238E27FC236}">
                        <a16:creationId xmlns:a16="http://schemas.microsoft.com/office/drawing/2014/main" id="{E66850E1-B111-6AB3-5DAA-C850C8A5BE8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877210" y="1283763"/>
                    <a:ext cx="888999" cy="911383"/>
                  </a:xfrm>
                  <a:prstGeom prst="rect">
                    <a:avLst/>
                  </a:prstGeom>
                  <a:ln>
                    <a:solidFill>
                      <a:schemeClr val="tx1"/>
                    </a:solidFill>
                  </a:ln>
                </p:spPr>
              </p:pic>
              <p:cxnSp>
                <p:nvCxnSpPr>
                  <p:cNvPr id="51" name="直接箭头连接符 10">
                    <a:extLst>
                      <a:ext uri="{FF2B5EF4-FFF2-40B4-BE49-F238E27FC236}">
                        <a16:creationId xmlns:a16="http://schemas.microsoft.com/office/drawing/2014/main" id="{3800A24D-EAE5-46FA-DB65-A7BF90FF9379}"/>
                      </a:ext>
                    </a:extLst>
                  </p:cNvPr>
                  <p:cNvCxnSpPr>
                    <a:cxnSpLocks/>
                    <a:stCxn id="49" idx="3"/>
                    <a:endCxn id="83" idx="1"/>
                  </p:cNvCxnSpPr>
                  <p:nvPr/>
                </p:nvCxnSpPr>
                <p:spPr>
                  <a:xfrm>
                    <a:off x="3121259" y="1747975"/>
                    <a:ext cx="278454" cy="6372"/>
                  </a:xfrm>
                  <a:prstGeom prst="straightConnector1">
                    <a:avLst/>
                  </a:prstGeom>
                  <a:ln w="190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2" name="文本框 51">
                        <a:extLst>
                          <a:ext uri="{FF2B5EF4-FFF2-40B4-BE49-F238E27FC236}">
                            <a16:creationId xmlns:a16="http://schemas.microsoft.com/office/drawing/2014/main" id="{DD601756-0B91-F32A-1BED-BAB52196D5F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042832" y="1446569"/>
                        <a:ext cx="452605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m:oMathPara>
                        </a14:m>
                        <a:endParaRPr lang="zh-CN" alt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155" name="文本框 154">
                        <a:extLst>
                          <a:ext uri="{FF2B5EF4-FFF2-40B4-BE49-F238E27FC236}">
                            <a16:creationId xmlns:a16="http://schemas.microsoft.com/office/drawing/2014/main" id="{9C125719-9134-5D99-3235-4EC97D2FA6F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042832" y="1446569"/>
                        <a:ext cx="452605" cy="30777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3" name="文本框 52">
                        <a:extLst>
                          <a:ext uri="{FF2B5EF4-FFF2-40B4-BE49-F238E27FC236}">
                            <a16:creationId xmlns:a16="http://schemas.microsoft.com/office/drawing/2014/main" id="{AF877A05-5F60-E9AF-4A80-21E0E580FDD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201585" y="1307869"/>
                        <a:ext cx="452605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CN" sz="1400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𝑤𝑐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sz="1400" b="0" i="1" dirty="0">
                          <a:latin typeface="Cambria Math" panose="020405030504060302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71" name="文本框 170">
                        <a:extLst>
                          <a:ext uri="{FF2B5EF4-FFF2-40B4-BE49-F238E27FC236}">
                            <a16:creationId xmlns:a16="http://schemas.microsoft.com/office/drawing/2014/main" id="{9D8844BD-BC20-DC03-BBF5-C104A1B7126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201585" y="1307869"/>
                        <a:ext cx="452605" cy="30777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2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54" name="组合 53">
                    <a:extLst>
                      <a:ext uri="{FF2B5EF4-FFF2-40B4-BE49-F238E27FC236}">
                        <a16:creationId xmlns:a16="http://schemas.microsoft.com/office/drawing/2014/main" id="{E73409C1-F7E6-376E-88F7-05CF2BF28577}"/>
                      </a:ext>
                    </a:extLst>
                  </p:cNvPr>
                  <p:cNvGrpSpPr/>
                  <p:nvPr/>
                </p:nvGrpSpPr>
                <p:grpSpPr>
                  <a:xfrm>
                    <a:off x="397493" y="188850"/>
                    <a:ext cx="14535999" cy="6431494"/>
                    <a:chOff x="-360152" y="3153301"/>
                    <a:chExt cx="14535999" cy="6431494"/>
                  </a:xfrm>
                </p:grpSpPr>
                <p:sp>
                  <p:nvSpPr>
                    <p:cNvPr id="59" name="矩形: 圆角 58">
                      <a:extLst>
                        <a:ext uri="{FF2B5EF4-FFF2-40B4-BE49-F238E27FC236}">
                          <a16:creationId xmlns:a16="http://schemas.microsoft.com/office/drawing/2014/main" id="{ABFC97B9-1C9C-6633-5E0E-E6EBCD8F8B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26739" y="3794075"/>
                      <a:ext cx="659045" cy="378619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转速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控制器</a:t>
                      </a:r>
                    </a:p>
                  </p:txBody>
                </p:sp>
                <p:sp>
                  <p:nvSpPr>
                    <p:cNvPr id="60" name="矩形: 圆角 59">
                      <a:extLst>
                        <a:ext uri="{FF2B5EF4-FFF2-40B4-BE49-F238E27FC236}">
                          <a16:creationId xmlns:a16="http://schemas.microsoft.com/office/drawing/2014/main" id="{C15FE32B-4599-A0F3-6886-1824B41D05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65216" y="3784840"/>
                      <a:ext cx="659045" cy="378619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电流环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61" name="矩形: 圆角 60">
                      <a:extLst>
                        <a:ext uri="{FF2B5EF4-FFF2-40B4-BE49-F238E27FC236}">
                          <a16:creationId xmlns:a16="http://schemas.microsoft.com/office/drawing/2014/main" id="{D21AE076-62E6-A2CF-400B-44E896387E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21842" y="3790126"/>
                      <a:ext cx="659045" cy="378619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功率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放大器</a:t>
                      </a:r>
                    </a:p>
                  </p:txBody>
                </p:sp>
                <p:sp>
                  <p:nvSpPr>
                    <p:cNvPr id="62" name="矩形: 圆角 61">
                      <a:extLst>
                        <a:ext uri="{FF2B5EF4-FFF2-40B4-BE49-F238E27FC236}">
                          <a16:creationId xmlns:a16="http://schemas.microsoft.com/office/drawing/2014/main" id="{E372581C-BCF9-44F2-185E-716F163A84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63889" y="3830571"/>
                      <a:ext cx="599638" cy="292894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飞轮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63" name="矩形: 圆角 62">
                      <a:extLst>
                        <a:ext uri="{FF2B5EF4-FFF2-40B4-BE49-F238E27FC236}">
                          <a16:creationId xmlns:a16="http://schemas.microsoft.com/office/drawing/2014/main" id="{146DECCC-0E86-3F0A-D500-2DCFA77153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85200" y="3363980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飞轮卡死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64" name="直接箭头连接符 10">
                      <a:extLst>
                        <a:ext uri="{FF2B5EF4-FFF2-40B4-BE49-F238E27FC236}">
                          <a16:creationId xmlns:a16="http://schemas.microsoft.com/office/drawing/2014/main" id="{69262A38-60A4-A171-B2BC-67E54C903A3C}"/>
                        </a:ext>
                      </a:extLst>
                    </p:cNvPr>
                    <p:cNvCxnSpPr>
                      <a:cxnSpLocks/>
                      <a:stCxn id="50" idx="0"/>
                      <a:endCxn id="6" idx="1"/>
                    </p:cNvCxnSpPr>
                    <p:nvPr/>
                  </p:nvCxnSpPr>
                  <p:spPr>
                    <a:xfrm rot="5400000" flipH="1" flipV="1">
                      <a:off x="4529634" y="4019271"/>
                      <a:ext cx="263374" cy="194512"/>
                    </a:xfrm>
                    <a:prstGeom prst="bentConnector2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5" name="矩形: 圆角 64">
                      <a:extLst>
                        <a:ext uri="{FF2B5EF4-FFF2-40B4-BE49-F238E27FC236}">
                          <a16:creationId xmlns:a16="http://schemas.microsoft.com/office/drawing/2014/main" id="{B543CBFE-4731-5929-58F7-1D461AA34B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07645" y="3159696"/>
                      <a:ext cx="6835412" cy="3088421"/>
                    </a:xfrm>
                    <a:prstGeom prst="roundRect">
                      <a:avLst/>
                    </a:prstGeom>
                    <a:noFill/>
                    <a:ln w="12700">
                      <a:prstDash val="sysDot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altLang="zh-CN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66" name="直接箭头连接符 10">
                      <a:extLst>
                        <a:ext uri="{FF2B5EF4-FFF2-40B4-BE49-F238E27FC236}">
                          <a16:creationId xmlns:a16="http://schemas.microsoft.com/office/drawing/2014/main" id="{322F4EF0-CEB4-349B-A88C-E8301C2296C6}"/>
                        </a:ext>
                      </a:extLst>
                    </p:cNvPr>
                    <p:cNvCxnSpPr>
                      <a:cxnSpLocks/>
                      <a:stCxn id="60" idx="3"/>
                      <a:endCxn id="61" idx="1"/>
                    </p:cNvCxnSpPr>
                    <p:nvPr/>
                  </p:nvCxnSpPr>
                  <p:spPr>
                    <a:xfrm>
                      <a:off x="7424261" y="3974150"/>
                      <a:ext cx="197581" cy="5286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7" name="直接箭头连接符 10">
                      <a:extLst>
                        <a:ext uri="{FF2B5EF4-FFF2-40B4-BE49-F238E27FC236}">
                          <a16:creationId xmlns:a16="http://schemas.microsoft.com/office/drawing/2014/main" id="{1EAAF552-0DD3-CC7F-7DBF-64B5CC884ACE}"/>
                        </a:ext>
                      </a:extLst>
                    </p:cNvPr>
                    <p:cNvCxnSpPr>
                      <a:cxnSpLocks/>
                      <a:stCxn id="59" idx="3"/>
                      <a:endCxn id="12" idx="1"/>
                    </p:cNvCxnSpPr>
                    <p:nvPr/>
                  </p:nvCxnSpPr>
                  <p:spPr>
                    <a:xfrm flipV="1">
                      <a:off x="6285784" y="3977018"/>
                      <a:ext cx="110923" cy="6367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8" name="直接箭头连接符 10">
                      <a:extLst>
                        <a:ext uri="{FF2B5EF4-FFF2-40B4-BE49-F238E27FC236}">
                          <a16:creationId xmlns:a16="http://schemas.microsoft.com/office/drawing/2014/main" id="{5F86E8AB-9EE4-92A0-701D-F335434F61C6}"/>
                        </a:ext>
                      </a:extLst>
                    </p:cNvPr>
                    <p:cNvCxnSpPr>
                      <a:cxnSpLocks/>
                      <a:stCxn id="61" idx="3"/>
                      <a:endCxn id="13" idx="1"/>
                    </p:cNvCxnSpPr>
                    <p:nvPr/>
                  </p:nvCxnSpPr>
                  <p:spPr>
                    <a:xfrm flipV="1">
                      <a:off x="8280887" y="3974149"/>
                      <a:ext cx="213226" cy="5287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9" name="直接箭头连接符 10">
                      <a:extLst>
                        <a:ext uri="{FF2B5EF4-FFF2-40B4-BE49-F238E27FC236}">
                          <a16:creationId xmlns:a16="http://schemas.microsoft.com/office/drawing/2014/main" id="{9613DD0C-8860-1188-6FB3-5CFB52C7842D}"/>
                        </a:ext>
                      </a:extLst>
                    </p:cNvPr>
                    <p:cNvCxnSpPr>
                      <a:cxnSpLocks/>
                      <a:stCxn id="63" idx="2"/>
                      <a:endCxn id="62" idx="0"/>
                    </p:cNvCxnSpPr>
                    <p:nvPr/>
                  </p:nvCxnSpPr>
                  <p:spPr>
                    <a:xfrm>
                      <a:off x="9156737" y="3656874"/>
                      <a:ext cx="6971" cy="173697"/>
                    </a:xfrm>
                    <a:prstGeom prst="straightConnector1">
                      <a:avLst/>
                    </a:prstGeom>
                    <a:ln>
                      <a:prstDash val="dash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0" name="直接箭头连接符 10">
                      <a:extLst>
                        <a:ext uri="{FF2B5EF4-FFF2-40B4-BE49-F238E27FC236}">
                          <a16:creationId xmlns:a16="http://schemas.microsoft.com/office/drawing/2014/main" id="{17556285-0EC8-91EB-2E2B-E08E6F9978D8}"/>
                        </a:ext>
                      </a:extLst>
                    </p:cNvPr>
                    <p:cNvCxnSpPr>
                      <a:cxnSpLocks/>
                      <a:stCxn id="109" idx="3"/>
                      <a:endCxn id="56" idx="0"/>
                    </p:cNvCxnSpPr>
                    <p:nvPr/>
                  </p:nvCxnSpPr>
                  <p:spPr>
                    <a:xfrm>
                      <a:off x="9979799" y="3977018"/>
                      <a:ext cx="221154" cy="271195"/>
                    </a:xfrm>
                    <a:prstGeom prst="bentConnector2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1" name="矩形: 圆角 70">
                      <a:extLst>
                        <a:ext uri="{FF2B5EF4-FFF2-40B4-BE49-F238E27FC236}">
                          <a16:creationId xmlns:a16="http://schemas.microsoft.com/office/drawing/2014/main" id="{09EE9C60-A296-18F0-204A-250C6CFBD5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20594" y="5165413"/>
                      <a:ext cx="599638" cy="292894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飞轮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72" name="矩形: 圆角 71">
                      <a:extLst>
                        <a:ext uri="{FF2B5EF4-FFF2-40B4-BE49-F238E27FC236}">
                          <a16:creationId xmlns:a16="http://schemas.microsoft.com/office/drawing/2014/main" id="{F0D21AC5-C489-CC3F-DC5E-60C8F9244A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11610" y="5531841"/>
                      <a:ext cx="599638" cy="292894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飞轮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73" name="矩形: 圆角 72">
                      <a:extLst>
                        <a:ext uri="{FF2B5EF4-FFF2-40B4-BE49-F238E27FC236}">
                          <a16:creationId xmlns:a16="http://schemas.microsoft.com/office/drawing/2014/main" id="{942A9405-00C8-5BA7-E06E-1422325C4B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21925" y="5921957"/>
                      <a:ext cx="599638" cy="292894"/>
                    </a:xfrm>
                    <a:prstGeom prst="roundRect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飞轮</a:t>
                      </a:r>
                      <a:r>
                        <a:rPr lang="en-US" altLang="zh-CN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p:txBody>
                </p:sp>
                <p:cxnSp>
                  <p:nvCxnSpPr>
                    <p:cNvPr id="74" name="直接箭头连接符 10">
                      <a:extLst>
                        <a:ext uri="{FF2B5EF4-FFF2-40B4-BE49-F238E27FC236}">
                          <a16:creationId xmlns:a16="http://schemas.microsoft.com/office/drawing/2014/main" id="{F64A7112-AC8E-F068-5579-4DB1E5739F10}"/>
                        </a:ext>
                      </a:extLst>
                    </p:cNvPr>
                    <p:cNvCxnSpPr>
                      <a:cxnSpLocks/>
                      <a:stCxn id="50" idx="2"/>
                      <a:endCxn id="72" idx="1"/>
                    </p:cNvCxnSpPr>
                    <p:nvPr/>
                  </p:nvCxnSpPr>
                  <p:spPr>
                    <a:xfrm rot="16200000" flipH="1">
                      <a:off x="6078492" y="3645169"/>
                      <a:ext cx="518691" cy="3547545"/>
                    </a:xfrm>
                    <a:prstGeom prst="bentConnector2">
                      <a:avLst/>
                    </a:prstGeom>
                    <a:ln>
                      <a:prstDash val="dashDot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5" name="直接箭头连接符 10">
                      <a:extLst>
                        <a:ext uri="{FF2B5EF4-FFF2-40B4-BE49-F238E27FC236}">
                          <a16:creationId xmlns:a16="http://schemas.microsoft.com/office/drawing/2014/main" id="{17FEF01C-3E4A-4F65-4F34-FD65B6B144B2}"/>
                        </a:ext>
                      </a:extLst>
                    </p:cNvPr>
                    <p:cNvCxnSpPr>
                      <a:cxnSpLocks/>
                      <a:stCxn id="50" idx="2"/>
                      <a:endCxn id="73" idx="1"/>
                    </p:cNvCxnSpPr>
                    <p:nvPr/>
                  </p:nvCxnSpPr>
                  <p:spPr>
                    <a:xfrm rot="16200000" flipH="1">
                      <a:off x="5888592" y="3835070"/>
                      <a:ext cx="908807" cy="3557860"/>
                    </a:xfrm>
                    <a:prstGeom prst="bentConnector2">
                      <a:avLst/>
                    </a:prstGeom>
                    <a:ln>
                      <a:prstDash val="dashDot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直接箭头连接符 10">
                      <a:extLst>
                        <a:ext uri="{FF2B5EF4-FFF2-40B4-BE49-F238E27FC236}">
                          <a16:creationId xmlns:a16="http://schemas.microsoft.com/office/drawing/2014/main" id="{D3C03CFF-BBEA-6B57-1387-9304293E4010}"/>
                        </a:ext>
                      </a:extLst>
                    </p:cNvPr>
                    <p:cNvCxnSpPr>
                      <a:cxnSpLocks/>
                      <a:stCxn id="50" idx="2"/>
                      <a:endCxn id="71" idx="1"/>
                    </p:cNvCxnSpPr>
                    <p:nvPr/>
                  </p:nvCxnSpPr>
                  <p:spPr>
                    <a:xfrm rot="16200000" flipH="1">
                      <a:off x="6266198" y="3457463"/>
                      <a:ext cx="152263" cy="3556529"/>
                    </a:xfrm>
                    <a:prstGeom prst="bentConnector2">
                      <a:avLst/>
                    </a:prstGeom>
                    <a:ln cmpd="sng">
                      <a:prstDash val="dashDot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" name="直接箭头连接符 10">
                      <a:extLst>
                        <a:ext uri="{FF2B5EF4-FFF2-40B4-BE49-F238E27FC236}">
                          <a16:creationId xmlns:a16="http://schemas.microsoft.com/office/drawing/2014/main" id="{883F5181-112B-D7D9-F585-D4679A8D8D49}"/>
                        </a:ext>
                      </a:extLst>
                    </p:cNvPr>
                    <p:cNvCxnSpPr>
                      <a:cxnSpLocks/>
                      <a:stCxn id="71" idx="3"/>
                      <a:endCxn id="111" idx="1"/>
                    </p:cNvCxnSpPr>
                    <p:nvPr/>
                  </p:nvCxnSpPr>
                  <p:spPr>
                    <a:xfrm>
                      <a:off x="8720232" y="5311860"/>
                      <a:ext cx="332168" cy="5695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8" name="直接箭头连接符 10">
                      <a:extLst>
                        <a:ext uri="{FF2B5EF4-FFF2-40B4-BE49-F238E27FC236}">
                          <a16:creationId xmlns:a16="http://schemas.microsoft.com/office/drawing/2014/main" id="{44113FAB-8CDB-9954-0184-1C5A7D70A459}"/>
                        </a:ext>
                      </a:extLst>
                    </p:cNvPr>
                    <p:cNvCxnSpPr>
                      <a:cxnSpLocks/>
                      <a:stCxn id="72" idx="3"/>
                      <a:endCxn id="113" idx="1"/>
                    </p:cNvCxnSpPr>
                    <p:nvPr/>
                  </p:nvCxnSpPr>
                  <p:spPr>
                    <a:xfrm flipV="1">
                      <a:off x="8711248" y="5676022"/>
                      <a:ext cx="329040" cy="2266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直接箭头连接符 10">
                      <a:extLst>
                        <a:ext uri="{FF2B5EF4-FFF2-40B4-BE49-F238E27FC236}">
                          <a16:creationId xmlns:a16="http://schemas.microsoft.com/office/drawing/2014/main" id="{86A6586D-CF6F-AA5E-BC9A-0E21BF51401F}"/>
                        </a:ext>
                      </a:extLst>
                    </p:cNvPr>
                    <p:cNvCxnSpPr>
                      <a:cxnSpLocks/>
                      <a:stCxn id="73" idx="3"/>
                      <a:endCxn id="114" idx="1"/>
                    </p:cNvCxnSpPr>
                    <p:nvPr/>
                  </p:nvCxnSpPr>
                  <p:spPr>
                    <a:xfrm flipV="1">
                      <a:off x="8721563" y="6058510"/>
                      <a:ext cx="318725" cy="9894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0" name="矩形: 圆角 79">
                      <a:extLst>
                        <a:ext uri="{FF2B5EF4-FFF2-40B4-BE49-F238E27FC236}">
                          <a16:creationId xmlns:a16="http://schemas.microsoft.com/office/drawing/2014/main" id="{2F490788-A9A2-723D-27DD-3EEF965E72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75918" y="3377771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增益衰减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81" name="直接箭头连接符 10">
                      <a:extLst>
                        <a:ext uri="{FF2B5EF4-FFF2-40B4-BE49-F238E27FC236}">
                          <a16:creationId xmlns:a16="http://schemas.microsoft.com/office/drawing/2014/main" id="{B09109CB-19F6-D310-10B4-3906D299DC6D}"/>
                        </a:ext>
                      </a:extLst>
                    </p:cNvPr>
                    <p:cNvCxnSpPr>
                      <a:cxnSpLocks/>
                      <a:stCxn id="80" idx="2"/>
                      <a:endCxn id="61" idx="0"/>
                    </p:cNvCxnSpPr>
                    <p:nvPr/>
                  </p:nvCxnSpPr>
                  <p:spPr>
                    <a:xfrm>
                      <a:off x="7947455" y="3670665"/>
                      <a:ext cx="3910" cy="119461"/>
                    </a:xfrm>
                    <a:prstGeom prst="straightConnector1">
                      <a:avLst/>
                    </a:prstGeom>
                    <a:ln>
                      <a:prstDash val="dash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2" name="矩形 81">
                      <a:extLst>
                        <a:ext uri="{FF2B5EF4-FFF2-40B4-BE49-F238E27FC236}">
                          <a16:creationId xmlns:a16="http://schemas.microsoft.com/office/drawing/2014/main" id="{AD10D59E-5F08-31DE-F4BF-3BF5FBC3E1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08435" y="3153301"/>
                      <a:ext cx="1675546" cy="540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chemeClr val="tx1"/>
                          </a:solidFill>
                        </a:rPr>
                        <a:t>飞轮模块</a:t>
                      </a:r>
                    </a:p>
                  </p:txBody>
                </p:sp>
                <p:sp>
                  <p:nvSpPr>
                    <p:cNvPr id="83" name="矩形: 圆角 82">
                      <a:extLst>
                        <a:ext uri="{FF2B5EF4-FFF2-40B4-BE49-F238E27FC236}">
                          <a16:creationId xmlns:a16="http://schemas.microsoft.com/office/drawing/2014/main" id="{E75852E1-E5C1-7024-7268-3DD6B432C0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42068" y="4392339"/>
                      <a:ext cx="798731" cy="652918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力矩到角动量指令</a:t>
                      </a:r>
                      <a:endParaRPr lang="en-US" altLang="zh-CN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84" name="直接箭头连接符 10">
                      <a:extLst>
                        <a:ext uri="{FF2B5EF4-FFF2-40B4-BE49-F238E27FC236}">
                          <a16:creationId xmlns:a16="http://schemas.microsoft.com/office/drawing/2014/main" id="{4FF249F2-944E-18B3-2659-ABD3F3B57CE7}"/>
                        </a:ext>
                      </a:extLst>
                    </p:cNvPr>
                    <p:cNvCxnSpPr>
                      <a:cxnSpLocks/>
                      <a:stCxn id="56" idx="3"/>
                      <a:endCxn id="65" idx="3"/>
                    </p:cNvCxnSpPr>
                    <p:nvPr/>
                  </p:nvCxnSpPr>
                  <p:spPr>
                    <a:xfrm>
                      <a:off x="10645452" y="4703905"/>
                      <a:ext cx="197605" cy="2"/>
                    </a:xfrm>
                    <a:prstGeom prst="straightConnector1">
                      <a:avLst/>
                    </a:prstGeom>
                    <a:ln w="25400" cmpd="dbl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5" name="矩形: 圆角 84">
                      <a:extLst>
                        <a:ext uri="{FF2B5EF4-FFF2-40B4-BE49-F238E27FC236}">
                          <a16:creationId xmlns:a16="http://schemas.microsoft.com/office/drawing/2014/main" id="{DEE0CC13-7895-452F-CB51-BA4B381112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5327" y="4379576"/>
                      <a:ext cx="798731" cy="635174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角动量到力矩转换</a:t>
                      </a:r>
                      <a:endParaRPr lang="en-US" altLang="zh-CN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86" name="直接箭头连接符 10">
                      <a:extLst>
                        <a:ext uri="{FF2B5EF4-FFF2-40B4-BE49-F238E27FC236}">
                          <a16:creationId xmlns:a16="http://schemas.microsoft.com/office/drawing/2014/main" id="{6CF4355B-F80A-98C7-E096-9FA776E8FF5F}"/>
                        </a:ext>
                      </a:extLst>
                    </p:cNvPr>
                    <p:cNvCxnSpPr>
                      <a:cxnSpLocks/>
                      <a:stCxn id="65" idx="1"/>
                      <a:endCxn id="50" idx="1"/>
                    </p:cNvCxnSpPr>
                    <p:nvPr/>
                  </p:nvCxnSpPr>
                  <p:spPr>
                    <a:xfrm flipV="1">
                      <a:off x="4007645" y="4703906"/>
                      <a:ext cx="111920" cy="1"/>
                    </a:xfrm>
                    <a:prstGeom prst="straightConnector1">
                      <a:avLst/>
                    </a:prstGeom>
                    <a:ln w="25400" cmpd="dbl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7" name="文本框 86">
                          <a:extLst>
                            <a:ext uri="{FF2B5EF4-FFF2-40B4-BE49-F238E27FC236}">
                              <a16:creationId xmlns:a16="http://schemas.microsoft.com/office/drawing/2014/main" id="{8F52108D-15D6-68CB-C49A-05CDF34B67F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183947" y="3872381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b="1" dirty="0"/>
                        </a:p>
                      </p:txBody>
                    </p:sp>
                  </mc:Choice>
                  <mc:Fallback xmlns="">
                    <p:sp>
                      <p:nvSpPr>
                        <p:cNvPr id="231" name="文本框 230">
                          <a:extLst>
                            <a:ext uri="{FF2B5EF4-FFF2-40B4-BE49-F238E27FC236}">
                              <a16:creationId xmlns:a16="http://schemas.microsoft.com/office/drawing/2014/main" id="{583B7254-6A0E-1BE7-0FF3-D9D3FFE1A45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183947" y="3872381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8" name="文本框 87">
                          <a:extLst>
                            <a:ext uri="{FF2B5EF4-FFF2-40B4-BE49-F238E27FC236}">
                              <a16:creationId xmlns:a16="http://schemas.microsoft.com/office/drawing/2014/main" id="{EC36A4F3-4A3C-1C7E-CFB1-9DA85B4BF30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963822" y="3713298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35" name="文本框 234">
                          <a:extLst>
                            <a:ext uri="{FF2B5EF4-FFF2-40B4-BE49-F238E27FC236}">
                              <a16:creationId xmlns:a16="http://schemas.microsoft.com/office/drawing/2014/main" id="{CA434517-6A7E-9423-BF43-2C083946A43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963822" y="3713298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89" name="文本框 88">
                          <a:extLst>
                            <a:ext uri="{FF2B5EF4-FFF2-40B4-BE49-F238E27FC236}">
                              <a16:creationId xmlns:a16="http://schemas.microsoft.com/office/drawing/2014/main" id="{1CF2B61E-0E2F-E752-3376-3041B592998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327495" y="5058837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38" name="文本框 237">
                          <a:extLst>
                            <a:ext uri="{FF2B5EF4-FFF2-40B4-BE49-F238E27FC236}">
                              <a16:creationId xmlns:a16="http://schemas.microsoft.com/office/drawing/2014/main" id="{991A3D77-5A97-3C2D-B2C4-4BAA745A8D7F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327495" y="5058837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0" name="文本框 89">
                          <a:extLst>
                            <a:ext uri="{FF2B5EF4-FFF2-40B4-BE49-F238E27FC236}">
                              <a16:creationId xmlns:a16="http://schemas.microsoft.com/office/drawing/2014/main" id="{70EA80DD-6BFE-5622-BB8E-C03DE2A6961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356182" y="5416369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39" name="文本框 238">
                          <a:extLst>
                            <a:ext uri="{FF2B5EF4-FFF2-40B4-BE49-F238E27FC236}">
                              <a16:creationId xmlns:a16="http://schemas.microsoft.com/office/drawing/2014/main" id="{EA8CD813-3818-C8FD-EE7B-98AC839D2539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356182" y="5416369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10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1" name="文本框 90">
                          <a:extLst>
                            <a:ext uri="{FF2B5EF4-FFF2-40B4-BE49-F238E27FC236}">
                              <a16:creationId xmlns:a16="http://schemas.microsoft.com/office/drawing/2014/main" id="{A51C591F-B898-E3D2-A6AE-340E943F673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388036" y="5798481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40" name="文本框 239">
                          <a:extLst>
                            <a:ext uri="{FF2B5EF4-FFF2-40B4-BE49-F238E27FC236}">
                              <a16:creationId xmlns:a16="http://schemas.microsoft.com/office/drawing/2014/main" id="{4D7B2925-8730-5AA5-ECE4-650FFA46ECA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388036" y="5798481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92" name="直接箭头连接符 10">
                      <a:extLst>
                        <a:ext uri="{FF2B5EF4-FFF2-40B4-BE49-F238E27FC236}">
                          <a16:creationId xmlns:a16="http://schemas.microsoft.com/office/drawing/2014/main" id="{D898D2C8-A871-C1DC-237B-3C97E63E3AF5}"/>
                        </a:ext>
                      </a:extLst>
                    </p:cNvPr>
                    <p:cNvCxnSpPr>
                      <a:cxnSpLocks/>
                      <a:stCxn id="65" idx="3"/>
                      <a:endCxn id="85" idx="1"/>
                    </p:cNvCxnSpPr>
                    <p:nvPr/>
                  </p:nvCxnSpPr>
                  <p:spPr>
                    <a:xfrm flipV="1">
                      <a:off x="10843057" y="4697163"/>
                      <a:ext cx="282270" cy="6744"/>
                    </a:xfrm>
                    <a:prstGeom prst="straightConnector1">
                      <a:avLst/>
                    </a:prstGeom>
                    <a:ln w="25400" cmpd="dbl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3" name="文本框 92">
                          <a:extLst>
                            <a:ext uri="{FF2B5EF4-FFF2-40B4-BE49-F238E27FC236}">
                              <a16:creationId xmlns:a16="http://schemas.microsoft.com/office/drawing/2014/main" id="{8121D568-B316-654F-F4D3-0D868D83F83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2075223" y="5494412"/>
                          <a:ext cx="964634" cy="32476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96" name="文本框 295">
                          <a:extLst>
                            <a:ext uri="{FF2B5EF4-FFF2-40B4-BE49-F238E27FC236}">
                              <a16:creationId xmlns:a16="http://schemas.microsoft.com/office/drawing/2014/main" id="{B0AA32B2-7457-AAA5-F676-5F430299E0E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2075223" y="5494412"/>
                          <a:ext cx="964634" cy="324769"/>
                        </a:xfrm>
                        <a:prstGeom prst="rect">
                          <a:avLst/>
                        </a:prstGeom>
                        <a:blipFill>
                          <a:blip r:embed="rId15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94" name="矩形: 圆角 93">
                      <a:extLst>
                        <a:ext uri="{FF2B5EF4-FFF2-40B4-BE49-F238E27FC236}">
                          <a16:creationId xmlns:a16="http://schemas.microsoft.com/office/drawing/2014/main" id="{B1661F37-BB59-A512-7637-8FEFDBD19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55138" y="6803545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恒值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95" name="矩形: 圆角 94">
                      <a:extLst>
                        <a:ext uri="{FF2B5EF4-FFF2-40B4-BE49-F238E27FC236}">
                          <a16:creationId xmlns:a16="http://schemas.microsoft.com/office/drawing/2014/main" id="{90630E4B-F0E8-0A7C-E273-D02328A374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4150" y="7552202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漂移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96" name="矩形: 圆角 95">
                      <a:extLst>
                        <a:ext uri="{FF2B5EF4-FFF2-40B4-BE49-F238E27FC236}">
                          <a16:creationId xmlns:a16="http://schemas.microsoft.com/office/drawing/2014/main" id="{38B57033-0815-D4D7-F6BB-CF31B59041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66930" y="7957993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跳变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97" name="矩形: 圆角 96">
                      <a:extLst>
                        <a:ext uri="{FF2B5EF4-FFF2-40B4-BE49-F238E27FC236}">
                          <a16:creationId xmlns:a16="http://schemas.microsoft.com/office/drawing/2014/main" id="{770AB3AB-C29C-24DF-01F0-0FB6CC0D96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05450" y="7428032"/>
                      <a:ext cx="608421" cy="541235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故障注入</a:t>
                      </a:r>
                      <a:endParaRPr lang="en-US" altLang="zh-CN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8" name="文本框 97">
                          <a:extLst>
                            <a:ext uri="{FF2B5EF4-FFF2-40B4-BE49-F238E27FC236}">
                              <a16:creationId xmlns:a16="http://schemas.microsoft.com/office/drawing/2014/main" id="{5C56FBB9-30AF-D7F3-565E-2702438C137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817417" y="6253196"/>
                          <a:ext cx="1190228" cy="36939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ctrlP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1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𝑧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393" name="文本框 392">
                          <a:extLst>
                            <a:ext uri="{FF2B5EF4-FFF2-40B4-BE49-F238E27FC236}">
                              <a16:creationId xmlns:a16="http://schemas.microsoft.com/office/drawing/2014/main" id="{5838868C-B21C-C1BD-78B9-6B826808464C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817417" y="6253196"/>
                          <a:ext cx="1190228" cy="369397"/>
                        </a:xfrm>
                        <a:prstGeom prst="rect">
                          <a:avLst/>
                        </a:prstGeom>
                        <a:blipFill>
                          <a:blip r:embed="rId16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99" name="矩形: 圆角 98">
                      <a:extLst>
                        <a:ext uri="{FF2B5EF4-FFF2-40B4-BE49-F238E27FC236}">
                          <a16:creationId xmlns:a16="http://schemas.microsoft.com/office/drawing/2014/main" id="{9421F3E3-FE74-213A-B26F-480589E6D8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360152" y="6356044"/>
                      <a:ext cx="608421" cy="541235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chemeClr val="tx1"/>
                          </a:solidFill>
                        </a:rPr>
                        <a:t>滤波</a:t>
                      </a:r>
                      <a:endParaRPr lang="en-US" altLang="zh-CN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0" name="文本框 99">
                          <a:extLst>
                            <a:ext uri="{FF2B5EF4-FFF2-40B4-BE49-F238E27FC236}">
                              <a16:creationId xmlns:a16="http://schemas.microsoft.com/office/drawing/2014/main" id="{7E716698-2CC0-6052-69B2-D04505027ECD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764070" y="8475243"/>
                          <a:ext cx="1190228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ctrlP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100" name="文本框 99">
                          <a:extLst>
                            <a:ext uri="{FF2B5EF4-FFF2-40B4-BE49-F238E27FC236}">
                              <a16:creationId xmlns:a16="http://schemas.microsoft.com/office/drawing/2014/main" id="{7E716698-2CC0-6052-69B2-D04505027ECD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764070" y="8475243"/>
                          <a:ext cx="1190228" cy="307777"/>
                        </a:xfrm>
                        <a:prstGeom prst="rect">
                          <a:avLst/>
                        </a:prstGeom>
                        <a:blipFill>
                          <a:blip r:embed="rId17"/>
                          <a:stretch>
                            <a:fillRect b="-5882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1" name="文本框 100">
                          <a:extLst>
                            <a:ext uri="{FF2B5EF4-FFF2-40B4-BE49-F238E27FC236}">
                              <a16:creationId xmlns:a16="http://schemas.microsoft.com/office/drawing/2014/main" id="{12CF36EA-F1D7-CAF5-16E9-4073CA5BED5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222249" y="8520450"/>
                          <a:ext cx="964634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429" name="文本框 428">
                          <a:extLst>
                            <a:ext uri="{FF2B5EF4-FFF2-40B4-BE49-F238E27FC236}">
                              <a16:creationId xmlns:a16="http://schemas.microsoft.com/office/drawing/2014/main" id="{85CD133A-2417-B318-423D-B5F120AF8E7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222249" y="8520450"/>
                          <a:ext cx="964634" cy="307777"/>
                        </a:xfrm>
                        <a:prstGeom prst="rect">
                          <a:avLst/>
                        </a:prstGeom>
                        <a:blipFill>
                          <a:blip r:embed="rId18"/>
                          <a:stretch>
                            <a:fillRect b="-5882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02" name="矩形: 圆角 101">
                      <a:extLst>
                        <a:ext uri="{FF2B5EF4-FFF2-40B4-BE49-F238E27FC236}">
                          <a16:creationId xmlns:a16="http://schemas.microsoft.com/office/drawing/2014/main" id="{5FEC22C4-F197-77B6-54A0-BCB95DEC43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582389" y="6995979"/>
                      <a:ext cx="1140198" cy="307776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太阳光压摄动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3" name="矩形: 圆角 102">
                      <a:extLst>
                        <a:ext uri="{FF2B5EF4-FFF2-40B4-BE49-F238E27FC236}">
                          <a16:creationId xmlns:a16="http://schemas.microsoft.com/office/drawing/2014/main" id="{B115BC0A-7CD4-3FD6-4B1B-C45A4BF7D9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27678" y="7456107"/>
                      <a:ext cx="1306466" cy="242542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地球非球形摄动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4" name="矩形: 圆角 103">
                      <a:extLst>
                        <a:ext uri="{FF2B5EF4-FFF2-40B4-BE49-F238E27FC236}">
                          <a16:creationId xmlns:a16="http://schemas.microsoft.com/office/drawing/2014/main" id="{38EA1CAC-4D57-3C1D-39DF-403D702220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582037" y="7874324"/>
                      <a:ext cx="1140198" cy="307776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大气阻力摄动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5" name="矩形: 圆角 104">
                      <a:extLst>
                        <a:ext uri="{FF2B5EF4-FFF2-40B4-BE49-F238E27FC236}">
                          <a16:creationId xmlns:a16="http://schemas.microsoft.com/office/drawing/2014/main" id="{FCC80EAC-D2A2-5B3B-924F-98B28D5ADD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82601" y="3245912"/>
                      <a:ext cx="1140198" cy="307776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太阳光压力矩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6" name="矩形: 圆角 105">
                      <a:extLst>
                        <a:ext uri="{FF2B5EF4-FFF2-40B4-BE49-F238E27FC236}">
                          <a16:creationId xmlns:a16="http://schemas.microsoft.com/office/drawing/2014/main" id="{99EC8535-B10A-EA0A-63DC-029AC2F9A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35649" y="3245912"/>
                      <a:ext cx="1140198" cy="307776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重力梯度力矩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7" name="矩形: 圆角 106">
                      <a:extLst>
                        <a:ext uri="{FF2B5EF4-FFF2-40B4-BE49-F238E27FC236}">
                          <a16:creationId xmlns:a16="http://schemas.microsoft.com/office/drawing/2014/main" id="{95C1B87A-BD18-199A-1408-98250D40189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876943" y="3843371"/>
                      <a:ext cx="934341" cy="246222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地磁力矩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8" name="矩形: 圆角 107">
                      <a:extLst>
                        <a:ext uri="{FF2B5EF4-FFF2-40B4-BE49-F238E27FC236}">
                          <a16:creationId xmlns:a16="http://schemas.microsoft.com/office/drawing/2014/main" id="{21EB14CE-98FC-79EA-51F5-D7CDAC9AF6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041920" y="3843371"/>
                      <a:ext cx="934341" cy="246222"/>
                    </a:xfrm>
                    <a:prstGeom prst="roundRect">
                      <a:avLst/>
                    </a:prstGeom>
                    <a:noFill/>
                    <a:ln w="1905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chemeClr val="tx1"/>
                          </a:solidFill>
                        </a:rPr>
                        <a:t>气动力矩</a:t>
                      </a:r>
                      <a:endParaRPr lang="en-US" altLang="zh-CN" sz="1200" dirty="0">
                        <a:solidFill>
                          <a:schemeClr val="tx1"/>
                        </a:solidFill>
                      </a:endParaRPr>
                    </a:p>
                  </p:txBody>
                </p: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09" name="矩形: 圆角 108">
                          <a:extLst>
                            <a:ext uri="{FF2B5EF4-FFF2-40B4-BE49-F238E27FC236}">
                              <a16:creationId xmlns:a16="http://schemas.microsoft.com/office/drawing/2014/main" id="{7A450655-AE2F-0B76-37A3-5164180A313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732959" y="3830571"/>
                          <a:ext cx="246840" cy="292894"/>
                        </a:xfrm>
                        <a:prstGeom prst="roundRect">
                          <a:avLst/>
                        </a:prstGeom>
                        <a:noFill/>
                        <a:ln w="12700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000" dirty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37" name="矩形: 圆角 36">
                          <a:extLst>
                            <a:ext uri="{FF2B5EF4-FFF2-40B4-BE49-F238E27FC236}">
                              <a16:creationId xmlns:a16="http://schemas.microsoft.com/office/drawing/2014/main" id="{C4A3872C-1B7B-FE73-3065-B118763BCDD1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732959" y="3830571"/>
                          <a:ext cx="246840" cy="292894"/>
                        </a:xfrm>
                        <a:prstGeom prst="roundRect">
                          <a:avLst/>
                        </a:prstGeom>
                        <a:blipFill>
                          <a:blip r:embed="rId19"/>
                          <a:stretch>
                            <a:fillRect l="-4651"/>
                          </a:stretch>
                        </a:blipFill>
                        <a:ln w="12700"/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110" name="直接箭头连接符 10">
                      <a:extLst>
                        <a:ext uri="{FF2B5EF4-FFF2-40B4-BE49-F238E27FC236}">
                          <a16:creationId xmlns:a16="http://schemas.microsoft.com/office/drawing/2014/main" id="{E6C91752-2C9F-E292-6BB6-77912287B617}"/>
                        </a:ext>
                      </a:extLst>
                    </p:cNvPr>
                    <p:cNvCxnSpPr>
                      <a:cxnSpLocks/>
                      <a:stCxn id="62" idx="3"/>
                      <a:endCxn id="109" idx="1"/>
                    </p:cNvCxnSpPr>
                    <p:nvPr/>
                  </p:nvCxnSpPr>
                  <p:spPr>
                    <a:xfrm>
                      <a:off x="9463527" y="3977018"/>
                      <a:ext cx="269432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11" name="矩形: 圆角 110">
                          <a:extLst>
                            <a:ext uri="{FF2B5EF4-FFF2-40B4-BE49-F238E27FC236}">
                              <a16:creationId xmlns:a16="http://schemas.microsoft.com/office/drawing/2014/main" id="{390E6060-EF4A-BE1A-1C3A-9E9DD99A04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52400" y="5171108"/>
                          <a:ext cx="246840" cy="292894"/>
                        </a:xfrm>
                        <a:prstGeom prst="roundRect">
                          <a:avLst/>
                        </a:prstGeom>
                        <a:noFill/>
                        <a:ln w="12700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000" dirty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7" name="矩形: 圆角 56">
                          <a:extLst>
                            <a:ext uri="{FF2B5EF4-FFF2-40B4-BE49-F238E27FC236}">
                              <a16:creationId xmlns:a16="http://schemas.microsoft.com/office/drawing/2014/main" id="{BD831652-6F09-FA54-80A7-900792DDFA3E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052400" y="5171108"/>
                          <a:ext cx="246840" cy="292894"/>
                        </a:xfrm>
                        <a:prstGeom prst="roundRect">
                          <a:avLst/>
                        </a:prstGeom>
                        <a:blipFill>
                          <a:blip r:embed="rId20"/>
                          <a:stretch>
                            <a:fillRect l="-7143"/>
                          </a:stretch>
                        </a:blipFill>
                        <a:ln w="12700"/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112" name="直接箭头连接符 10">
                      <a:extLst>
                        <a:ext uri="{FF2B5EF4-FFF2-40B4-BE49-F238E27FC236}">
                          <a16:creationId xmlns:a16="http://schemas.microsoft.com/office/drawing/2014/main" id="{E483CBD3-982B-CB6F-8361-B4AFD90058C0}"/>
                        </a:ext>
                      </a:extLst>
                    </p:cNvPr>
                    <p:cNvCxnSpPr>
                      <a:cxnSpLocks/>
                      <a:stCxn id="111" idx="3"/>
                      <a:endCxn id="56" idx="2"/>
                    </p:cNvCxnSpPr>
                    <p:nvPr/>
                  </p:nvCxnSpPr>
                  <p:spPr>
                    <a:xfrm flipV="1">
                      <a:off x="9299240" y="5159596"/>
                      <a:ext cx="901713" cy="157959"/>
                    </a:xfrm>
                    <a:prstGeom prst="bentConnector2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13" name="矩形: 圆角 112">
                          <a:extLst>
                            <a:ext uri="{FF2B5EF4-FFF2-40B4-BE49-F238E27FC236}">
                              <a16:creationId xmlns:a16="http://schemas.microsoft.com/office/drawing/2014/main" id="{7D75498D-ED67-01D0-C47B-9C8EAF17C3A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40288" y="5529575"/>
                          <a:ext cx="246840" cy="292894"/>
                        </a:xfrm>
                        <a:prstGeom prst="roundRect">
                          <a:avLst/>
                        </a:prstGeom>
                        <a:noFill/>
                        <a:ln w="12700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000" dirty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20" name="矩形: 圆角 519">
                          <a:extLst>
                            <a:ext uri="{FF2B5EF4-FFF2-40B4-BE49-F238E27FC236}">
                              <a16:creationId xmlns:a16="http://schemas.microsoft.com/office/drawing/2014/main" id="{BDDE8740-F825-BF04-1040-47B0BC432EFA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040288" y="5529575"/>
                          <a:ext cx="246840" cy="292894"/>
                        </a:xfrm>
                        <a:prstGeom prst="roundRect">
                          <a:avLst/>
                        </a:prstGeom>
                        <a:blipFill>
                          <a:blip r:embed="rId20"/>
                          <a:stretch>
                            <a:fillRect l="-7143"/>
                          </a:stretch>
                        </a:blipFill>
                        <a:ln w="12700"/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14" name="矩形: 圆角 113">
                          <a:extLst>
                            <a:ext uri="{FF2B5EF4-FFF2-40B4-BE49-F238E27FC236}">
                              <a16:creationId xmlns:a16="http://schemas.microsoft.com/office/drawing/2014/main" id="{FC9007C9-A156-5B4B-7F29-D6C6FE85384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40288" y="5912063"/>
                          <a:ext cx="246840" cy="292894"/>
                        </a:xfrm>
                        <a:prstGeom prst="roundRect">
                          <a:avLst/>
                        </a:prstGeom>
                        <a:noFill/>
                        <a:ln w="12700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000" dirty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25" name="矩形: 圆角 524">
                          <a:extLst>
                            <a:ext uri="{FF2B5EF4-FFF2-40B4-BE49-F238E27FC236}">
                              <a16:creationId xmlns:a16="http://schemas.microsoft.com/office/drawing/2014/main" id="{0D78E844-9758-BD78-0D9F-3617AB042E78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040288" y="5912063"/>
                          <a:ext cx="246840" cy="292894"/>
                        </a:xfrm>
                        <a:prstGeom prst="roundRect">
                          <a:avLst/>
                        </a:prstGeom>
                        <a:blipFill>
                          <a:blip r:embed="rId21"/>
                          <a:stretch>
                            <a:fillRect l="-7143"/>
                          </a:stretch>
                        </a:blipFill>
                        <a:ln w="12700"/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115" name="直接箭头连接符 10">
                      <a:extLst>
                        <a:ext uri="{FF2B5EF4-FFF2-40B4-BE49-F238E27FC236}">
                          <a16:creationId xmlns:a16="http://schemas.microsoft.com/office/drawing/2014/main" id="{3E9C1BA2-3F4B-8308-E343-50AFE950206A}"/>
                        </a:ext>
                      </a:extLst>
                    </p:cNvPr>
                    <p:cNvCxnSpPr>
                      <a:cxnSpLocks/>
                      <a:stCxn id="113" idx="3"/>
                      <a:endCxn id="56" idx="2"/>
                    </p:cNvCxnSpPr>
                    <p:nvPr/>
                  </p:nvCxnSpPr>
                  <p:spPr>
                    <a:xfrm flipV="1">
                      <a:off x="9287128" y="5159596"/>
                      <a:ext cx="913825" cy="516426"/>
                    </a:xfrm>
                    <a:prstGeom prst="bentConnector2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6" name="直接箭头连接符 10">
                      <a:extLst>
                        <a:ext uri="{FF2B5EF4-FFF2-40B4-BE49-F238E27FC236}">
                          <a16:creationId xmlns:a16="http://schemas.microsoft.com/office/drawing/2014/main" id="{E6ABEAF1-F0B1-96C9-A6BD-9F3F6200A04B}"/>
                        </a:ext>
                      </a:extLst>
                    </p:cNvPr>
                    <p:cNvCxnSpPr>
                      <a:cxnSpLocks/>
                      <a:stCxn id="114" idx="3"/>
                      <a:endCxn id="56" idx="2"/>
                    </p:cNvCxnSpPr>
                    <p:nvPr/>
                  </p:nvCxnSpPr>
                  <p:spPr>
                    <a:xfrm flipV="1">
                      <a:off x="9287128" y="5159596"/>
                      <a:ext cx="913825" cy="898914"/>
                    </a:xfrm>
                    <a:prstGeom prst="bentConnector2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17" name="文本框 116">
                          <a:extLst>
                            <a:ext uri="{FF2B5EF4-FFF2-40B4-BE49-F238E27FC236}">
                              <a16:creationId xmlns:a16="http://schemas.microsoft.com/office/drawing/2014/main" id="{DBCA9A47-9663-CAF5-B14A-CE9D31D4E1A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792684" y="4273363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1" i="1" smtClean="0">
                                        <a:latin typeface="Cambria Math" panose="02040503050406030204" pitchFamily="18" charset="0"/>
                                      </a:rPr>
                                      <m:t>𝒉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176" name="文本框 175">
                          <a:extLst>
                            <a:ext uri="{FF2B5EF4-FFF2-40B4-BE49-F238E27FC236}">
                              <a16:creationId xmlns:a16="http://schemas.microsoft.com/office/drawing/2014/main" id="{FACDB76B-5EFC-BABC-86EA-441F7DDA28B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792684" y="4273363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18" name="文本框 117">
                          <a:extLst>
                            <a:ext uri="{FF2B5EF4-FFF2-40B4-BE49-F238E27FC236}">
                              <a16:creationId xmlns:a16="http://schemas.microsoft.com/office/drawing/2014/main" id="{5963DC17-4694-99A6-4714-278E8FC2BBD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984061" y="3696903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33" name="文本框 32">
                          <a:extLst>
                            <a:ext uri="{FF2B5EF4-FFF2-40B4-BE49-F238E27FC236}">
                              <a16:creationId xmlns:a16="http://schemas.microsoft.com/office/drawing/2014/main" id="{D45E1999-7035-836D-8497-69F9EB7D537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984061" y="3696903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19" name="文本框 118">
                          <a:extLst>
                            <a:ext uri="{FF2B5EF4-FFF2-40B4-BE49-F238E27FC236}">
                              <a16:creationId xmlns:a16="http://schemas.microsoft.com/office/drawing/2014/main" id="{C4540E85-3E17-71E4-0092-9244BD67AD2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295728" y="4059679"/>
                          <a:ext cx="41810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34" name="文本框 33">
                          <a:extLst>
                            <a:ext uri="{FF2B5EF4-FFF2-40B4-BE49-F238E27FC236}">
                              <a16:creationId xmlns:a16="http://schemas.microsoft.com/office/drawing/2014/main" id="{A719A9D1-99FE-341F-8896-7D983F88346F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295728" y="4059679"/>
                          <a:ext cx="418109" cy="307777"/>
                        </a:xfrm>
                        <a:prstGeom prst="rect">
                          <a:avLst/>
                        </a:prstGeom>
                        <a:blipFill>
                          <a:blip r:embed="rId2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20" name="矩形: 圆角 119">
                          <a:extLst>
                            <a:ext uri="{FF2B5EF4-FFF2-40B4-BE49-F238E27FC236}">
                              <a16:creationId xmlns:a16="http://schemas.microsoft.com/office/drawing/2014/main" id="{1D43B133-3255-B762-47C6-064FE6356E4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215406" y="4456535"/>
                          <a:ext cx="246840" cy="292894"/>
                        </a:xfrm>
                        <a:prstGeom prst="roundRect">
                          <a:avLst/>
                        </a:prstGeom>
                        <a:noFill/>
                        <a:ln w="12700"/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en-US" altLang="zh-CN" sz="1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altLang="zh-CN" sz="1000" dirty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18" name="矩形: 圆角 517">
                          <a:extLst>
                            <a:ext uri="{FF2B5EF4-FFF2-40B4-BE49-F238E27FC236}">
                              <a16:creationId xmlns:a16="http://schemas.microsoft.com/office/drawing/2014/main" id="{9B731018-E07F-D038-4192-5182938362BC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215406" y="4456535"/>
                          <a:ext cx="246840" cy="292894"/>
                        </a:xfrm>
                        <a:prstGeom prst="roundRect">
                          <a:avLst/>
                        </a:prstGeom>
                        <a:blipFill>
                          <a:blip r:embed="rId25"/>
                          <a:stretch>
                            <a:fillRect l="-11905"/>
                          </a:stretch>
                        </a:blipFill>
                        <a:ln w="12700"/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21" name="矩形: 圆角 120">
                      <a:extLst>
                        <a:ext uri="{FF2B5EF4-FFF2-40B4-BE49-F238E27FC236}">
                          <a16:creationId xmlns:a16="http://schemas.microsoft.com/office/drawing/2014/main" id="{C10B94C4-5EE4-3710-D438-6EF6949F2A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39166" y="4719947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摩擦增大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122" name="直接箭头连接符 10">
                      <a:extLst>
                        <a:ext uri="{FF2B5EF4-FFF2-40B4-BE49-F238E27FC236}">
                          <a16:creationId xmlns:a16="http://schemas.microsoft.com/office/drawing/2014/main" id="{14764ABD-27B4-5702-2A40-BD49ADF595DE}"/>
                        </a:ext>
                      </a:extLst>
                    </p:cNvPr>
                    <p:cNvCxnSpPr>
                      <a:cxnSpLocks/>
                      <a:stCxn id="121" idx="3"/>
                      <a:endCxn id="120" idx="2"/>
                    </p:cNvCxnSpPr>
                    <p:nvPr/>
                  </p:nvCxnSpPr>
                  <p:spPr>
                    <a:xfrm flipV="1">
                      <a:off x="9182240" y="4749429"/>
                      <a:ext cx="156586" cy="116965"/>
                    </a:xfrm>
                    <a:prstGeom prst="bentConnector2">
                      <a:avLst/>
                    </a:prstGeom>
                    <a:ln>
                      <a:prstDash val="dash"/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3" name="矩形: 圆角 122">
                      <a:extLst>
                        <a:ext uri="{FF2B5EF4-FFF2-40B4-BE49-F238E27FC236}">
                          <a16:creationId xmlns:a16="http://schemas.microsoft.com/office/drawing/2014/main" id="{DBA38A5D-49EB-1B99-6B4F-8074B4A5B1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2273" y="7177874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偏移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124" name="直接箭头连接符 10">
                      <a:extLst>
                        <a:ext uri="{FF2B5EF4-FFF2-40B4-BE49-F238E27FC236}">
                          <a16:creationId xmlns:a16="http://schemas.microsoft.com/office/drawing/2014/main" id="{E9C5E627-4A3F-41EC-D99B-D5506D90A675}"/>
                        </a:ext>
                      </a:extLst>
                    </p:cNvPr>
                    <p:cNvCxnSpPr>
                      <a:cxnSpLocks/>
                      <a:stCxn id="12" idx="3"/>
                      <a:endCxn id="60" idx="1"/>
                    </p:cNvCxnSpPr>
                    <p:nvPr/>
                  </p:nvCxnSpPr>
                  <p:spPr>
                    <a:xfrm flipV="1">
                      <a:off x="6599185" y="3974150"/>
                      <a:ext cx="166031" cy="2868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直接箭头连接符 10">
                      <a:extLst>
                        <a:ext uri="{FF2B5EF4-FFF2-40B4-BE49-F238E27FC236}">
                          <a16:creationId xmlns:a16="http://schemas.microsoft.com/office/drawing/2014/main" id="{EB148443-6CCC-BF03-F776-5165EC554752}"/>
                        </a:ext>
                      </a:extLst>
                    </p:cNvPr>
                    <p:cNvCxnSpPr>
                      <a:cxnSpLocks/>
                      <a:stCxn id="13" idx="3"/>
                      <a:endCxn id="62" idx="1"/>
                    </p:cNvCxnSpPr>
                    <p:nvPr/>
                  </p:nvCxnSpPr>
                  <p:spPr>
                    <a:xfrm>
                      <a:off x="8696591" y="3974149"/>
                      <a:ext cx="167298" cy="2869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39" name="文本框 138">
                          <a:extLst>
                            <a:ext uri="{FF2B5EF4-FFF2-40B4-BE49-F238E27FC236}">
                              <a16:creationId xmlns:a16="http://schemas.microsoft.com/office/drawing/2014/main" id="{B2D4E565-9A4F-E80D-158F-5F1069E16BCC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742199" y="9277018"/>
                          <a:ext cx="1190228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ctrlP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𝜓</m:t>
                                        </m:r>
                                        <m:r>
                                          <a:rPr lang="en-US" altLang="zh-CN" sz="14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en-US" altLang="zh-CN" sz="1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139" name="文本框 138">
                          <a:extLst>
                            <a:ext uri="{FF2B5EF4-FFF2-40B4-BE49-F238E27FC236}">
                              <a16:creationId xmlns:a16="http://schemas.microsoft.com/office/drawing/2014/main" id="{B2D4E565-9A4F-E80D-158F-5F1069E16BCC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742199" y="9277018"/>
                          <a:ext cx="1190228" cy="307777"/>
                        </a:xfrm>
                        <a:prstGeom prst="rect">
                          <a:avLst/>
                        </a:prstGeom>
                        <a:blipFill>
                          <a:blip r:embed="rId26"/>
                          <a:stretch>
                            <a:fillRect b="-8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145" name="矩形: 圆角 144">
                      <a:extLst>
                        <a:ext uri="{FF2B5EF4-FFF2-40B4-BE49-F238E27FC236}">
                          <a16:creationId xmlns:a16="http://schemas.microsoft.com/office/drawing/2014/main" id="{63018572-2945-F718-A07D-311B3BEC57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67629" y="8374003"/>
                      <a:ext cx="743074" cy="292894"/>
                    </a:xfrm>
                    <a:prstGeom prst="roundRect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</a:rPr>
                        <a:t>噪声淹没</a:t>
                      </a:r>
                      <a:endParaRPr lang="en-US" altLang="zh-CN" sz="10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55" name="直接箭头连接符 10">
                    <a:extLst>
                      <a:ext uri="{FF2B5EF4-FFF2-40B4-BE49-F238E27FC236}">
                        <a16:creationId xmlns:a16="http://schemas.microsoft.com/office/drawing/2014/main" id="{865E537F-D998-6BAB-4088-8F507D148891}"/>
                      </a:ext>
                    </a:extLst>
                  </p:cNvPr>
                  <p:cNvCxnSpPr>
                    <a:cxnSpLocks/>
                    <a:stCxn id="83" idx="3"/>
                    <a:endCxn id="65" idx="1"/>
                  </p:cNvCxnSpPr>
                  <p:nvPr/>
                </p:nvCxnSpPr>
                <p:spPr>
                  <a:xfrm flipV="1">
                    <a:off x="4198444" y="1739456"/>
                    <a:ext cx="566846" cy="14891"/>
                  </a:xfrm>
                  <a:prstGeom prst="straightConnector1">
                    <a:avLst/>
                  </a:prstGeom>
                  <a:ln w="25400" cmpd="dbl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56" name="图片 55">
                    <a:extLst>
                      <a:ext uri="{FF2B5EF4-FFF2-40B4-BE49-F238E27FC236}">
                        <a16:creationId xmlns:a16="http://schemas.microsoft.com/office/drawing/2014/main" id="{9889A11A-BF23-5782-2845-B893DE6E41E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514098" y="1283762"/>
                    <a:ext cx="888999" cy="911383"/>
                  </a:xfrm>
                  <a:prstGeom prst="rect">
                    <a:avLst/>
                  </a:prstGeom>
                  <a:ln>
                    <a:solidFill>
                      <a:schemeClr val="tx1"/>
                    </a:solidFill>
                  </a:ln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7" name="文本框 56">
                        <a:extLst>
                          <a:ext uri="{FF2B5EF4-FFF2-40B4-BE49-F238E27FC236}">
                            <a16:creationId xmlns:a16="http://schemas.microsoft.com/office/drawing/2014/main" id="{CA1A3429-7966-8D40-B837-8C60879DF8D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650074" y="1366395"/>
                        <a:ext cx="452605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m:oMathPara>
                        </a14:m>
                        <a:endParaRPr lang="zh-CN" alt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280" name="文本框 279">
                        <a:extLst>
                          <a:ext uri="{FF2B5EF4-FFF2-40B4-BE49-F238E27FC236}">
                            <a16:creationId xmlns:a16="http://schemas.microsoft.com/office/drawing/2014/main" id="{216AD22A-D1AB-2CB4-1E15-13F77D9A99F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2650074" y="1366395"/>
                        <a:ext cx="452605" cy="307777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8" name="文本框 57">
                        <a:extLst>
                          <a:ext uri="{FF2B5EF4-FFF2-40B4-BE49-F238E27FC236}">
                            <a16:creationId xmlns:a16="http://schemas.microsoft.com/office/drawing/2014/main" id="{A65DE6DA-6376-C1EE-B710-AE5C966BB17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3331308" y="1108934"/>
                        <a:ext cx="452605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m:oMathPara>
                        </a14:m>
                        <a:endParaRPr lang="zh-CN" altLang="en-US" sz="1400" dirty="0"/>
                      </a:p>
                    </p:txBody>
                  </p:sp>
                </mc:Choice>
                <mc:Fallback xmlns="">
                  <p:sp>
                    <p:nvSpPr>
                      <p:cNvPr id="679" name="文本框 678">
                        <a:extLst>
                          <a:ext uri="{FF2B5EF4-FFF2-40B4-BE49-F238E27FC236}">
                            <a16:creationId xmlns:a16="http://schemas.microsoft.com/office/drawing/2014/main" id="{177E22E6-E103-9833-44A9-81A4376CED7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3331308" y="1108934"/>
                        <a:ext cx="452605" cy="307777"/>
                      </a:xfrm>
                      <a:prstGeom prst="rect">
                        <a:avLst/>
                      </a:prstGeom>
                      <a:blipFill>
                        <a:blip r:embed="rId2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47" name="直接箭头连接符 46">
                  <a:extLst>
                    <a:ext uri="{FF2B5EF4-FFF2-40B4-BE49-F238E27FC236}">
                      <a16:creationId xmlns:a16="http://schemas.microsoft.com/office/drawing/2014/main" id="{0AAE37A1-D370-80FE-9607-416174A1B26D}"/>
                    </a:ext>
                  </a:extLst>
                </p:cNvPr>
                <p:cNvCxnSpPr>
                  <a:cxnSpLocks/>
                  <a:stCxn id="85" idx="3"/>
                  <a:endCxn id="45" idx="1"/>
                </p:cNvCxnSpPr>
                <p:nvPr/>
              </p:nvCxnSpPr>
              <p:spPr>
                <a:xfrm>
                  <a:off x="11056319" y="2176717"/>
                  <a:ext cx="313251" cy="6741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6ECC7416-A180-8EA3-C6CA-C560EEABF9D5}"/>
                    </a:ext>
                  </a:extLst>
                </p:cNvPr>
                <p:cNvSpPr/>
                <p:nvPr/>
              </p:nvSpPr>
              <p:spPr>
                <a:xfrm>
                  <a:off x="11414964" y="6056669"/>
                  <a:ext cx="1352446" cy="540000"/>
                </a:xfrm>
                <a:prstGeom prst="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</a:rPr>
                    <a:t>姿态运动学</a:t>
                  </a:r>
                  <a:endParaRPr lang="en-US" altLang="zh-CN" b="1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zh-CN" altLang="en-US" b="1" dirty="0">
                      <a:solidFill>
                        <a:schemeClr val="tx1"/>
                      </a:solidFill>
                    </a:rPr>
                    <a:t>模型</a:t>
                  </a:r>
                </a:p>
              </p:txBody>
            </p:sp>
          </p:grpSp>
          <p:cxnSp>
            <p:nvCxnSpPr>
              <p:cNvPr id="18" name="直接箭头连接符 281">
                <a:extLst>
                  <a:ext uri="{FF2B5EF4-FFF2-40B4-BE49-F238E27FC236}">
                    <a16:creationId xmlns:a16="http://schemas.microsoft.com/office/drawing/2014/main" id="{645334A2-DA2F-3F7A-EB02-6DA4ECDDBE68}"/>
                  </a:ext>
                </a:extLst>
              </p:cNvPr>
              <p:cNvCxnSpPr>
                <a:cxnSpLocks/>
                <a:stCxn id="45" idx="2"/>
                <a:endCxn id="14" idx="3"/>
              </p:cNvCxnSpPr>
              <p:nvPr/>
            </p:nvCxnSpPr>
            <p:spPr>
              <a:xfrm rot="5400000">
                <a:off x="8642205" y="703244"/>
                <a:ext cx="1653375" cy="5153803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E1D5E002-08AB-1E55-3516-73092A4D9770}"/>
                  </a:ext>
                </a:extLst>
              </p:cNvPr>
              <p:cNvCxnSpPr>
                <a:cxnSpLocks/>
                <a:stCxn id="45" idx="2"/>
                <a:endCxn id="48" idx="0"/>
              </p:cNvCxnSpPr>
              <p:nvPr/>
            </p:nvCxnSpPr>
            <p:spPr>
              <a:xfrm>
                <a:off x="12045793" y="2453458"/>
                <a:ext cx="45394" cy="3603211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直接箭头连接符 301">
                <a:extLst>
                  <a:ext uri="{FF2B5EF4-FFF2-40B4-BE49-F238E27FC236}">
                    <a16:creationId xmlns:a16="http://schemas.microsoft.com/office/drawing/2014/main" id="{39A2BAE2-2BC9-18A2-B25B-E93DCF9CAC58}"/>
                  </a:ext>
                </a:extLst>
              </p:cNvPr>
              <p:cNvCxnSpPr>
                <a:cxnSpLocks/>
                <a:stCxn id="94" idx="1"/>
                <a:endCxn id="97" idx="3"/>
              </p:cNvCxnSpPr>
              <p:nvPr/>
            </p:nvCxnSpPr>
            <p:spPr>
              <a:xfrm rot="10800000" flipV="1">
                <a:off x="6646133" y="4429546"/>
                <a:ext cx="541267" cy="748658"/>
              </a:xfrm>
              <a:prstGeom prst="bentConnector3">
                <a:avLst>
                  <a:gd name="adj1" fmla="val 50000"/>
                </a:avLst>
              </a:prstGeom>
              <a:ln w="63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1FC0CCDC-D30F-46BD-3A7B-5FCF03337253}"/>
                  </a:ext>
                </a:extLst>
              </p:cNvPr>
              <p:cNvCxnSpPr>
                <a:cxnSpLocks/>
                <a:stCxn id="97" idx="0"/>
                <a:endCxn id="14" idx="2"/>
              </p:cNvCxnSpPr>
              <p:nvPr/>
            </p:nvCxnSpPr>
            <p:spPr>
              <a:xfrm flipV="1">
                <a:off x="6341922" y="4376833"/>
                <a:ext cx="0" cy="530753"/>
              </a:xfrm>
              <a:prstGeom prst="straightConnector1">
                <a:avLst/>
              </a:prstGeom>
              <a:ln w="6350">
                <a:prstDash val="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直接箭头连接符 301">
                <a:extLst>
                  <a:ext uri="{FF2B5EF4-FFF2-40B4-BE49-F238E27FC236}">
                    <a16:creationId xmlns:a16="http://schemas.microsoft.com/office/drawing/2014/main" id="{24DEE1FF-AE2B-EAC1-327A-8DB00F85546B}"/>
                  </a:ext>
                </a:extLst>
              </p:cNvPr>
              <p:cNvCxnSpPr>
                <a:cxnSpLocks/>
                <a:stCxn id="95" idx="1"/>
                <a:endCxn id="97" idx="3"/>
              </p:cNvCxnSpPr>
              <p:nvPr/>
            </p:nvCxnSpPr>
            <p:spPr>
              <a:xfrm rot="10800000" flipV="1">
                <a:off x="6646133" y="5178202"/>
                <a:ext cx="560279" cy="1"/>
              </a:xfrm>
              <a:prstGeom prst="bentConnector3">
                <a:avLst>
                  <a:gd name="adj1" fmla="val 50000"/>
                </a:avLst>
              </a:prstGeom>
              <a:ln w="63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301">
                <a:extLst>
                  <a:ext uri="{FF2B5EF4-FFF2-40B4-BE49-F238E27FC236}">
                    <a16:creationId xmlns:a16="http://schemas.microsoft.com/office/drawing/2014/main" id="{887C3286-8EA2-0BA8-C876-77D91ECFF73F}"/>
                  </a:ext>
                </a:extLst>
              </p:cNvPr>
              <p:cNvCxnSpPr>
                <a:cxnSpLocks/>
                <a:stCxn id="96" idx="1"/>
                <a:endCxn id="97" idx="3"/>
              </p:cNvCxnSpPr>
              <p:nvPr/>
            </p:nvCxnSpPr>
            <p:spPr>
              <a:xfrm rot="10800000">
                <a:off x="6646133" y="5178204"/>
                <a:ext cx="553059" cy="405790"/>
              </a:xfrm>
              <a:prstGeom prst="bentConnector3">
                <a:avLst>
                  <a:gd name="adj1" fmla="val 50000"/>
                </a:avLst>
              </a:prstGeom>
              <a:ln w="63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" name="流程图: 汇总连接 23">
                <a:extLst>
                  <a:ext uri="{FF2B5EF4-FFF2-40B4-BE49-F238E27FC236}">
                    <a16:creationId xmlns:a16="http://schemas.microsoft.com/office/drawing/2014/main" id="{BEB0570D-B5C1-3BCC-4836-81E72335D7C6}"/>
                  </a:ext>
                </a:extLst>
              </p:cNvPr>
              <p:cNvSpPr/>
              <p:nvPr/>
            </p:nvSpPr>
            <p:spPr>
              <a:xfrm>
                <a:off x="-1105678" y="2004575"/>
                <a:ext cx="342901" cy="345417"/>
              </a:xfrm>
              <a:prstGeom prst="flowChartSummingJuncti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8C60D138-D902-2C95-B765-3C0B2C6E9557}"/>
                  </a:ext>
                </a:extLst>
              </p:cNvPr>
              <p:cNvCxnSpPr>
                <a:cxnSpLocks/>
                <a:stCxn id="24" idx="6"/>
                <a:endCxn id="49" idx="1"/>
              </p:cNvCxnSpPr>
              <p:nvPr/>
            </p:nvCxnSpPr>
            <p:spPr>
              <a:xfrm>
                <a:off x="-762777" y="2177284"/>
                <a:ext cx="1080657" cy="14696"/>
              </a:xfrm>
              <a:prstGeom prst="straightConnector1">
                <a:avLst/>
              </a:prstGeom>
              <a:ln w="38100" cmpd="dbl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405">
                <a:extLst>
                  <a:ext uri="{FF2B5EF4-FFF2-40B4-BE49-F238E27FC236}">
                    <a16:creationId xmlns:a16="http://schemas.microsoft.com/office/drawing/2014/main" id="{3012CD12-0252-922D-D16C-6DCE3DCEC5E0}"/>
                  </a:ext>
                </a:extLst>
              </p:cNvPr>
              <p:cNvCxnSpPr>
                <a:cxnSpLocks/>
                <a:stCxn id="14" idx="1"/>
                <a:endCxn id="99" idx="3"/>
              </p:cNvCxnSpPr>
              <p:nvPr/>
            </p:nvCxnSpPr>
            <p:spPr>
              <a:xfrm rot="10800000">
                <a:off x="-619469" y="4106217"/>
                <a:ext cx="6411323" cy="617"/>
              </a:xfrm>
              <a:prstGeom prst="bentConnector3">
                <a:avLst>
                  <a:gd name="adj1" fmla="val 50000"/>
                </a:avLst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2F110B1E-275C-F23B-547B-AAC7346A4F96}"/>
                  </a:ext>
                </a:extLst>
              </p:cNvPr>
              <p:cNvCxnSpPr>
                <a:cxnSpLocks/>
                <a:stCxn id="99" idx="0"/>
                <a:endCxn id="24" idx="4"/>
              </p:cNvCxnSpPr>
              <p:nvPr/>
            </p:nvCxnSpPr>
            <p:spPr>
              <a:xfrm flipH="1" flipV="1">
                <a:off x="-934227" y="2349992"/>
                <a:ext cx="10547" cy="1485606"/>
              </a:xfrm>
              <a:prstGeom prst="straightConnector1">
                <a:avLst/>
              </a:prstGeom>
              <a:ln w="38100" cmpd="dbl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289A8DF2-9766-10DF-83BA-CB4E1DED9164}"/>
                  </a:ext>
                </a:extLst>
              </p:cNvPr>
              <p:cNvCxnSpPr>
                <a:cxnSpLocks/>
                <a:stCxn id="48" idx="1"/>
                <a:endCxn id="15" idx="3"/>
              </p:cNvCxnSpPr>
              <p:nvPr/>
            </p:nvCxnSpPr>
            <p:spPr>
              <a:xfrm flipH="1">
                <a:off x="6891990" y="6326669"/>
                <a:ext cx="4522974" cy="10656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563">
                <a:extLst>
                  <a:ext uri="{FF2B5EF4-FFF2-40B4-BE49-F238E27FC236}">
                    <a16:creationId xmlns:a16="http://schemas.microsoft.com/office/drawing/2014/main" id="{FE93210B-5CA5-C9FD-8760-C054F1D15CFC}"/>
                  </a:ext>
                </a:extLst>
              </p:cNvPr>
              <p:cNvCxnSpPr>
                <a:cxnSpLocks/>
                <a:stCxn id="15" idx="1"/>
                <a:endCxn id="99" idx="2"/>
              </p:cNvCxnSpPr>
              <p:nvPr/>
            </p:nvCxnSpPr>
            <p:spPr>
              <a:xfrm rot="10800000">
                <a:off x="-923679" y="4376833"/>
                <a:ext cx="6715533" cy="1960492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直接箭头连接符 29">
                <a:extLst>
                  <a:ext uri="{FF2B5EF4-FFF2-40B4-BE49-F238E27FC236}">
                    <a16:creationId xmlns:a16="http://schemas.microsoft.com/office/drawing/2014/main" id="{4B859D81-57C5-C906-E31F-B296AD34AA9D}"/>
                  </a:ext>
                </a:extLst>
              </p:cNvPr>
              <p:cNvCxnSpPr>
                <a:cxnSpLocks/>
                <a:stCxn id="97" idx="2"/>
                <a:endCxn id="15" idx="0"/>
              </p:cNvCxnSpPr>
              <p:nvPr/>
            </p:nvCxnSpPr>
            <p:spPr>
              <a:xfrm>
                <a:off x="6341922" y="5448821"/>
                <a:ext cx="0" cy="618504"/>
              </a:xfrm>
              <a:prstGeom prst="straightConnector1">
                <a:avLst/>
              </a:prstGeom>
              <a:ln w="6350">
                <a:prstDash val="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99770720-69AB-479D-95C7-1B846C97A26B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>
                <a:off x="-2141349" y="2165204"/>
                <a:ext cx="1035671" cy="12080"/>
              </a:xfrm>
              <a:prstGeom prst="straightConnector1">
                <a:avLst/>
              </a:prstGeom>
              <a:ln w="38100" cmpd="dbl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AC01E01C-6145-E1F8-A3E1-060FD28C1550}"/>
                      </a:ext>
                    </a:extLst>
                  </p:cNvPr>
                  <p:cNvSpPr txBox="1"/>
                  <p:nvPr/>
                </p:nvSpPr>
                <p:spPr>
                  <a:xfrm>
                    <a:off x="-2387117" y="1751874"/>
                    <a:ext cx="1457680" cy="75565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sz="1400" b="0" dirty="0"/>
                  </a:p>
                  <a:p>
                    <a:endParaRPr lang="en-US" altLang="zh-CN" sz="1400" dirty="0"/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𝑥𝑑</m:t>
                              </m:r>
                            </m:sub>
                          </m:sSub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𝑦𝑑</m:t>
                              </m:r>
                            </m:sub>
                          </m:sSub>
                          <m:r>
                            <a:rPr lang="en-US" altLang="zh-CN" sz="1400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</a:rPr>
                                <m:t>𝑧𝑑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/>
                  </a:p>
                </p:txBody>
              </p:sp>
            </mc:Choice>
            <mc:Fallback xmlns="">
              <p:sp>
                <p:nvSpPr>
                  <p:cNvPr id="583" name="文本框 582">
                    <a:extLst>
                      <a:ext uri="{FF2B5EF4-FFF2-40B4-BE49-F238E27FC236}">
                        <a16:creationId xmlns:a16="http://schemas.microsoft.com/office/drawing/2014/main" id="{774AFE86-7063-B3B9-C215-D50E0F4A88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2387117" y="1751874"/>
                    <a:ext cx="1457680" cy="755656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b="-80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42FCF6A-64FA-2639-20FE-9AEF33DD896E}"/>
                  </a:ext>
                </a:extLst>
              </p:cNvPr>
              <p:cNvSpPr/>
              <p:nvPr/>
            </p:nvSpPr>
            <p:spPr>
              <a:xfrm>
                <a:off x="10230979" y="4816919"/>
                <a:ext cx="1346198" cy="48749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轨道动力学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791C8541-79CE-D853-21AA-3FAA97C96195}"/>
                      </a:ext>
                    </a:extLst>
                  </p:cNvPr>
                  <p:cNvSpPr txBox="1"/>
                  <p:nvPr/>
                </p:nvSpPr>
                <p:spPr>
                  <a:xfrm>
                    <a:off x="11627013" y="4718125"/>
                    <a:ext cx="41433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𝝎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𝑖𝑜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/>
                  </a:p>
                </p:txBody>
              </p:sp>
            </mc:Choice>
            <mc:Fallback xmlns="">
              <p:sp>
                <p:nvSpPr>
                  <p:cNvPr id="585" name="文本框 584">
                    <a:extLst>
                      <a:ext uri="{FF2B5EF4-FFF2-40B4-BE49-F238E27FC236}">
                        <a16:creationId xmlns:a16="http://schemas.microsoft.com/office/drawing/2014/main" id="{2AD1630E-3E4D-99A8-8D28-F30178B08F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627013" y="4718125"/>
                    <a:ext cx="414338" cy="369332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r="-20588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5" name="直接箭头连接符 589">
                <a:extLst>
                  <a:ext uri="{FF2B5EF4-FFF2-40B4-BE49-F238E27FC236}">
                    <a16:creationId xmlns:a16="http://schemas.microsoft.com/office/drawing/2014/main" id="{77ED404A-6492-8263-FA86-D26E9F7CEE4C}"/>
                  </a:ext>
                </a:extLst>
              </p:cNvPr>
              <p:cNvCxnSpPr>
                <a:cxnSpLocks/>
                <a:stCxn id="33" idx="3"/>
                <a:endCxn id="48" idx="0"/>
              </p:cNvCxnSpPr>
              <p:nvPr/>
            </p:nvCxnSpPr>
            <p:spPr>
              <a:xfrm>
                <a:off x="11577177" y="5060667"/>
                <a:ext cx="514010" cy="996002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直接箭头连接符 593">
                <a:extLst>
                  <a:ext uri="{FF2B5EF4-FFF2-40B4-BE49-F238E27FC236}">
                    <a16:creationId xmlns:a16="http://schemas.microsoft.com/office/drawing/2014/main" id="{4ED7F630-E250-FE63-B5F3-478D9F88E2A5}"/>
                  </a:ext>
                </a:extLst>
              </p:cNvPr>
              <p:cNvCxnSpPr>
                <a:cxnSpLocks/>
                <a:stCxn id="102" idx="3"/>
                <a:endCxn id="33" idx="0"/>
              </p:cNvCxnSpPr>
              <p:nvPr/>
            </p:nvCxnSpPr>
            <p:spPr>
              <a:xfrm>
                <a:off x="9854848" y="4629421"/>
                <a:ext cx="1049230" cy="187498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" name="直接箭头连接符 593">
                <a:extLst>
                  <a:ext uri="{FF2B5EF4-FFF2-40B4-BE49-F238E27FC236}">
                    <a16:creationId xmlns:a16="http://schemas.microsoft.com/office/drawing/2014/main" id="{5419EE51-BA42-5341-DD3D-2107C0F9B277}"/>
                  </a:ext>
                </a:extLst>
              </p:cNvPr>
              <p:cNvCxnSpPr>
                <a:cxnSpLocks/>
                <a:stCxn id="103" idx="3"/>
                <a:endCxn id="33" idx="1"/>
              </p:cNvCxnSpPr>
              <p:nvPr/>
            </p:nvCxnSpPr>
            <p:spPr>
              <a:xfrm>
                <a:off x="9866405" y="5056932"/>
                <a:ext cx="364574" cy="3735"/>
              </a:xfrm>
              <a:prstGeom prst="bentConnector3">
                <a:avLst>
                  <a:gd name="adj1" fmla="val 50000"/>
                </a:avLst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8" name="直接箭头连接符 593">
                <a:extLst>
                  <a:ext uri="{FF2B5EF4-FFF2-40B4-BE49-F238E27FC236}">
                    <a16:creationId xmlns:a16="http://schemas.microsoft.com/office/drawing/2014/main" id="{DCF1BA6D-E666-162D-5BE2-3F2C30ACB213}"/>
                  </a:ext>
                </a:extLst>
              </p:cNvPr>
              <p:cNvCxnSpPr>
                <a:cxnSpLocks/>
                <a:stCxn id="104" idx="3"/>
                <a:endCxn id="33" idx="2"/>
              </p:cNvCxnSpPr>
              <p:nvPr/>
            </p:nvCxnSpPr>
            <p:spPr>
              <a:xfrm flipV="1">
                <a:off x="9854496" y="5304415"/>
                <a:ext cx="1049582" cy="203351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直接箭头连接符 658">
                <a:extLst>
                  <a:ext uri="{FF2B5EF4-FFF2-40B4-BE49-F238E27FC236}">
                    <a16:creationId xmlns:a16="http://schemas.microsoft.com/office/drawing/2014/main" id="{6A7CB2F0-8E4C-8E86-4DFE-F483893AA156}"/>
                  </a:ext>
                </a:extLst>
              </p:cNvPr>
              <p:cNvCxnSpPr>
                <a:cxnSpLocks/>
                <a:stCxn id="105" idx="3"/>
                <a:endCxn id="45" idx="0"/>
              </p:cNvCxnSpPr>
              <p:nvPr/>
            </p:nvCxnSpPr>
            <p:spPr>
              <a:xfrm>
                <a:off x="11955060" y="879354"/>
                <a:ext cx="90733" cy="1034104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直接箭头连接符 658">
                <a:extLst>
                  <a:ext uri="{FF2B5EF4-FFF2-40B4-BE49-F238E27FC236}">
                    <a16:creationId xmlns:a16="http://schemas.microsoft.com/office/drawing/2014/main" id="{2AF43377-959F-1FAF-4C24-2D93E4DFEA31}"/>
                  </a:ext>
                </a:extLst>
              </p:cNvPr>
              <p:cNvCxnSpPr>
                <a:cxnSpLocks/>
                <a:stCxn id="106" idx="1"/>
                <a:endCxn id="45" idx="0"/>
              </p:cNvCxnSpPr>
              <p:nvPr/>
            </p:nvCxnSpPr>
            <p:spPr>
              <a:xfrm rot="10800000" flipV="1">
                <a:off x="12045794" y="879354"/>
                <a:ext cx="122117" cy="1034104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直接箭头连接符 658">
                <a:extLst>
                  <a:ext uri="{FF2B5EF4-FFF2-40B4-BE49-F238E27FC236}">
                    <a16:creationId xmlns:a16="http://schemas.microsoft.com/office/drawing/2014/main" id="{626DC950-3664-3718-6B4B-7F4C270891DD}"/>
                  </a:ext>
                </a:extLst>
              </p:cNvPr>
              <p:cNvCxnSpPr>
                <a:cxnSpLocks/>
                <a:stCxn id="108" idx="1"/>
                <a:endCxn id="45" idx="0"/>
              </p:cNvCxnSpPr>
              <p:nvPr/>
            </p:nvCxnSpPr>
            <p:spPr>
              <a:xfrm rot="10800000" flipV="1">
                <a:off x="12045793" y="1446036"/>
                <a:ext cx="128388" cy="467422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658">
                <a:extLst>
                  <a:ext uri="{FF2B5EF4-FFF2-40B4-BE49-F238E27FC236}">
                    <a16:creationId xmlns:a16="http://schemas.microsoft.com/office/drawing/2014/main" id="{72582EB3-0FA8-5749-8841-FA46F58B7074}"/>
                  </a:ext>
                </a:extLst>
              </p:cNvPr>
              <p:cNvCxnSpPr>
                <a:cxnSpLocks/>
                <a:stCxn id="107" idx="3"/>
                <a:endCxn id="45" idx="0"/>
              </p:cNvCxnSpPr>
              <p:nvPr/>
            </p:nvCxnSpPr>
            <p:spPr>
              <a:xfrm>
                <a:off x="11943545" y="1446036"/>
                <a:ext cx="102248" cy="467422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流程图: 汇总连接 42">
                <a:extLst>
                  <a:ext uri="{FF2B5EF4-FFF2-40B4-BE49-F238E27FC236}">
                    <a16:creationId xmlns:a16="http://schemas.microsoft.com/office/drawing/2014/main" id="{0F815C7B-8EBB-4EEF-0066-8EE1B74D98BE}"/>
                  </a:ext>
                </a:extLst>
              </p:cNvPr>
              <p:cNvSpPr/>
              <p:nvPr/>
            </p:nvSpPr>
            <p:spPr>
              <a:xfrm>
                <a:off x="4449465" y="1372939"/>
                <a:ext cx="180000" cy="180000"/>
              </a:xfrm>
              <a:prstGeom prst="flowChartSummingJuncti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4" name="直接箭头连接符 301">
                <a:extLst>
                  <a:ext uri="{FF2B5EF4-FFF2-40B4-BE49-F238E27FC236}">
                    <a16:creationId xmlns:a16="http://schemas.microsoft.com/office/drawing/2014/main" id="{24D136A8-C8AD-80CD-8CA0-A1B0A7F700C0}"/>
                  </a:ext>
                </a:extLst>
              </p:cNvPr>
              <p:cNvCxnSpPr>
                <a:cxnSpLocks/>
                <a:stCxn id="123" idx="1"/>
                <a:endCxn id="97" idx="3"/>
              </p:cNvCxnSpPr>
              <p:nvPr/>
            </p:nvCxnSpPr>
            <p:spPr>
              <a:xfrm rot="10800000" flipV="1">
                <a:off x="6646132" y="4803874"/>
                <a:ext cx="558402" cy="374329"/>
              </a:xfrm>
              <a:prstGeom prst="bentConnector3">
                <a:avLst>
                  <a:gd name="adj1" fmla="val 50000"/>
                </a:avLst>
              </a:prstGeom>
              <a:ln w="63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CA352993-E8B6-A9C2-3D71-CB45FF75A111}"/>
                  </a:ext>
                </a:extLst>
              </p:cNvPr>
              <p:cNvSpPr/>
              <p:nvPr/>
            </p:nvSpPr>
            <p:spPr>
              <a:xfrm>
                <a:off x="3793582" y="6910460"/>
                <a:ext cx="1100137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太敏组件</a:t>
                </a:r>
              </a:p>
            </p:txBody>
          </p:sp>
          <p:cxnSp>
            <p:nvCxnSpPr>
              <p:cNvPr id="133" name="直接箭头连接符 132">
                <a:extLst>
                  <a:ext uri="{FF2B5EF4-FFF2-40B4-BE49-F238E27FC236}">
                    <a16:creationId xmlns:a16="http://schemas.microsoft.com/office/drawing/2014/main" id="{8958A118-7827-85EA-4868-BDE4A2B27D32}"/>
                  </a:ext>
                </a:extLst>
              </p:cNvPr>
              <p:cNvCxnSpPr>
                <a:cxnSpLocks/>
                <a:stCxn id="48" idx="1"/>
                <a:endCxn id="132" idx="3"/>
              </p:cNvCxnSpPr>
              <p:nvPr/>
            </p:nvCxnSpPr>
            <p:spPr>
              <a:xfrm rot="10800000" flipV="1">
                <a:off x="4893720" y="6326668"/>
                <a:ext cx="6521245" cy="853791"/>
              </a:xfrm>
              <a:prstGeom prst="bentConnector3">
                <a:avLst>
                  <a:gd name="adj1" fmla="val 50000"/>
                </a:avLst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6" name="直接箭头连接符 132">
                <a:extLst>
                  <a:ext uri="{FF2B5EF4-FFF2-40B4-BE49-F238E27FC236}">
                    <a16:creationId xmlns:a16="http://schemas.microsoft.com/office/drawing/2014/main" id="{D02852D4-5715-F88E-9176-EE585CE9DD5D}"/>
                  </a:ext>
                </a:extLst>
              </p:cNvPr>
              <p:cNvCxnSpPr>
                <a:cxnSpLocks/>
                <a:stCxn id="132" idx="1"/>
                <a:endCxn id="99" idx="2"/>
              </p:cNvCxnSpPr>
              <p:nvPr/>
            </p:nvCxnSpPr>
            <p:spPr>
              <a:xfrm rot="10800000">
                <a:off x="-923680" y="4376834"/>
                <a:ext cx="4717262" cy="2803627"/>
              </a:xfrm>
              <a:prstGeom prst="bentConnector2">
                <a:avLst/>
              </a:prstGeom>
              <a:ln w="190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DB5FF6C3-1B36-96EE-F2E8-6AF6EEC6481A}"/>
                  </a:ext>
                </a:extLst>
              </p:cNvPr>
              <p:cNvSpPr/>
              <p:nvPr/>
            </p:nvSpPr>
            <p:spPr>
              <a:xfrm>
                <a:off x="356808" y="3064562"/>
                <a:ext cx="1100137" cy="5400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</a:rPr>
                  <a:t>增益调度</a:t>
                </a:r>
              </a:p>
            </p:txBody>
          </p:sp>
          <p:cxnSp>
            <p:nvCxnSpPr>
              <p:cNvPr id="144" name="直接箭头连接符 405">
                <a:extLst>
                  <a:ext uri="{FF2B5EF4-FFF2-40B4-BE49-F238E27FC236}">
                    <a16:creationId xmlns:a16="http://schemas.microsoft.com/office/drawing/2014/main" id="{7316AABE-DA44-500A-DA23-4B85DEBA6B41}"/>
                  </a:ext>
                </a:extLst>
              </p:cNvPr>
              <p:cNvCxnSpPr>
                <a:cxnSpLocks/>
                <a:stCxn id="143" idx="0"/>
                <a:endCxn id="49" idx="2"/>
              </p:cNvCxnSpPr>
              <p:nvPr/>
            </p:nvCxnSpPr>
            <p:spPr>
              <a:xfrm rot="5400000" flipH="1" flipV="1">
                <a:off x="605586" y="2763271"/>
                <a:ext cx="602582" cy="1"/>
              </a:xfrm>
              <a:prstGeom prst="bentConnector3">
                <a:avLst>
                  <a:gd name="adj1" fmla="val 50000"/>
                </a:avLst>
              </a:prstGeom>
              <a:ln w="19050">
                <a:prstDash val="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6" name="直接箭头连接符 125">
                <a:extLst>
                  <a:ext uri="{FF2B5EF4-FFF2-40B4-BE49-F238E27FC236}">
                    <a16:creationId xmlns:a16="http://schemas.microsoft.com/office/drawing/2014/main" id="{C742C73B-0486-6223-BDCE-8F14CD6C3AD7}"/>
                  </a:ext>
                </a:extLst>
              </p:cNvPr>
              <p:cNvCxnSpPr>
                <a:cxnSpLocks/>
                <a:stCxn id="97" idx="1"/>
                <a:endCxn id="132" idx="0"/>
              </p:cNvCxnSpPr>
              <p:nvPr/>
            </p:nvCxnSpPr>
            <p:spPr>
              <a:xfrm rot="10800000" flipV="1">
                <a:off x="4343651" y="5178204"/>
                <a:ext cx="1694060" cy="1732256"/>
              </a:xfrm>
              <a:prstGeom prst="bentConnector2">
                <a:avLst/>
              </a:prstGeom>
              <a:ln w="6350">
                <a:prstDash val="dash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6" name="直接箭头连接符 301">
                <a:extLst>
                  <a:ext uri="{FF2B5EF4-FFF2-40B4-BE49-F238E27FC236}">
                    <a16:creationId xmlns:a16="http://schemas.microsoft.com/office/drawing/2014/main" id="{7246682F-8D89-A39F-1F96-89D24DC3CD02}"/>
                  </a:ext>
                </a:extLst>
              </p:cNvPr>
              <p:cNvCxnSpPr>
                <a:cxnSpLocks/>
                <a:stCxn id="145" idx="1"/>
                <a:endCxn id="97" idx="3"/>
              </p:cNvCxnSpPr>
              <p:nvPr/>
            </p:nvCxnSpPr>
            <p:spPr>
              <a:xfrm rot="10800000">
                <a:off x="6646132" y="5178204"/>
                <a:ext cx="553758" cy="821800"/>
              </a:xfrm>
              <a:prstGeom prst="bentConnector3">
                <a:avLst>
                  <a:gd name="adj1" fmla="val 50000"/>
                </a:avLst>
              </a:prstGeom>
              <a:ln w="635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矩形: 圆角 5">
                  <a:extLst>
                    <a:ext uri="{FF2B5EF4-FFF2-40B4-BE49-F238E27FC236}">
                      <a16:creationId xmlns:a16="http://schemas.microsoft.com/office/drawing/2014/main" id="{FE1FA634-7349-D4E0-4215-2FF381388BA0}"/>
                    </a:ext>
                  </a:extLst>
                </p:cNvPr>
                <p:cNvSpPr/>
                <p:nvPr/>
              </p:nvSpPr>
              <p:spPr>
                <a:xfrm>
                  <a:off x="4335338" y="1444947"/>
                  <a:ext cx="296940" cy="292894"/>
                </a:xfrm>
                <a:prstGeom prst="roundRect">
                  <a:avLst/>
                </a:prstGeom>
                <a:noFill/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∫</m:t>
                        </m:r>
                      </m:oMath>
                    </m:oMathPara>
                  </a14:m>
                  <a:endParaRPr lang="en-US" altLang="zh-CN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9" name="矩形: 圆角 178">
                  <a:extLst>
                    <a:ext uri="{FF2B5EF4-FFF2-40B4-BE49-F238E27FC236}">
                      <a16:creationId xmlns:a16="http://schemas.microsoft.com/office/drawing/2014/main" id="{F72A22E2-C250-08E9-00B5-22DBEC2BBA5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5338" y="1444947"/>
                  <a:ext cx="296940" cy="292894"/>
                </a:xfrm>
                <a:prstGeom prst="roundRect">
                  <a:avLst/>
                </a:prstGeom>
                <a:blipFill>
                  <a:blip r:embed="rId31"/>
                  <a:stretch>
                    <a:fillRect/>
                  </a:stretch>
                </a:blipFill>
                <a:ln w="1270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直接箭头连接符 10">
              <a:extLst>
                <a:ext uri="{FF2B5EF4-FFF2-40B4-BE49-F238E27FC236}">
                  <a16:creationId xmlns:a16="http://schemas.microsoft.com/office/drawing/2014/main" id="{8B7D017E-682B-8C8A-0777-688931E5D189}"/>
                </a:ext>
              </a:extLst>
            </p:cNvPr>
            <p:cNvCxnSpPr>
              <a:cxnSpLocks/>
              <a:stCxn id="6" idx="3"/>
              <a:endCxn id="43" idx="2"/>
            </p:cNvCxnSpPr>
            <p:nvPr/>
          </p:nvCxnSpPr>
          <p:spPr>
            <a:xfrm flipV="1">
              <a:off x="4632278" y="1589939"/>
              <a:ext cx="261687" cy="145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箭头连接符 10">
              <a:extLst>
                <a:ext uri="{FF2B5EF4-FFF2-40B4-BE49-F238E27FC236}">
                  <a16:creationId xmlns:a16="http://schemas.microsoft.com/office/drawing/2014/main" id="{696CBEFD-5BF7-9603-EBCC-14D95644A760}"/>
                </a:ext>
              </a:extLst>
            </p:cNvPr>
            <p:cNvCxnSpPr>
              <a:cxnSpLocks/>
              <a:stCxn id="43" idx="6"/>
              <a:endCxn id="59" idx="1"/>
            </p:cNvCxnSpPr>
            <p:nvPr/>
          </p:nvCxnSpPr>
          <p:spPr>
            <a:xfrm>
              <a:off x="5073965" y="1589939"/>
              <a:ext cx="1295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接箭头连接符 10">
              <a:extLst>
                <a:ext uri="{FF2B5EF4-FFF2-40B4-BE49-F238E27FC236}">
                  <a16:creationId xmlns:a16="http://schemas.microsoft.com/office/drawing/2014/main" id="{59F3CEF6-A31E-005C-AC95-841F83992EB5}"/>
                </a:ext>
              </a:extLst>
            </p:cNvPr>
            <p:cNvCxnSpPr>
              <a:cxnSpLocks/>
              <a:stCxn id="62" idx="3"/>
              <a:endCxn id="43" idx="4"/>
            </p:cNvCxnSpPr>
            <p:nvPr/>
          </p:nvCxnSpPr>
          <p:spPr>
            <a:xfrm flipH="1">
              <a:off x="4983965" y="1583572"/>
              <a:ext cx="4056323" cy="96367"/>
            </a:xfrm>
            <a:prstGeom prst="bentConnector4">
              <a:avLst>
                <a:gd name="adj1" fmla="val -3620"/>
                <a:gd name="adj2" fmla="val 389186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接箭头连接符 10">
              <a:extLst>
                <a:ext uri="{FF2B5EF4-FFF2-40B4-BE49-F238E27FC236}">
                  <a16:creationId xmlns:a16="http://schemas.microsoft.com/office/drawing/2014/main" id="{E8DC908E-4489-3A55-71F9-F375334391C4}"/>
                </a:ext>
              </a:extLst>
            </p:cNvPr>
            <p:cNvCxnSpPr>
              <a:cxnSpLocks/>
              <a:stCxn id="62" idx="3"/>
              <a:endCxn id="120" idx="3"/>
            </p:cNvCxnSpPr>
            <p:nvPr/>
          </p:nvCxnSpPr>
          <p:spPr>
            <a:xfrm flipH="1">
              <a:off x="9039007" y="1583572"/>
              <a:ext cx="1281" cy="625964"/>
            </a:xfrm>
            <a:prstGeom prst="bentConnector3">
              <a:avLst>
                <a:gd name="adj1" fmla="val -1088126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797D4803-6718-E875-D92C-6F643D2E8D35}"/>
                </a:ext>
              </a:extLst>
            </p:cNvPr>
            <p:cNvCxnSpPr>
              <a:cxnSpLocks/>
              <a:stCxn id="120" idx="1"/>
              <a:endCxn id="62" idx="2"/>
            </p:cNvCxnSpPr>
            <p:nvPr/>
          </p:nvCxnSpPr>
          <p:spPr>
            <a:xfrm rot="10800000">
              <a:off x="8740469" y="1730020"/>
              <a:ext cx="51698" cy="47951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1518E311-D59E-301A-DCF7-FCD755455557}"/>
                </a:ext>
              </a:extLst>
            </p:cNvPr>
            <p:cNvSpPr/>
            <p:nvPr/>
          </p:nvSpPr>
          <p:spPr>
            <a:xfrm>
              <a:off x="5973468" y="1429683"/>
              <a:ext cx="202478" cy="307777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限幅</a:t>
              </a:r>
              <a:endParaRPr lang="en-US" altLang="zh-CN" sz="100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11CAE787-2DB8-08D8-4710-156655DBF681}"/>
                </a:ext>
              </a:extLst>
            </p:cNvPr>
            <p:cNvSpPr/>
            <p:nvPr/>
          </p:nvSpPr>
          <p:spPr>
            <a:xfrm>
              <a:off x="8070874" y="1426814"/>
              <a:ext cx="202478" cy="307777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限幅</a:t>
              </a:r>
              <a:endParaRPr lang="en-US" altLang="zh-CN" sz="10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800151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D2EDA60C-4D79-B696-AFAA-EC2AA4C86904}"/>
              </a:ext>
            </a:extLst>
          </p:cNvPr>
          <p:cNvGrpSpPr/>
          <p:nvPr/>
        </p:nvGrpSpPr>
        <p:grpSpPr>
          <a:xfrm>
            <a:off x="2756370" y="331512"/>
            <a:ext cx="6517768" cy="1897720"/>
            <a:chOff x="3539151" y="989603"/>
            <a:chExt cx="6517768" cy="189772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矩形: 圆角 3">
                  <a:extLst>
                    <a:ext uri="{FF2B5EF4-FFF2-40B4-BE49-F238E27FC236}">
                      <a16:creationId xmlns:a16="http://schemas.microsoft.com/office/drawing/2014/main" id="{A614D7B0-E930-5868-857A-B3432A71C7FE}"/>
                    </a:ext>
                  </a:extLst>
                </p:cNvPr>
                <p:cNvSpPr/>
                <p:nvPr/>
              </p:nvSpPr>
              <p:spPr>
                <a:xfrm>
                  <a:off x="3907941" y="1546518"/>
                  <a:ext cx="467814" cy="43051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𝐽𝑠</m:t>
                            </m:r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矩形: 圆角 3">
                  <a:extLst>
                    <a:ext uri="{FF2B5EF4-FFF2-40B4-BE49-F238E27FC236}">
                      <a16:creationId xmlns:a16="http://schemas.microsoft.com/office/drawing/2014/main" id="{A614D7B0-E930-5868-857A-B3432A71C7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7941" y="1546518"/>
                  <a:ext cx="467814" cy="430519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: 圆角 4">
                  <a:extLst>
                    <a:ext uri="{FF2B5EF4-FFF2-40B4-BE49-F238E27FC236}">
                      <a16:creationId xmlns:a16="http://schemas.microsoft.com/office/drawing/2014/main" id="{8C2B5FDC-A117-C57B-C8FC-A3F6B807BFC7}"/>
                    </a:ext>
                  </a:extLst>
                </p:cNvPr>
                <p:cNvSpPr/>
                <p:nvPr/>
              </p:nvSpPr>
              <p:spPr>
                <a:xfrm>
                  <a:off x="4927351" y="1550955"/>
                  <a:ext cx="690565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矩形: 圆角 4">
                  <a:extLst>
                    <a:ext uri="{FF2B5EF4-FFF2-40B4-BE49-F238E27FC236}">
                      <a16:creationId xmlns:a16="http://schemas.microsoft.com/office/drawing/2014/main" id="{8C2B5FDC-A117-C57B-C8FC-A3F6B807BF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27351" y="1550955"/>
                  <a:ext cx="690565" cy="387969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矩形: 圆角 5">
                  <a:extLst>
                    <a:ext uri="{FF2B5EF4-FFF2-40B4-BE49-F238E27FC236}">
                      <a16:creationId xmlns:a16="http://schemas.microsoft.com/office/drawing/2014/main" id="{22988171-D4D9-9DC5-52F4-D08A939CD28D}"/>
                    </a:ext>
                  </a:extLst>
                </p:cNvPr>
                <p:cNvSpPr/>
                <p:nvPr/>
              </p:nvSpPr>
              <p:spPr>
                <a:xfrm>
                  <a:off x="5848233" y="1552422"/>
                  <a:ext cx="690565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sz="1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sz="1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矩形: 圆角 5">
                  <a:extLst>
                    <a:ext uri="{FF2B5EF4-FFF2-40B4-BE49-F238E27FC236}">
                      <a16:creationId xmlns:a16="http://schemas.microsoft.com/office/drawing/2014/main" id="{22988171-D4D9-9DC5-52F4-D08A939CD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8233" y="1552422"/>
                  <a:ext cx="690565" cy="387969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矩形: 圆角 6">
                  <a:extLst>
                    <a:ext uri="{FF2B5EF4-FFF2-40B4-BE49-F238E27FC236}">
                      <a16:creationId xmlns:a16="http://schemas.microsoft.com/office/drawing/2014/main" id="{1C806C81-EDB8-753A-6D43-BBD5EB01E999}"/>
                    </a:ext>
                  </a:extLst>
                </p:cNvPr>
                <p:cNvSpPr/>
                <p:nvPr/>
              </p:nvSpPr>
              <p:spPr>
                <a:xfrm>
                  <a:off x="8059273" y="1564181"/>
                  <a:ext cx="690565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矩形: 圆角 6">
                  <a:extLst>
                    <a:ext uri="{FF2B5EF4-FFF2-40B4-BE49-F238E27FC236}">
                      <a16:creationId xmlns:a16="http://schemas.microsoft.com/office/drawing/2014/main" id="{1C806C81-EDB8-753A-6D43-BBD5EB01E99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9273" y="1564181"/>
                  <a:ext cx="690565" cy="387969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矩形: 圆角 7">
                  <a:extLst>
                    <a:ext uri="{FF2B5EF4-FFF2-40B4-BE49-F238E27FC236}">
                      <a16:creationId xmlns:a16="http://schemas.microsoft.com/office/drawing/2014/main" id="{DC8F8AEB-7483-D6CC-8AF2-C7D06CEC1EB2}"/>
                    </a:ext>
                  </a:extLst>
                </p:cNvPr>
                <p:cNvSpPr/>
                <p:nvPr/>
              </p:nvSpPr>
              <p:spPr>
                <a:xfrm>
                  <a:off x="8997058" y="1550955"/>
                  <a:ext cx="345282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矩形: 圆角 7">
                  <a:extLst>
                    <a:ext uri="{FF2B5EF4-FFF2-40B4-BE49-F238E27FC236}">
                      <a16:creationId xmlns:a16="http://schemas.microsoft.com/office/drawing/2014/main" id="{DC8F8AEB-7483-D6CC-8AF2-C7D06CEC1EB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7058" y="1550955"/>
                  <a:ext cx="345282" cy="387969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矩形: 圆角 8">
                  <a:extLst>
                    <a:ext uri="{FF2B5EF4-FFF2-40B4-BE49-F238E27FC236}">
                      <a16:creationId xmlns:a16="http://schemas.microsoft.com/office/drawing/2014/main" id="{2C1513F4-5378-2CC8-FDA2-694240A2FD50}"/>
                    </a:ext>
                  </a:extLst>
                </p:cNvPr>
                <p:cNvSpPr/>
                <p:nvPr/>
              </p:nvSpPr>
              <p:spPr>
                <a:xfrm>
                  <a:off x="9712838" y="1526179"/>
                  <a:ext cx="344081" cy="43051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矩形: 圆角 8">
                  <a:extLst>
                    <a:ext uri="{FF2B5EF4-FFF2-40B4-BE49-F238E27FC236}">
                      <a16:creationId xmlns:a16="http://schemas.microsoft.com/office/drawing/2014/main" id="{2C1513F4-5378-2CC8-FDA2-694240A2FD5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12838" y="1526179"/>
                  <a:ext cx="344081" cy="430519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流程图: 汇总连接 9">
              <a:extLst>
                <a:ext uri="{FF2B5EF4-FFF2-40B4-BE49-F238E27FC236}">
                  <a16:creationId xmlns:a16="http://schemas.microsoft.com/office/drawing/2014/main" id="{191CA78C-D975-5F68-1357-B1F94E3DB99B}"/>
                </a:ext>
              </a:extLst>
            </p:cNvPr>
            <p:cNvSpPr/>
            <p:nvPr/>
          </p:nvSpPr>
          <p:spPr>
            <a:xfrm>
              <a:off x="4565654" y="1663451"/>
              <a:ext cx="202403" cy="196655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661EBB8E-EEFA-5DA0-BAB0-C57F19415112}"/>
                </a:ext>
              </a:extLst>
            </p:cNvPr>
            <p:cNvCxnSpPr>
              <a:cxnSpLocks/>
              <a:stCxn id="4" idx="3"/>
              <a:endCxn id="10" idx="2"/>
            </p:cNvCxnSpPr>
            <p:nvPr/>
          </p:nvCxnSpPr>
          <p:spPr>
            <a:xfrm>
              <a:off x="4375755" y="1761778"/>
              <a:ext cx="189899" cy="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直接箭头连接符 10">
              <a:extLst>
                <a:ext uri="{FF2B5EF4-FFF2-40B4-BE49-F238E27FC236}">
                  <a16:creationId xmlns:a16="http://schemas.microsoft.com/office/drawing/2014/main" id="{3D27FB25-F9C6-50CA-0862-34C03BC6ED66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 flipV="1">
              <a:off x="4768057" y="1744940"/>
              <a:ext cx="159294" cy="16839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接箭头连接符 10">
              <a:extLst>
                <a:ext uri="{FF2B5EF4-FFF2-40B4-BE49-F238E27FC236}">
                  <a16:creationId xmlns:a16="http://schemas.microsoft.com/office/drawing/2014/main" id="{838B862B-C259-65AA-B902-3FC9417BE0DF}"/>
                </a:ext>
              </a:extLst>
            </p:cNvPr>
            <p:cNvCxnSpPr>
              <a:cxnSpLocks/>
              <a:stCxn id="24" idx="1"/>
              <a:endCxn id="23" idx="3"/>
            </p:cNvCxnSpPr>
            <p:nvPr/>
          </p:nvCxnSpPr>
          <p:spPr>
            <a:xfrm rot="10800000" flipV="1">
              <a:off x="8904515" y="1266591"/>
              <a:ext cx="118908" cy="16719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直接箭头连接符 10">
              <a:extLst>
                <a:ext uri="{FF2B5EF4-FFF2-40B4-BE49-F238E27FC236}">
                  <a16:creationId xmlns:a16="http://schemas.microsoft.com/office/drawing/2014/main" id="{4C818942-F0F3-39C1-1E90-DCFF51A8B6F2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>
              <a:off x="5617916" y="1744940"/>
              <a:ext cx="230317" cy="146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矩形: 圆角 14">
                  <a:extLst>
                    <a:ext uri="{FF2B5EF4-FFF2-40B4-BE49-F238E27FC236}">
                      <a16:creationId xmlns:a16="http://schemas.microsoft.com/office/drawing/2014/main" id="{8AB14E13-137E-A699-0CF2-E1A58493BC77}"/>
                    </a:ext>
                  </a:extLst>
                </p:cNvPr>
                <p:cNvSpPr/>
                <p:nvPr/>
              </p:nvSpPr>
              <p:spPr>
                <a:xfrm>
                  <a:off x="6750547" y="1550957"/>
                  <a:ext cx="690565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矩形: 圆角 14">
                  <a:extLst>
                    <a:ext uri="{FF2B5EF4-FFF2-40B4-BE49-F238E27FC236}">
                      <a16:creationId xmlns:a16="http://schemas.microsoft.com/office/drawing/2014/main" id="{8AB14E13-137E-A699-0CF2-E1A58493BC7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0547" y="1550957"/>
                  <a:ext cx="690565" cy="387969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接箭头连接符 10">
              <a:extLst>
                <a:ext uri="{FF2B5EF4-FFF2-40B4-BE49-F238E27FC236}">
                  <a16:creationId xmlns:a16="http://schemas.microsoft.com/office/drawing/2014/main" id="{4ABC0B36-761F-58B9-EEF2-6D547D11C80F}"/>
                </a:ext>
              </a:extLst>
            </p:cNvPr>
            <p:cNvCxnSpPr>
              <a:cxnSpLocks/>
              <a:stCxn id="6" idx="3"/>
              <a:endCxn id="15" idx="1"/>
            </p:cNvCxnSpPr>
            <p:nvPr/>
          </p:nvCxnSpPr>
          <p:spPr>
            <a:xfrm flipV="1">
              <a:off x="6538798" y="1744942"/>
              <a:ext cx="211749" cy="1465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流程图: 汇总连接 16">
              <a:extLst>
                <a:ext uri="{FF2B5EF4-FFF2-40B4-BE49-F238E27FC236}">
                  <a16:creationId xmlns:a16="http://schemas.microsoft.com/office/drawing/2014/main" id="{1C1B5CAC-C378-0D83-9220-321116C13ECD}"/>
                </a:ext>
              </a:extLst>
            </p:cNvPr>
            <p:cNvSpPr/>
            <p:nvPr/>
          </p:nvSpPr>
          <p:spPr>
            <a:xfrm>
              <a:off x="7659608" y="1652586"/>
              <a:ext cx="202403" cy="196655"/>
            </a:xfrm>
            <a:prstGeom prst="flowChartSummingJuncti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8" name="直接箭头连接符 10">
              <a:extLst>
                <a:ext uri="{FF2B5EF4-FFF2-40B4-BE49-F238E27FC236}">
                  <a16:creationId xmlns:a16="http://schemas.microsoft.com/office/drawing/2014/main" id="{5AB44113-53DE-AB4B-8094-EE2D4451452F}"/>
                </a:ext>
              </a:extLst>
            </p:cNvPr>
            <p:cNvCxnSpPr>
              <a:cxnSpLocks/>
              <a:stCxn id="15" idx="3"/>
              <a:endCxn id="17" idx="2"/>
            </p:cNvCxnSpPr>
            <p:nvPr/>
          </p:nvCxnSpPr>
          <p:spPr>
            <a:xfrm>
              <a:off x="7441112" y="1744942"/>
              <a:ext cx="218496" cy="597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箭头连接符 10">
              <a:extLst>
                <a:ext uri="{FF2B5EF4-FFF2-40B4-BE49-F238E27FC236}">
                  <a16:creationId xmlns:a16="http://schemas.microsoft.com/office/drawing/2014/main" id="{3AD6A0EE-3F01-509F-FCDE-BF71ADBCF0D0}"/>
                </a:ext>
              </a:extLst>
            </p:cNvPr>
            <p:cNvCxnSpPr>
              <a:cxnSpLocks/>
              <a:stCxn id="17" idx="6"/>
              <a:endCxn id="7" idx="1"/>
            </p:cNvCxnSpPr>
            <p:nvPr/>
          </p:nvCxnSpPr>
          <p:spPr>
            <a:xfrm>
              <a:off x="7862011" y="1750914"/>
              <a:ext cx="197262" cy="725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箭头连接符 10">
              <a:extLst>
                <a:ext uri="{FF2B5EF4-FFF2-40B4-BE49-F238E27FC236}">
                  <a16:creationId xmlns:a16="http://schemas.microsoft.com/office/drawing/2014/main" id="{167066FE-A8EA-FF46-7D97-2B0F23F21E20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 flipV="1">
              <a:off x="8749838" y="1744940"/>
              <a:ext cx="247220" cy="1322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箭头连接符 10">
              <a:extLst>
                <a:ext uri="{FF2B5EF4-FFF2-40B4-BE49-F238E27FC236}">
                  <a16:creationId xmlns:a16="http://schemas.microsoft.com/office/drawing/2014/main" id="{419B1B12-9EA3-F482-794B-93C5433BE3BA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9342340" y="1741439"/>
              <a:ext cx="370498" cy="350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箭头连接符 10">
              <a:extLst>
                <a:ext uri="{FF2B5EF4-FFF2-40B4-BE49-F238E27FC236}">
                  <a16:creationId xmlns:a16="http://schemas.microsoft.com/office/drawing/2014/main" id="{7D85E4C7-2572-14A9-E419-DF82840D0C4F}"/>
                </a:ext>
              </a:extLst>
            </p:cNvPr>
            <p:cNvCxnSpPr>
              <a:cxnSpLocks/>
              <a:stCxn id="25" idx="1"/>
              <a:endCxn id="17" idx="0"/>
            </p:cNvCxnSpPr>
            <p:nvPr/>
          </p:nvCxnSpPr>
          <p:spPr>
            <a:xfrm rot="10800000" flipV="1">
              <a:off x="7760811" y="1266590"/>
              <a:ext cx="371443" cy="385995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FB10C319-4EBA-A7A1-999F-4562A74D190F}"/>
                    </a:ext>
                  </a:extLst>
                </p:cNvPr>
                <p:cNvSpPr/>
                <p:nvPr/>
              </p:nvSpPr>
              <p:spPr>
                <a:xfrm>
                  <a:off x="8486423" y="1089326"/>
                  <a:ext cx="418092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FB10C319-4EBA-A7A1-999F-4562A74D190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6423" y="1089326"/>
                  <a:ext cx="418092" cy="387969"/>
                </a:xfrm>
                <a:prstGeom prst="round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矩形: 圆角 23">
                  <a:extLst>
                    <a:ext uri="{FF2B5EF4-FFF2-40B4-BE49-F238E27FC236}">
                      <a16:creationId xmlns:a16="http://schemas.microsoft.com/office/drawing/2014/main" id="{87AD481A-B90A-0FA0-46A7-DBD7AD4AFB29}"/>
                    </a:ext>
                  </a:extLst>
                </p:cNvPr>
                <p:cNvSpPr/>
                <p:nvPr/>
              </p:nvSpPr>
              <p:spPr>
                <a:xfrm>
                  <a:off x="9023423" y="1072607"/>
                  <a:ext cx="292552" cy="387969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𝑑𝑡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矩形: 圆角 23">
                  <a:extLst>
                    <a:ext uri="{FF2B5EF4-FFF2-40B4-BE49-F238E27FC236}">
                      <a16:creationId xmlns:a16="http://schemas.microsoft.com/office/drawing/2014/main" id="{87AD481A-B90A-0FA0-46A7-DBD7AD4AFB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23423" y="1072607"/>
                  <a:ext cx="292552" cy="387969"/>
                </a:xfrm>
                <a:prstGeom prst="roundRect">
                  <a:avLst/>
                </a:prstGeom>
                <a:blipFill>
                  <a:blip r:embed="rId10"/>
                  <a:stretch>
                    <a:fillRect l="-1961"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矩形: 圆角 24">
                  <a:extLst>
                    <a:ext uri="{FF2B5EF4-FFF2-40B4-BE49-F238E27FC236}">
                      <a16:creationId xmlns:a16="http://schemas.microsoft.com/office/drawing/2014/main" id="{FD3F63B7-1535-2B30-8DFF-C688B35B19B6}"/>
                    </a:ext>
                  </a:extLst>
                </p:cNvPr>
                <p:cNvSpPr/>
                <p:nvPr/>
              </p:nvSpPr>
              <p:spPr>
                <a:xfrm>
                  <a:off x="8132253" y="1145349"/>
                  <a:ext cx="202404" cy="242483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矩形: 圆角 24">
                  <a:extLst>
                    <a:ext uri="{FF2B5EF4-FFF2-40B4-BE49-F238E27FC236}">
                      <a16:creationId xmlns:a16="http://schemas.microsoft.com/office/drawing/2014/main" id="{FD3F63B7-1535-2B30-8DFF-C688B35B19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2253" y="1145349"/>
                  <a:ext cx="202404" cy="242483"/>
                </a:xfrm>
                <a:prstGeom prst="round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直接箭头连接符 10">
              <a:extLst>
                <a:ext uri="{FF2B5EF4-FFF2-40B4-BE49-F238E27FC236}">
                  <a16:creationId xmlns:a16="http://schemas.microsoft.com/office/drawing/2014/main" id="{C906ECFE-B30E-5D68-C212-A37AF0712DA8}"/>
                </a:ext>
              </a:extLst>
            </p:cNvPr>
            <p:cNvCxnSpPr>
              <a:cxnSpLocks/>
              <a:stCxn id="23" idx="1"/>
              <a:endCxn id="25" idx="3"/>
            </p:cNvCxnSpPr>
            <p:nvPr/>
          </p:nvCxnSpPr>
          <p:spPr>
            <a:xfrm rot="10800000">
              <a:off x="8334657" y="1266591"/>
              <a:ext cx="151766" cy="16720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箭头连接符 10">
              <a:extLst>
                <a:ext uri="{FF2B5EF4-FFF2-40B4-BE49-F238E27FC236}">
                  <a16:creationId xmlns:a16="http://schemas.microsoft.com/office/drawing/2014/main" id="{01EC35AE-BF07-63F2-1AE0-4F137595EEB3}"/>
                </a:ext>
              </a:extLst>
            </p:cNvPr>
            <p:cNvCxnSpPr>
              <a:cxnSpLocks/>
              <a:endCxn id="24" idx="3"/>
            </p:cNvCxnSpPr>
            <p:nvPr/>
          </p:nvCxnSpPr>
          <p:spPr>
            <a:xfrm rot="16200000" flipV="1">
              <a:off x="9139572" y="1442995"/>
              <a:ext cx="478348" cy="12554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箭头连接符 10">
              <a:extLst>
                <a:ext uri="{FF2B5EF4-FFF2-40B4-BE49-F238E27FC236}">
                  <a16:creationId xmlns:a16="http://schemas.microsoft.com/office/drawing/2014/main" id="{E56D868A-EC6D-8EEB-3822-B9C4D91497F0}"/>
                </a:ext>
              </a:extLst>
            </p:cNvPr>
            <p:cNvCxnSpPr>
              <a:cxnSpLocks/>
              <a:endCxn id="10" idx="4"/>
            </p:cNvCxnSpPr>
            <p:nvPr/>
          </p:nvCxnSpPr>
          <p:spPr>
            <a:xfrm rot="10800000" flipV="1">
              <a:off x="4666857" y="1741440"/>
              <a:ext cx="4774665" cy="118665"/>
            </a:xfrm>
            <a:prstGeom prst="bentConnector4">
              <a:avLst>
                <a:gd name="adj1" fmla="val 15"/>
                <a:gd name="adj2" fmla="val 1099336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5A6BBB9C-7BDC-A85C-F0A7-6DA1CFFB120A}"/>
                </a:ext>
              </a:extLst>
            </p:cNvPr>
            <p:cNvSpPr/>
            <p:nvPr/>
          </p:nvSpPr>
          <p:spPr>
            <a:xfrm>
              <a:off x="7083591" y="2193714"/>
              <a:ext cx="344081" cy="430519"/>
            </a:xfrm>
            <a:prstGeom prst="round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直接箭头连接符 10">
              <a:extLst>
                <a:ext uri="{FF2B5EF4-FFF2-40B4-BE49-F238E27FC236}">
                  <a16:creationId xmlns:a16="http://schemas.microsoft.com/office/drawing/2014/main" id="{B23D5BE9-7700-5D8E-4892-C5BCD4253893}"/>
                </a:ext>
              </a:extLst>
            </p:cNvPr>
            <p:cNvCxnSpPr>
              <a:cxnSpLocks/>
              <a:endCxn id="34" idx="3"/>
            </p:cNvCxnSpPr>
            <p:nvPr/>
          </p:nvCxnSpPr>
          <p:spPr>
            <a:xfrm rot="10800000" flipV="1">
              <a:off x="8610407" y="1750913"/>
              <a:ext cx="705568" cy="438879"/>
            </a:xfrm>
            <a:prstGeom prst="bentConnector3">
              <a:avLst>
                <a:gd name="adj1" fmla="val -158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箭头连接符 10">
              <a:extLst>
                <a:ext uri="{FF2B5EF4-FFF2-40B4-BE49-F238E27FC236}">
                  <a16:creationId xmlns:a16="http://schemas.microsoft.com/office/drawing/2014/main" id="{15D11275-F9D9-76A9-A1F1-E76EA6AD3935}"/>
                </a:ext>
              </a:extLst>
            </p:cNvPr>
            <p:cNvCxnSpPr>
              <a:cxnSpLocks/>
              <a:stCxn id="34" idx="1"/>
              <a:endCxn id="17" idx="4"/>
            </p:cNvCxnSpPr>
            <p:nvPr/>
          </p:nvCxnSpPr>
          <p:spPr>
            <a:xfrm rot="10800000">
              <a:off x="7760811" y="1849241"/>
              <a:ext cx="366761" cy="34055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箭头连接符 10">
              <a:extLst>
                <a:ext uri="{FF2B5EF4-FFF2-40B4-BE49-F238E27FC236}">
                  <a16:creationId xmlns:a16="http://schemas.microsoft.com/office/drawing/2014/main" id="{692B736D-9341-2525-74A0-0FD46617143E}"/>
                </a:ext>
              </a:extLst>
            </p:cNvPr>
            <p:cNvCxnSpPr>
              <a:cxnSpLocks/>
              <a:stCxn id="34" idx="2"/>
              <a:endCxn id="35" idx="0"/>
            </p:cNvCxnSpPr>
            <p:nvPr/>
          </p:nvCxnSpPr>
          <p:spPr>
            <a:xfrm flipH="1">
              <a:off x="8362635" y="2362291"/>
              <a:ext cx="6354" cy="2793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箭头连接符 10">
              <a:extLst>
                <a:ext uri="{FF2B5EF4-FFF2-40B4-BE49-F238E27FC236}">
                  <a16:creationId xmlns:a16="http://schemas.microsoft.com/office/drawing/2014/main" id="{DE2643BF-2C50-5A6F-A370-0ADEC942D692}"/>
                </a:ext>
              </a:extLst>
            </p:cNvPr>
            <p:cNvCxnSpPr>
              <a:cxnSpLocks/>
              <a:stCxn id="9" idx="0"/>
              <a:endCxn id="25" idx="0"/>
            </p:cNvCxnSpPr>
            <p:nvPr/>
          </p:nvCxnSpPr>
          <p:spPr>
            <a:xfrm rot="16200000" flipV="1">
              <a:off x="8868752" y="510052"/>
              <a:ext cx="380830" cy="1651424"/>
            </a:xfrm>
            <a:prstGeom prst="bentConnector3">
              <a:avLst>
                <a:gd name="adj1" fmla="val 160027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矩形: 圆角 33">
                  <a:extLst>
                    <a:ext uri="{FF2B5EF4-FFF2-40B4-BE49-F238E27FC236}">
                      <a16:creationId xmlns:a16="http://schemas.microsoft.com/office/drawing/2014/main" id="{8DC5574C-BCE5-EA31-883C-F4ADA0F406F5}"/>
                    </a:ext>
                  </a:extLst>
                </p:cNvPr>
                <p:cNvSpPr/>
                <p:nvPr/>
              </p:nvSpPr>
              <p:spPr>
                <a:xfrm>
                  <a:off x="8127571" y="2017295"/>
                  <a:ext cx="482836" cy="344996"/>
                </a:xfrm>
                <a:prstGeom prst="roundRect">
                  <a:avLst/>
                </a:prstGeom>
                <a:no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oMath>
                    </m:oMathPara>
                  </a14:m>
                  <a:endParaRPr lang="zh-CN" alt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矩形: 圆角 33">
                  <a:extLst>
                    <a:ext uri="{FF2B5EF4-FFF2-40B4-BE49-F238E27FC236}">
                      <a16:creationId xmlns:a16="http://schemas.microsoft.com/office/drawing/2014/main" id="{8DC5574C-BCE5-EA31-883C-F4ADA0F406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7571" y="2017295"/>
                  <a:ext cx="482836" cy="344996"/>
                </a:xfrm>
                <a:prstGeom prst="round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 w="19050"/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52C9062C-0775-F5DD-B03D-02BF8CADBD4A}"/>
                </a:ext>
              </a:extLst>
            </p:cNvPr>
            <p:cNvSpPr/>
            <p:nvPr/>
          </p:nvSpPr>
          <p:spPr>
            <a:xfrm>
              <a:off x="7960642" y="2641595"/>
              <a:ext cx="803985" cy="245728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摩擦增大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B5AB0A59-C573-86E8-1F83-AEB87C013F9D}"/>
                    </a:ext>
                  </a:extLst>
                </p:cNvPr>
                <p:cNvSpPr txBox="1"/>
                <p:nvPr/>
              </p:nvSpPr>
              <p:spPr>
                <a:xfrm>
                  <a:off x="3895243" y="1467004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B5AB0A59-C573-86E8-1F83-AEB87C013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5243" y="1467004"/>
                  <a:ext cx="1186532" cy="30777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1C6BB82-645A-C82E-FEB3-395EC6830592}"/>
                    </a:ext>
                  </a:extLst>
                </p:cNvPr>
                <p:cNvSpPr txBox="1"/>
                <p:nvPr/>
              </p:nvSpPr>
              <p:spPr>
                <a:xfrm>
                  <a:off x="4000758" y="1997659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1C6BB82-645A-C82E-FEB3-395EC68305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0758" y="1997659"/>
                  <a:ext cx="1186532" cy="3077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F7AA898B-2C8F-917C-0CE5-B9D9C33D2818}"/>
                    </a:ext>
                  </a:extLst>
                </p:cNvPr>
                <p:cNvSpPr txBox="1"/>
                <p:nvPr/>
              </p:nvSpPr>
              <p:spPr>
                <a:xfrm>
                  <a:off x="4228894" y="1434628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4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F7AA898B-2C8F-917C-0CE5-B9D9C33D2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8894" y="1434628"/>
                  <a:ext cx="1186532" cy="30777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B662AF8D-0365-7FEA-3349-1D071046CECF}"/>
                    </a:ext>
                  </a:extLst>
                </p:cNvPr>
                <p:cNvSpPr txBox="1"/>
                <p:nvPr/>
              </p:nvSpPr>
              <p:spPr>
                <a:xfrm>
                  <a:off x="5151842" y="1417861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B662AF8D-0365-7FEA-3349-1D071046CE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51842" y="1417861"/>
                  <a:ext cx="1186532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8B960C05-4831-93DB-8775-DB450148670F}"/>
                    </a:ext>
                  </a:extLst>
                </p:cNvPr>
                <p:cNvSpPr txBox="1"/>
                <p:nvPr/>
              </p:nvSpPr>
              <p:spPr>
                <a:xfrm>
                  <a:off x="6080540" y="1459999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8B960C05-4831-93DB-8775-DB45014867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80540" y="1459999"/>
                  <a:ext cx="1186532" cy="307777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79D02B69-E3F0-D80C-B9CF-7323C1BA903C}"/>
                    </a:ext>
                  </a:extLst>
                </p:cNvPr>
                <p:cNvSpPr txBox="1"/>
                <p:nvPr/>
              </p:nvSpPr>
              <p:spPr>
                <a:xfrm>
                  <a:off x="6967440" y="1467619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79D02B69-E3F0-D80C-B9CF-7323C1BA90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440" y="1467619"/>
                  <a:ext cx="1186532" cy="307777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AFAAC18A-8633-44EB-C9B9-5DD6AB988AD4}"/>
                    </a:ext>
                  </a:extLst>
                </p:cNvPr>
                <p:cNvSpPr txBox="1"/>
                <p:nvPr/>
              </p:nvSpPr>
              <p:spPr>
                <a:xfrm>
                  <a:off x="7312156" y="989603"/>
                  <a:ext cx="118653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AFAAC18A-8633-44EB-C9B9-5DD6AB988A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2156" y="989603"/>
                  <a:ext cx="1186532" cy="307777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BBC218F8-D196-7C8D-2DB1-42EBBF3E25D4}"/>
                    </a:ext>
                  </a:extLst>
                </p:cNvPr>
                <p:cNvSpPr txBox="1"/>
                <p:nvPr/>
              </p:nvSpPr>
              <p:spPr>
                <a:xfrm>
                  <a:off x="7291042" y="1876295"/>
                  <a:ext cx="1186532" cy="3250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BBC218F8-D196-7C8D-2DB1-42EBBF3E25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1042" y="1876295"/>
                  <a:ext cx="1186532" cy="325025"/>
                </a:xfrm>
                <a:prstGeom prst="rect">
                  <a:avLst/>
                </a:prstGeom>
                <a:blipFill>
                  <a:blip r:embed="rId20"/>
                  <a:stretch>
                    <a:fillRect b="-37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直接箭头连接符 10">
              <a:extLst>
                <a:ext uri="{FF2B5EF4-FFF2-40B4-BE49-F238E27FC236}">
                  <a16:creationId xmlns:a16="http://schemas.microsoft.com/office/drawing/2014/main" id="{531F893E-198A-B27C-AB52-2E0176C12D5C}"/>
                </a:ext>
              </a:extLst>
            </p:cNvPr>
            <p:cNvCxnSpPr>
              <a:cxnSpLocks/>
              <a:stCxn id="35" idx="1"/>
              <a:endCxn id="17" idx="4"/>
            </p:cNvCxnSpPr>
            <p:nvPr/>
          </p:nvCxnSpPr>
          <p:spPr>
            <a:xfrm rot="10800000">
              <a:off x="7760810" y="1849241"/>
              <a:ext cx="199832" cy="91521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C375D2AD-94C5-D22C-73EF-DB7AFD74242D}"/>
                    </a:ext>
                  </a:extLst>
                </p:cNvPr>
                <p:cNvSpPr txBox="1"/>
                <p:nvPr/>
              </p:nvSpPr>
              <p:spPr>
                <a:xfrm>
                  <a:off x="7497821" y="2316570"/>
                  <a:ext cx="769495" cy="3250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𝑘𝐼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C375D2AD-94C5-D22C-73EF-DB7AFD742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7821" y="2316570"/>
                  <a:ext cx="769495" cy="325025"/>
                </a:xfrm>
                <a:prstGeom prst="rect">
                  <a:avLst/>
                </a:prstGeom>
                <a:blipFill>
                  <a:blip r:embed="rId21"/>
                  <a:stretch>
                    <a:fillRect b="-37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548E9DD-8326-6C95-9F51-5E4D34AE3D7D}"/>
                    </a:ext>
                  </a:extLst>
                </p:cNvPr>
                <p:cNvSpPr txBox="1"/>
                <p:nvPr/>
              </p:nvSpPr>
              <p:spPr>
                <a:xfrm>
                  <a:off x="9189016" y="1716201"/>
                  <a:ext cx="8219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548E9DD-8326-6C95-9F51-5E4D34AE3D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89016" y="1716201"/>
                  <a:ext cx="821931" cy="307777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矩形: 圆角 46">
              <a:extLst>
                <a:ext uri="{FF2B5EF4-FFF2-40B4-BE49-F238E27FC236}">
                  <a16:creationId xmlns:a16="http://schemas.microsoft.com/office/drawing/2014/main" id="{3E6ABD7A-A45D-D04B-64DB-58D3736515F9}"/>
                </a:ext>
              </a:extLst>
            </p:cNvPr>
            <p:cNvSpPr/>
            <p:nvPr/>
          </p:nvSpPr>
          <p:spPr>
            <a:xfrm>
              <a:off x="6693836" y="2078457"/>
              <a:ext cx="803985" cy="245728"/>
            </a:xfrm>
            <a:prstGeom prst="roundRect">
              <a:avLst/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000" dirty="0">
                  <a:solidFill>
                    <a:schemeClr val="tx1"/>
                  </a:solidFill>
                </a:rPr>
                <a:t>增益衰减</a:t>
              </a:r>
            </a:p>
          </p:txBody>
        </p:sp>
        <p:cxnSp>
          <p:nvCxnSpPr>
            <p:cNvPr id="48" name="直接箭头连接符 10">
              <a:extLst>
                <a:ext uri="{FF2B5EF4-FFF2-40B4-BE49-F238E27FC236}">
                  <a16:creationId xmlns:a16="http://schemas.microsoft.com/office/drawing/2014/main" id="{D73446C8-A391-05C4-948D-7B79516B8BC7}"/>
                </a:ext>
              </a:extLst>
            </p:cNvPr>
            <p:cNvCxnSpPr>
              <a:cxnSpLocks/>
              <a:stCxn id="47" idx="0"/>
              <a:endCxn id="15" idx="2"/>
            </p:cNvCxnSpPr>
            <p:nvPr/>
          </p:nvCxnSpPr>
          <p:spPr>
            <a:xfrm rot="5400000" flipH="1" flipV="1">
              <a:off x="7026064" y="2008692"/>
              <a:ext cx="139531" cy="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10">
              <a:extLst>
                <a:ext uri="{FF2B5EF4-FFF2-40B4-BE49-F238E27FC236}">
                  <a16:creationId xmlns:a16="http://schemas.microsoft.com/office/drawing/2014/main" id="{98C4732B-5D8F-692A-21B5-76218FFF7D0D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3539151" y="1761778"/>
              <a:ext cx="368790" cy="599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56F9A6F7-C158-720D-31C4-FBFAEAE7B2F6}"/>
                    </a:ext>
                  </a:extLst>
                </p:cNvPr>
                <p:cNvSpPr txBox="1"/>
                <p:nvPr/>
              </p:nvSpPr>
              <p:spPr>
                <a:xfrm>
                  <a:off x="3539151" y="1866283"/>
                  <a:ext cx="41433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𝑯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𝑊𝑐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56F9A6F7-C158-720D-31C4-FBFAEAE7B2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9151" y="1866283"/>
                  <a:ext cx="414338" cy="369332"/>
                </a:xfrm>
                <a:prstGeom prst="rect">
                  <a:avLst/>
                </a:prstGeom>
                <a:blipFill>
                  <a:blip r:embed="rId23"/>
                  <a:stretch>
                    <a:fillRect r="-4117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5" name="表格 54">
                <a:extLst>
                  <a:ext uri="{FF2B5EF4-FFF2-40B4-BE49-F238E27FC236}">
                    <a16:creationId xmlns:a16="http://schemas.microsoft.com/office/drawing/2014/main" id="{9019E8D9-A96F-2EA9-41EB-6EBFADEDD364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902961" y="2632116"/>
              <a:ext cx="3511550" cy="373907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755775">
                      <a:extLst>
                        <a:ext uri="{9D8B030D-6E8A-4147-A177-3AD203B41FA5}">
                          <a16:colId xmlns:a16="http://schemas.microsoft.com/office/drawing/2014/main" val="639401785"/>
                        </a:ext>
                      </a:extLst>
                    </a:gridCol>
                    <a:gridCol w="1755775">
                      <a:extLst>
                        <a:ext uri="{9D8B030D-6E8A-4147-A177-3AD203B41FA5}">
                          <a16:colId xmlns:a16="http://schemas.microsoft.com/office/drawing/2014/main" val="152923448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参量名称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符号表示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9519335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角动量控制值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1728838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飞轮转动惯量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8665049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转速控制值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15787967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转速偏差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634749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实际转速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8121419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转速环增益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76314414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转速反馈系数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1311979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转速环时间常数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78809013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电压控制值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0498508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Σ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电流环增益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32533255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电流反馈系数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6296296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zh-CN" sz="1050" i="1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Σ</m:t>
                                        </m:r>
                                      </m:e>
                                      <m:sub>
                                        <m:r>
                                          <a:rPr lang="en-US" sz="1050" kern="10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电流环时间常数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10022072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电流控制值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4190722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功率放大器增益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7469526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altLang="en-US" sz="1050" kern="100" dirty="0">
                              <a:effectLst/>
                              <a:latin typeface="等线" panose="02010600030101010101" pitchFamily="2" charset="-122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a:t>功率放大器时间常数</a:t>
                          </a:r>
                          <a:endParaRPr lang="zh-CN" sz="1050" kern="100" dirty="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524967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电枢电流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616081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050" kern="100">
                                    <a:effectLst/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等效电阻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3795469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机电时间常数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6459185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反电动势系数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364879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负载等效电流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9895985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摩擦等效电流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2883974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just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CN" sz="1050" i="1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1050" kern="10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 dirty="0">
                              <a:effectLst/>
                            </a:rPr>
                            <a:t>摩擦系数</a:t>
                          </a:r>
                          <a:endParaRPr lang="zh-CN" sz="1050" kern="100" dirty="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64179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5" name="表格 54">
                <a:extLst>
                  <a:ext uri="{FF2B5EF4-FFF2-40B4-BE49-F238E27FC236}">
                    <a16:creationId xmlns:a16="http://schemas.microsoft.com/office/drawing/2014/main" id="{9019E8D9-A96F-2EA9-41EB-6EBFADEDD36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2191137"/>
                  </p:ext>
                </p:extLst>
              </p:nvPr>
            </p:nvGraphicFramePr>
            <p:xfrm>
              <a:off x="6902961" y="2632116"/>
              <a:ext cx="3511550" cy="373862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755775">
                      <a:extLst>
                        <a:ext uri="{9D8B030D-6E8A-4147-A177-3AD203B41FA5}">
                          <a16:colId xmlns:a16="http://schemas.microsoft.com/office/drawing/2014/main" val="639401785"/>
                        </a:ext>
                      </a:extLst>
                    </a:gridCol>
                    <a:gridCol w="1755775">
                      <a:extLst>
                        <a:ext uri="{9D8B030D-6E8A-4147-A177-3AD203B41FA5}">
                          <a16:colId xmlns:a16="http://schemas.microsoft.com/office/drawing/2014/main" val="1529234485"/>
                        </a:ext>
                      </a:extLst>
                    </a:gridCol>
                  </a:tblGrid>
                  <a:tr h="160020"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参量名称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符号表示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95193351"/>
                      </a:ext>
                    </a:extLst>
                  </a:tr>
                  <a:tr h="17437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110345" r="-101038" b="-19724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角动量控制值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617288381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234615" r="-101038" b="-2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飞轮转动惯量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386650491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322222" r="-101038" b="-19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转速控制值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157879678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438462" r="-101038" b="-18961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转速偏差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96347491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538462" r="-101038" b="-17961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实际转速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81214195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614815" r="-101038" b="-16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转速环增益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763144145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742308" r="-101038" b="-1592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转速反馈系数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131197916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842308" r="-101038" b="-1492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转速环时间常数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788090134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907407" r="-101038" b="-1337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电压控制值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504985084"/>
                      </a:ext>
                    </a:extLst>
                  </a:tr>
                  <a:tr h="17437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971429" r="-101038" b="-11892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电流环增益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325332558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1111111" r="-101038" b="-113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电流反馈系数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62962966"/>
                      </a:ext>
                    </a:extLst>
                  </a:tr>
                  <a:tr h="174371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1167857" r="-101038" b="-99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电流环时间常数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100220725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1314815" r="-101038" b="-9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电流控制值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741907224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1469231" r="-101038" b="-86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功率放大器增益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74695260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1569231" r="-101038" b="-76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altLang="en-US" sz="1050" kern="100" dirty="0">
                              <a:effectLst/>
                              <a:latin typeface="等线" panose="02010600030101010101" pitchFamily="2" charset="-122"/>
                              <a:ea typeface="等线" panose="02010600030101010101" pitchFamily="2" charset="-122"/>
                              <a:cs typeface="Times New Roman" panose="02020603050405020304" pitchFamily="18" charset="0"/>
                            </a:rPr>
                            <a:t>功率放大器时间常数</a:t>
                          </a:r>
                          <a:endParaRPr lang="zh-CN" sz="1050" kern="100" dirty="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645249678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1607407" r="-101038" b="-6370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电枢电流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6160818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1773077" r="-101038" b="-5615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等效电阻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837954691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1873077" r="-101038" b="-4615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机电时间常数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64591858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1900000" r="-101038" b="-344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反电动势系数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236487926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2076923" r="-101038" b="-25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负载等效电流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798959851"/>
                      </a:ext>
                    </a:extLst>
                  </a:tr>
                  <a:tr h="17513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1951724" r="-101038" b="-1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>
                              <a:effectLst/>
                            </a:rPr>
                            <a:t>摩擦等效电流</a:t>
                          </a:r>
                          <a:endParaRPr lang="zh-CN" sz="1050" kern="10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28839747"/>
                      </a:ext>
                    </a:extLst>
                  </a:tr>
                  <a:tr h="1600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68580" marR="68580" marT="0" marB="0">
                        <a:blipFill>
                          <a:blip r:embed="rId24"/>
                          <a:stretch>
                            <a:fillRect l="-346" t="-2288462" r="-101038" b="-461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just"/>
                          <a:r>
                            <a:rPr lang="zh-CN" sz="1050" kern="100" dirty="0">
                              <a:effectLst/>
                            </a:rPr>
                            <a:t>摩擦系数</a:t>
                          </a:r>
                          <a:endParaRPr lang="zh-CN" sz="1050" kern="100" dirty="0">
                            <a:effectLst/>
                            <a:latin typeface="等线" panose="02010600030101010101" pitchFamily="2" charset="-122"/>
                            <a:ea typeface="等线" panose="02010600030101010101" pitchFamily="2" charset="-122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6417996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6" name="文本框 55">
            <a:extLst>
              <a:ext uri="{FF2B5EF4-FFF2-40B4-BE49-F238E27FC236}">
                <a16:creationId xmlns:a16="http://schemas.microsoft.com/office/drawing/2014/main" id="{209B9E6E-55CF-D05E-2111-CD272DC2774B}"/>
              </a:ext>
            </a:extLst>
          </p:cNvPr>
          <p:cNvSpPr txBox="1"/>
          <p:nvPr/>
        </p:nvSpPr>
        <p:spPr>
          <a:xfrm>
            <a:off x="2058072" y="4132097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仅供参考，以</a:t>
            </a:r>
            <a:r>
              <a:rPr lang="en-US" altLang="zh-CN" dirty="0"/>
              <a:t>《</a:t>
            </a:r>
            <a:r>
              <a:rPr lang="zh-CN" altLang="en-US" dirty="0"/>
              <a:t>运动控制系统</a:t>
            </a:r>
            <a:r>
              <a:rPr lang="en-US" altLang="zh-CN" dirty="0"/>
              <a:t>》</a:t>
            </a:r>
            <a:r>
              <a:rPr lang="zh-CN" altLang="en-US" dirty="0"/>
              <a:t>为准</a:t>
            </a:r>
          </a:p>
        </p:txBody>
      </p:sp>
    </p:spTree>
    <p:extLst>
      <p:ext uri="{BB962C8B-B14F-4D97-AF65-F5344CB8AC3E}">
        <p14:creationId xmlns:p14="http://schemas.microsoft.com/office/powerpoint/2010/main" val="3725450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3">
            <a:extLst>
              <a:ext uri="{FF2B5EF4-FFF2-40B4-BE49-F238E27FC236}">
                <a16:creationId xmlns:a16="http://schemas.microsoft.com/office/drawing/2014/main" id="{33278EB7-B414-5471-82E3-F626C9975920}"/>
              </a:ext>
            </a:extLst>
          </p:cNvPr>
          <p:cNvSpPr/>
          <p:nvPr/>
        </p:nvSpPr>
        <p:spPr>
          <a:xfrm>
            <a:off x="3052058" y="1195477"/>
            <a:ext cx="5088276" cy="4467046"/>
          </a:xfrm>
          <a:custGeom>
            <a:avLst/>
            <a:gdLst/>
            <a:ahLst/>
            <a:cxnLst/>
            <a:rect l="l" t="t" r="r" b="b"/>
            <a:pathLst>
              <a:path w="795640" h="698500">
                <a:moveTo>
                  <a:pt x="781750" y="387871"/>
                </a:moveTo>
                <a:lnTo>
                  <a:pt x="623490" y="659879"/>
                </a:lnTo>
                <a:cubicBezTo>
                  <a:pt x="609578" y="683790"/>
                  <a:pt x="584002" y="698500"/>
                  <a:pt x="556338" y="698500"/>
                </a:cubicBezTo>
                <a:lnTo>
                  <a:pt x="239302" y="698500"/>
                </a:lnTo>
                <a:cubicBezTo>
                  <a:pt x="211638" y="698500"/>
                  <a:pt x="186062" y="683790"/>
                  <a:pt x="172150" y="659879"/>
                </a:cubicBezTo>
                <a:lnTo>
                  <a:pt x="13890" y="387871"/>
                </a:lnTo>
                <a:cubicBezTo>
                  <a:pt x="0" y="363997"/>
                  <a:pt x="0" y="334503"/>
                  <a:pt x="13890" y="310629"/>
                </a:cubicBezTo>
                <a:lnTo>
                  <a:pt x="172150" y="38621"/>
                </a:lnTo>
                <a:cubicBezTo>
                  <a:pt x="186062" y="14710"/>
                  <a:pt x="211638" y="0"/>
                  <a:pt x="239302" y="0"/>
                </a:cubicBezTo>
                <a:lnTo>
                  <a:pt x="556338" y="0"/>
                </a:lnTo>
                <a:cubicBezTo>
                  <a:pt x="584002" y="0"/>
                  <a:pt x="609578" y="14710"/>
                  <a:pt x="623490" y="38621"/>
                </a:cubicBezTo>
                <a:lnTo>
                  <a:pt x="781750" y="310629"/>
                </a:lnTo>
                <a:cubicBezTo>
                  <a:pt x="795640" y="334503"/>
                  <a:pt x="795640" y="363997"/>
                  <a:pt x="781750" y="387871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txBody>
          <a:bodyPr/>
          <a:lstStyle/>
          <a:p>
            <a:r>
              <a:rPr lang="zh-CN" altLang="en-US" dirty="0"/>
              <a:t>圆角六边形</a:t>
            </a:r>
          </a:p>
        </p:txBody>
      </p:sp>
    </p:spTree>
    <p:extLst>
      <p:ext uri="{BB962C8B-B14F-4D97-AF65-F5344CB8AC3E}">
        <p14:creationId xmlns:p14="http://schemas.microsoft.com/office/powerpoint/2010/main" val="5918307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93A2A557-6875-D34E-0C62-51D41D012813}"/>
              </a:ext>
            </a:extLst>
          </p:cNvPr>
          <p:cNvGrpSpPr/>
          <p:nvPr/>
        </p:nvGrpSpPr>
        <p:grpSpPr>
          <a:xfrm>
            <a:off x="1360961" y="1194319"/>
            <a:ext cx="3419609" cy="4087967"/>
            <a:chOff x="1360961" y="1194319"/>
            <a:chExt cx="3419609" cy="4087967"/>
          </a:xfrm>
        </p:grpSpPr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2247E0C2-F414-EE47-3503-BAEF4A66B8E8}"/>
                </a:ext>
              </a:extLst>
            </p:cNvPr>
            <p:cNvGrpSpPr/>
            <p:nvPr/>
          </p:nvGrpSpPr>
          <p:grpSpPr>
            <a:xfrm>
              <a:off x="1360961" y="1194319"/>
              <a:ext cx="3419609" cy="4030616"/>
              <a:chOff x="1360961" y="1194319"/>
              <a:chExt cx="3419609" cy="4030616"/>
            </a:xfrm>
          </p:grpSpPr>
          <p:grpSp>
            <p:nvGrpSpPr>
              <p:cNvPr id="121" name="组合 120">
                <a:extLst>
                  <a:ext uri="{FF2B5EF4-FFF2-40B4-BE49-F238E27FC236}">
                    <a16:creationId xmlns:a16="http://schemas.microsoft.com/office/drawing/2014/main" id="{44A43F6F-EC04-5C0E-F8BD-D905386D42D5}"/>
                  </a:ext>
                </a:extLst>
              </p:cNvPr>
              <p:cNvGrpSpPr/>
              <p:nvPr/>
            </p:nvGrpSpPr>
            <p:grpSpPr>
              <a:xfrm>
                <a:off x="1373663" y="1194319"/>
                <a:ext cx="3399007" cy="958370"/>
                <a:chOff x="1373663" y="1194319"/>
                <a:chExt cx="3399007" cy="958370"/>
              </a:xfrm>
            </p:grpSpPr>
            <p:grpSp>
              <p:nvGrpSpPr>
                <p:cNvPr id="13" name="组合 12">
                  <a:extLst>
                    <a:ext uri="{FF2B5EF4-FFF2-40B4-BE49-F238E27FC236}">
                      <a16:creationId xmlns:a16="http://schemas.microsoft.com/office/drawing/2014/main" id="{4CD80B65-1301-F9E6-9C75-A66E75F1D089}"/>
                    </a:ext>
                  </a:extLst>
                </p:cNvPr>
                <p:cNvGrpSpPr/>
                <p:nvPr/>
              </p:nvGrpSpPr>
              <p:grpSpPr>
                <a:xfrm>
                  <a:off x="1373663" y="1194319"/>
                  <a:ext cx="3399007" cy="958370"/>
                  <a:chOff x="4489148" y="844566"/>
                  <a:chExt cx="3399007" cy="958370"/>
                </a:xfrm>
              </p:grpSpPr>
              <p:cxnSp>
                <p:nvCxnSpPr>
                  <p:cNvPr id="5" name="直接箭头连接符 4">
                    <a:extLst>
                      <a:ext uri="{FF2B5EF4-FFF2-40B4-BE49-F238E27FC236}">
                        <a16:creationId xmlns:a16="http://schemas.microsoft.com/office/drawing/2014/main" id="{1177A711-6AA3-480D-7037-716789FE6C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15837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" name="直接箭头连接符 6">
                    <a:extLst>
                      <a:ext uri="{FF2B5EF4-FFF2-40B4-BE49-F238E27FC236}">
                        <a16:creationId xmlns:a16="http://schemas.microsoft.com/office/drawing/2014/main" id="{B5971361-17B9-0302-E8DE-49F10FF5014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017960"/>
                    <a:ext cx="0" cy="565743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文本框 7">
                        <a:extLst>
                          <a:ext uri="{FF2B5EF4-FFF2-40B4-BE49-F238E27FC236}">
                            <a16:creationId xmlns:a16="http://schemas.microsoft.com/office/drawing/2014/main" id="{60B97CBD-561C-54B9-A61F-F8CCCC77C84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89148" y="844566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8" name="文本框 7">
                        <a:extLst>
                          <a:ext uri="{FF2B5EF4-FFF2-40B4-BE49-F238E27FC236}">
                            <a16:creationId xmlns:a16="http://schemas.microsoft.com/office/drawing/2014/main" id="{60B97CBD-561C-54B9-A61F-F8CCCC77C84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89148" y="844566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2" name="文本框 11">
                        <a:extLst>
                          <a:ext uri="{FF2B5EF4-FFF2-40B4-BE49-F238E27FC236}">
                            <a16:creationId xmlns:a16="http://schemas.microsoft.com/office/drawing/2014/main" id="{BB1B1F5F-4FC7-BB75-2A8C-E00C32A3789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86498" y="1495159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2" name="文本框 11">
                        <a:extLst>
                          <a:ext uri="{FF2B5EF4-FFF2-40B4-BE49-F238E27FC236}">
                            <a16:creationId xmlns:a16="http://schemas.microsoft.com/office/drawing/2014/main" id="{BB1B1F5F-4FC7-BB75-2A8C-E00C32A3789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86498" y="1495159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" name="文本框 1">
                        <a:extLst>
                          <a:ext uri="{FF2B5EF4-FFF2-40B4-BE49-F238E27FC236}">
                            <a16:creationId xmlns:a16="http://schemas.microsoft.com/office/drawing/2014/main" id="{6EC82EE9-CF45-DFA5-A075-DE058E801BE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837392" y="1508712"/>
                        <a:ext cx="301657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altLang="zh-CN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endParaRPr lang="zh-CN" alt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" name="文本框 1">
                        <a:extLst>
                          <a:ext uri="{FF2B5EF4-FFF2-40B4-BE49-F238E27FC236}">
                            <a16:creationId xmlns:a16="http://schemas.microsoft.com/office/drawing/2014/main" id="{6EC82EE9-CF45-DFA5-A075-DE058E801BE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837392" y="1508712"/>
                        <a:ext cx="301657" cy="276999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37" name="直接连接符 36">
                  <a:extLst>
                    <a:ext uri="{FF2B5EF4-FFF2-40B4-BE49-F238E27FC236}">
                      <a16:creationId xmlns:a16="http://schemas.microsoft.com/office/drawing/2014/main" id="{778118FA-F6A4-E249-48B4-562E50A2CB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58172" y="1933456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直接连接符 38">
                  <a:extLst>
                    <a:ext uri="{FF2B5EF4-FFF2-40B4-BE49-F238E27FC236}">
                      <a16:creationId xmlns:a16="http://schemas.microsoft.com/office/drawing/2014/main" id="{BB6C213A-6CD4-D6DD-504A-3EE94BB4E2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956136" y="1580037"/>
                  <a:ext cx="2441699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直接连接符 41">
                  <a:extLst>
                    <a:ext uri="{FF2B5EF4-FFF2-40B4-BE49-F238E27FC236}">
                      <a16:creationId xmlns:a16="http://schemas.microsoft.com/office/drawing/2014/main" id="{B7932E6B-2206-8B33-6140-FEE15A0565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64547" y="1580037"/>
                  <a:ext cx="0" cy="353419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AE4F9CBB-F3E8-6EFC-ED22-19FF96EDC7D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53388" y="1719371"/>
                      <a:ext cx="301647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AE4F9CBB-F3E8-6EFC-ED22-19FF96EDC7D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53388" y="1719371"/>
                      <a:ext cx="301647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文本框 53">
                      <a:extLst>
                        <a:ext uri="{FF2B5EF4-FFF2-40B4-BE49-F238E27FC236}">
                          <a16:creationId xmlns:a16="http://schemas.microsoft.com/office/drawing/2014/main" id="{70BBB119-83FE-9057-31BA-86AC58019FA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66481" y="1309767"/>
                      <a:ext cx="49962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∗</m:t>
                                </m:r>
                              </m:sup>
                            </m:sSubSup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4" name="文本框 53">
                      <a:extLst>
                        <a:ext uri="{FF2B5EF4-FFF2-40B4-BE49-F238E27FC236}">
                          <a16:creationId xmlns:a16="http://schemas.microsoft.com/office/drawing/2014/main" id="{70BBB119-83FE-9057-31BA-86AC58019FA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66481" y="1309767"/>
                      <a:ext cx="499621" cy="307777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1475E0B7-C2F0-FAEE-45C9-061885CA7B35}"/>
                  </a:ext>
                </a:extLst>
              </p:cNvPr>
              <p:cNvCxnSpPr/>
              <p:nvPr/>
            </p:nvCxnSpPr>
            <p:spPr>
              <a:xfrm>
                <a:off x="1956136" y="1933456"/>
                <a:ext cx="8411" cy="3118486"/>
              </a:xfrm>
              <a:prstGeom prst="line">
                <a:avLst/>
              </a:prstGeom>
              <a:ln w="8890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22" name="组合 121">
                <a:extLst>
                  <a:ext uri="{FF2B5EF4-FFF2-40B4-BE49-F238E27FC236}">
                    <a16:creationId xmlns:a16="http://schemas.microsoft.com/office/drawing/2014/main" id="{8A740301-9C94-BFD2-CB80-7DAFF236F5B4}"/>
                  </a:ext>
                </a:extLst>
              </p:cNvPr>
              <p:cNvGrpSpPr/>
              <p:nvPr/>
            </p:nvGrpSpPr>
            <p:grpSpPr>
              <a:xfrm>
                <a:off x="1366359" y="3537505"/>
                <a:ext cx="3414211" cy="1687430"/>
                <a:chOff x="1367513" y="1976441"/>
                <a:chExt cx="3414211" cy="1687430"/>
              </a:xfrm>
            </p:grpSpPr>
            <p:grpSp>
              <p:nvGrpSpPr>
                <p:cNvPr id="24" name="组合 23">
                  <a:extLst>
                    <a:ext uri="{FF2B5EF4-FFF2-40B4-BE49-F238E27FC236}">
                      <a16:creationId xmlns:a16="http://schemas.microsoft.com/office/drawing/2014/main" id="{D782176B-CB64-6B2D-B801-7516FAD07C1C}"/>
                    </a:ext>
                  </a:extLst>
                </p:cNvPr>
                <p:cNvGrpSpPr/>
                <p:nvPr/>
              </p:nvGrpSpPr>
              <p:grpSpPr>
                <a:xfrm>
                  <a:off x="1367513" y="1976441"/>
                  <a:ext cx="3414211" cy="1687430"/>
                  <a:chOff x="4482998" y="77021"/>
                  <a:chExt cx="3414211" cy="1687430"/>
                </a:xfrm>
              </p:grpSpPr>
              <p:cxnSp>
                <p:nvCxnSpPr>
                  <p:cNvPr id="25" name="直接箭头连接符 24">
                    <a:extLst>
                      <a:ext uri="{FF2B5EF4-FFF2-40B4-BE49-F238E27FC236}">
                        <a16:creationId xmlns:a16="http://schemas.microsoft.com/office/drawing/2014/main" id="{9AD3ABBD-8CD7-9A1E-AAC4-FB8C9EFD18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15837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直接箭头连接符 25">
                    <a:extLst>
                      <a:ext uri="{FF2B5EF4-FFF2-40B4-BE49-F238E27FC236}">
                        <a16:creationId xmlns:a16="http://schemas.microsoft.com/office/drawing/2014/main" id="{BEB5E468-5EDD-0DA0-E833-C43815B995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81888"/>
                    <a:ext cx="0" cy="1401815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7" name="文本框 26">
                        <a:extLst>
                          <a:ext uri="{FF2B5EF4-FFF2-40B4-BE49-F238E27FC236}">
                            <a16:creationId xmlns:a16="http://schemas.microsoft.com/office/drawing/2014/main" id="{CCFAB528-A917-8B2C-2C6B-DA8F530166B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82998" y="77021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7" name="文本框 26">
                        <a:extLst>
                          <a:ext uri="{FF2B5EF4-FFF2-40B4-BE49-F238E27FC236}">
                            <a16:creationId xmlns:a16="http://schemas.microsoft.com/office/drawing/2014/main" id="{CCFAB528-A917-8B2C-2C6B-DA8F530166B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82998" y="77021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文本框 27">
                        <a:extLst>
                          <a:ext uri="{FF2B5EF4-FFF2-40B4-BE49-F238E27FC236}">
                            <a16:creationId xmlns:a16="http://schemas.microsoft.com/office/drawing/2014/main" id="{ACEF85F9-806C-18A2-E2C4-47D13FABE21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95552" y="1456674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" name="文本框 27">
                        <a:extLst>
                          <a:ext uri="{FF2B5EF4-FFF2-40B4-BE49-F238E27FC236}">
                            <a16:creationId xmlns:a16="http://schemas.microsoft.com/office/drawing/2014/main" id="{ACEF85F9-806C-18A2-E2C4-47D13FABE21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95552" y="1456674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9" name="文本框 48">
                        <a:extLst>
                          <a:ext uri="{FF2B5EF4-FFF2-40B4-BE49-F238E27FC236}">
                            <a16:creationId xmlns:a16="http://schemas.microsoft.com/office/drawing/2014/main" id="{CE6D15F7-F6B6-897F-5B03-A32B00F8C4F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75574" y="1373829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9" name="文本框 48">
                        <a:extLst>
                          <a:ext uri="{FF2B5EF4-FFF2-40B4-BE49-F238E27FC236}">
                            <a16:creationId xmlns:a16="http://schemas.microsoft.com/office/drawing/2014/main" id="{CE6D15F7-F6B6-897F-5B03-A32B00F8C4F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75574" y="1373829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0" name="文本框 89">
                        <a:extLst>
                          <a:ext uri="{FF2B5EF4-FFF2-40B4-BE49-F238E27FC236}">
                            <a16:creationId xmlns:a16="http://schemas.microsoft.com/office/drawing/2014/main" id="{09B4EA24-19ED-21D8-9BD9-9978F8EE866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520165" y="418864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0" name="文本框 89">
                        <a:extLst>
                          <a:ext uri="{FF2B5EF4-FFF2-40B4-BE49-F238E27FC236}">
                            <a16:creationId xmlns:a16="http://schemas.microsoft.com/office/drawing/2014/main" id="{09B4EA24-19ED-21D8-9BD9-9978F8EE866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520165" y="418864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57" name="直接连接符 56">
                  <a:extLst>
                    <a:ext uri="{FF2B5EF4-FFF2-40B4-BE49-F238E27FC236}">
                      <a16:creationId xmlns:a16="http://schemas.microsoft.com/office/drawing/2014/main" id="{A03048A3-4A30-0E56-34D3-A39AF3F250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66583" y="3492699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直接连接符 86">
                  <a:extLst>
                    <a:ext uri="{FF2B5EF4-FFF2-40B4-BE49-F238E27FC236}">
                      <a16:creationId xmlns:a16="http://schemas.microsoft.com/office/drawing/2014/main" id="{FC615D85-455B-90DF-EE55-9A34409F86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172" y="2469079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3" name="组合 122">
                <a:extLst>
                  <a:ext uri="{FF2B5EF4-FFF2-40B4-BE49-F238E27FC236}">
                    <a16:creationId xmlns:a16="http://schemas.microsoft.com/office/drawing/2014/main" id="{78D20E96-72E7-3F57-1145-E0730BE7964A}"/>
                  </a:ext>
                </a:extLst>
              </p:cNvPr>
              <p:cNvGrpSpPr/>
              <p:nvPr/>
            </p:nvGrpSpPr>
            <p:grpSpPr>
              <a:xfrm>
                <a:off x="1360961" y="1952961"/>
                <a:ext cx="3419609" cy="1738433"/>
                <a:chOff x="1374815" y="3549837"/>
                <a:chExt cx="3419609" cy="1738433"/>
              </a:xfrm>
            </p:grpSpPr>
            <p:grpSp>
              <p:nvGrpSpPr>
                <p:cNvPr id="31" name="组合 30">
                  <a:extLst>
                    <a:ext uri="{FF2B5EF4-FFF2-40B4-BE49-F238E27FC236}">
                      <a16:creationId xmlns:a16="http://schemas.microsoft.com/office/drawing/2014/main" id="{89A24A55-1ED1-A583-C663-C4F8BD0E58D0}"/>
                    </a:ext>
                  </a:extLst>
                </p:cNvPr>
                <p:cNvGrpSpPr/>
                <p:nvPr/>
              </p:nvGrpSpPr>
              <p:grpSpPr>
                <a:xfrm>
                  <a:off x="1374815" y="3549837"/>
                  <a:ext cx="3419609" cy="1738433"/>
                  <a:chOff x="4490300" y="81598"/>
                  <a:chExt cx="3419609" cy="1738433"/>
                </a:xfrm>
              </p:grpSpPr>
              <p:cxnSp>
                <p:nvCxnSpPr>
                  <p:cNvPr id="32" name="直接箭头连接符 31">
                    <a:extLst>
                      <a:ext uri="{FF2B5EF4-FFF2-40B4-BE49-F238E27FC236}">
                        <a16:creationId xmlns:a16="http://schemas.microsoft.com/office/drawing/2014/main" id="{C95F0510-111A-4CCA-B819-16BD3DAAFA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15837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直接箭头连接符 32">
                    <a:extLst>
                      <a:ext uri="{FF2B5EF4-FFF2-40B4-BE49-F238E27FC236}">
                        <a16:creationId xmlns:a16="http://schemas.microsoft.com/office/drawing/2014/main" id="{4B4696EA-A969-A51B-626F-FFEF746376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81888"/>
                    <a:ext cx="0" cy="1401815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文本框 33">
                        <a:extLst>
                          <a:ext uri="{FF2B5EF4-FFF2-40B4-BE49-F238E27FC236}">
                            <a16:creationId xmlns:a16="http://schemas.microsoft.com/office/drawing/2014/main" id="{C595E7A4-5C63-FEB3-693C-1E7EC34D938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95698" y="81598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4" name="文本框 33">
                        <a:extLst>
                          <a:ext uri="{FF2B5EF4-FFF2-40B4-BE49-F238E27FC236}">
                            <a16:creationId xmlns:a16="http://schemas.microsoft.com/office/drawing/2014/main" id="{C595E7A4-5C63-FEB3-693C-1E7EC34D938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95698" y="81598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5" name="文本框 34">
                        <a:extLst>
                          <a:ext uri="{FF2B5EF4-FFF2-40B4-BE49-F238E27FC236}">
                            <a16:creationId xmlns:a16="http://schemas.microsoft.com/office/drawing/2014/main" id="{BB7A1021-A377-36FF-6435-280310B6E42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608252" y="1512254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5" name="文本框 34">
                        <a:extLst>
                          <a:ext uri="{FF2B5EF4-FFF2-40B4-BE49-F238E27FC236}">
                            <a16:creationId xmlns:a16="http://schemas.microsoft.com/office/drawing/2014/main" id="{BB7A1021-A377-36FF-6435-280310B6E42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608252" y="1512254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3" name="文本框 92">
                        <a:extLst>
                          <a:ext uri="{FF2B5EF4-FFF2-40B4-BE49-F238E27FC236}">
                            <a16:creationId xmlns:a16="http://schemas.microsoft.com/office/drawing/2014/main" id="{F47BC100-2B56-B7FB-F83D-DC6FA6C9643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95699" y="352427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𝑑𝑚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3" name="文本框 92">
                        <a:extLst>
                          <a:ext uri="{FF2B5EF4-FFF2-40B4-BE49-F238E27FC236}">
                            <a16:creationId xmlns:a16="http://schemas.microsoft.com/office/drawing/2014/main" id="{F47BC100-2B56-B7FB-F83D-DC6FA6C964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95699" y="352427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4" name="文本框 93">
                        <a:extLst>
                          <a:ext uri="{FF2B5EF4-FFF2-40B4-BE49-F238E27FC236}">
                            <a16:creationId xmlns:a16="http://schemas.microsoft.com/office/drawing/2014/main" id="{BB9465A1-C45E-3CCE-598D-6D2F9611429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90300" y="1055508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𝑑𝐿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4" name="文本框 93">
                        <a:extLst>
                          <a:ext uri="{FF2B5EF4-FFF2-40B4-BE49-F238E27FC236}">
                            <a16:creationId xmlns:a16="http://schemas.microsoft.com/office/drawing/2014/main" id="{BB9465A1-C45E-3CCE-598D-6D2F9611429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90300" y="1055508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2" name="文本框 51">
                      <a:extLst>
                        <a:ext uri="{FF2B5EF4-FFF2-40B4-BE49-F238E27FC236}">
                          <a16:creationId xmlns:a16="http://schemas.microsoft.com/office/drawing/2014/main" id="{96661CDC-6841-47E1-7DF4-D99CE5A1CF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47928" y="4867956"/>
                      <a:ext cx="301647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2" name="文本框 51">
                      <a:extLst>
                        <a:ext uri="{FF2B5EF4-FFF2-40B4-BE49-F238E27FC236}">
                          <a16:creationId xmlns:a16="http://schemas.microsoft.com/office/drawing/2014/main" id="{96661CDC-6841-47E1-7DF4-D99CE5A1CF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47928" y="4867956"/>
                      <a:ext cx="301647" cy="307777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8" name="直接连接符 57">
                  <a:extLst>
                    <a:ext uri="{FF2B5EF4-FFF2-40B4-BE49-F238E27FC236}">
                      <a16:creationId xmlns:a16="http://schemas.microsoft.com/office/drawing/2014/main" id="{68CB77AA-FB89-33F3-ECFD-02C7C4E6EB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66583" y="5051942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直接连接符 90">
                  <a:extLst>
                    <a:ext uri="{FF2B5EF4-FFF2-40B4-BE49-F238E27FC236}">
                      <a16:creationId xmlns:a16="http://schemas.microsoft.com/office/drawing/2014/main" id="{70C74CC7-F1DE-4AEA-562B-C0EAA8E4C7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6583" y="3999429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直接连接符 91">
                  <a:extLst>
                    <a:ext uri="{FF2B5EF4-FFF2-40B4-BE49-F238E27FC236}">
                      <a16:creationId xmlns:a16="http://schemas.microsoft.com/office/drawing/2014/main" id="{599B2EC7-BA2F-0E83-0E98-A39E18D557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6583" y="4736029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0F105E90-CE2D-3B79-31CD-D5E3005D30A1}"/>
                    </a:ext>
                  </a:extLst>
                </p:cNvPr>
                <p:cNvSpPr txBox="1"/>
                <p:nvPr/>
              </p:nvSpPr>
              <p:spPr>
                <a:xfrm>
                  <a:off x="1720315" y="3384595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0F105E90-CE2D-3B79-31CD-D5E3005D30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20315" y="3384595"/>
                  <a:ext cx="301657" cy="276999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24D736ED-9316-F078-27B2-F2F50BA15EF4}"/>
                    </a:ext>
                  </a:extLst>
                </p:cNvPr>
                <p:cNvSpPr txBox="1"/>
                <p:nvPr/>
              </p:nvSpPr>
              <p:spPr>
                <a:xfrm>
                  <a:off x="1729150" y="5005287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24D736ED-9316-F078-27B2-F2F50BA15E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29150" y="5005287"/>
                  <a:ext cx="301657" cy="27699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BF65349F-B8D9-8A17-AAAC-D1381B959353}"/>
              </a:ext>
            </a:extLst>
          </p:cNvPr>
          <p:cNvGrpSpPr/>
          <p:nvPr/>
        </p:nvGrpSpPr>
        <p:grpSpPr>
          <a:xfrm>
            <a:off x="5569330" y="1309767"/>
            <a:ext cx="3419609" cy="4058687"/>
            <a:chOff x="5635781" y="1240039"/>
            <a:chExt cx="3419609" cy="4058687"/>
          </a:xfrm>
        </p:grpSpPr>
        <p:grpSp>
          <p:nvGrpSpPr>
            <p:cNvPr id="232" name="组合 231">
              <a:extLst>
                <a:ext uri="{FF2B5EF4-FFF2-40B4-BE49-F238E27FC236}">
                  <a16:creationId xmlns:a16="http://schemas.microsoft.com/office/drawing/2014/main" id="{46736140-7BED-7149-127E-EC0E7D560DB2}"/>
                </a:ext>
              </a:extLst>
            </p:cNvPr>
            <p:cNvGrpSpPr/>
            <p:nvPr/>
          </p:nvGrpSpPr>
          <p:grpSpPr>
            <a:xfrm>
              <a:off x="5635781" y="1240039"/>
              <a:ext cx="3419609" cy="4030616"/>
              <a:chOff x="5635781" y="1240039"/>
              <a:chExt cx="3419609" cy="4030616"/>
            </a:xfrm>
          </p:grpSpPr>
          <p:grpSp>
            <p:nvGrpSpPr>
              <p:cNvPr id="160" name="组合 159">
                <a:extLst>
                  <a:ext uri="{FF2B5EF4-FFF2-40B4-BE49-F238E27FC236}">
                    <a16:creationId xmlns:a16="http://schemas.microsoft.com/office/drawing/2014/main" id="{3939463E-F155-199A-70A2-91CAD7D5EA99}"/>
                  </a:ext>
                </a:extLst>
              </p:cNvPr>
              <p:cNvGrpSpPr/>
              <p:nvPr/>
            </p:nvGrpSpPr>
            <p:grpSpPr>
              <a:xfrm>
                <a:off x="5635781" y="1240039"/>
                <a:ext cx="3419609" cy="4030616"/>
                <a:chOff x="1360961" y="1194319"/>
                <a:chExt cx="3419609" cy="4030616"/>
              </a:xfrm>
            </p:grpSpPr>
            <p:grpSp>
              <p:nvGrpSpPr>
                <p:cNvPr id="161" name="组合 160">
                  <a:extLst>
                    <a:ext uri="{FF2B5EF4-FFF2-40B4-BE49-F238E27FC236}">
                      <a16:creationId xmlns:a16="http://schemas.microsoft.com/office/drawing/2014/main" id="{83C18BE2-28D8-035F-D65F-677685FA6C8D}"/>
                    </a:ext>
                  </a:extLst>
                </p:cNvPr>
                <p:cNvGrpSpPr/>
                <p:nvPr/>
              </p:nvGrpSpPr>
              <p:grpSpPr>
                <a:xfrm>
                  <a:off x="1373663" y="1194319"/>
                  <a:ext cx="3399007" cy="958370"/>
                  <a:chOff x="1373663" y="1194319"/>
                  <a:chExt cx="3399007" cy="958370"/>
                </a:xfrm>
              </p:grpSpPr>
              <p:grpSp>
                <p:nvGrpSpPr>
                  <p:cNvPr id="185" name="组合 184">
                    <a:extLst>
                      <a:ext uri="{FF2B5EF4-FFF2-40B4-BE49-F238E27FC236}">
                        <a16:creationId xmlns:a16="http://schemas.microsoft.com/office/drawing/2014/main" id="{C07FCA88-15B0-C1B0-3019-67A4C9FBD3D2}"/>
                      </a:ext>
                    </a:extLst>
                  </p:cNvPr>
                  <p:cNvGrpSpPr/>
                  <p:nvPr/>
                </p:nvGrpSpPr>
                <p:grpSpPr>
                  <a:xfrm>
                    <a:off x="1373663" y="1194319"/>
                    <a:ext cx="3399007" cy="958370"/>
                    <a:chOff x="4489148" y="844566"/>
                    <a:chExt cx="3399007" cy="958370"/>
                  </a:xfrm>
                </p:grpSpPr>
                <p:cxnSp>
                  <p:nvCxnSpPr>
                    <p:cNvPr id="191" name="直接箭头连接符 190">
                      <a:extLst>
                        <a:ext uri="{FF2B5EF4-FFF2-40B4-BE49-F238E27FC236}">
                          <a16:creationId xmlns:a16="http://schemas.microsoft.com/office/drawing/2014/main" id="{FE4C18F0-F900-C16E-1219-97E20D1E932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8" y="158370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2" name="直接箭头连接符 191">
                      <a:extLst>
                        <a:ext uri="{FF2B5EF4-FFF2-40B4-BE49-F238E27FC236}">
                          <a16:creationId xmlns:a16="http://schemas.microsoft.com/office/drawing/2014/main" id="{44E612AA-AC10-C62C-7FE2-DC5DCAE3B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017960"/>
                      <a:ext cx="0" cy="565743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93" name="文本框 192">
                          <a:extLst>
                            <a:ext uri="{FF2B5EF4-FFF2-40B4-BE49-F238E27FC236}">
                              <a16:creationId xmlns:a16="http://schemas.microsoft.com/office/drawing/2014/main" id="{7A3503E1-9DCB-628E-45B2-C6E7F1BBC84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89148" y="844566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altLang="zh-CN" sz="140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∗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93" name="文本框 192">
                          <a:extLst>
                            <a:ext uri="{FF2B5EF4-FFF2-40B4-BE49-F238E27FC236}">
                              <a16:creationId xmlns:a16="http://schemas.microsoft.com/office/drawing/2014/main" id="{7A3503E1-9DCB-628E-45B2-C6E7F1BBC849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89148" y="844566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17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94" name="文本框 193">
                          <a:extLst>
                            <a:ext uri="{FF2B5EF4-FFF2-40B4-BE49-F238E27FC236}">
                              <a16:creationId xmlns:a16="http://schemas.microsoft.com/office/drawing/2014/main" id="{9A5552F7-4B3B-79A7-EA01-A9CFA430020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586498" y="1495159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94" name="文本框 193">
                          <a:extLst>
                            <a:ext uri="{FF2B5EF4-FFF2-40B4-BE49-F238E27FC236}">
                              <a16:creationId xmlns:a16="http://schemas.microsoft.com/office/drawing/2014/main" id="{9A5552F7-4B3B-79A7-EA01-A9CFA430020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586498" y="1495159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cxnSp>
                <p:nvCxnSpPr>
                  <p:cNvPr id="186" name="直接连接符 185">
                    <a:extLst>
                      <a:ext uri="{FF2B5EF4-FFF2-40B4-BE49-F238E27FC236}">
                        <a16:creationId xmlns:a16="http://schemas.microsoft.com/office/drawing/2014/main" id="{194C1CD1-4CB9-D338-BA17-82B1CBA43D4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58172" y="1933456"/>
                    <a:ext cx="197964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7" name="直接连接符 186">
                    <a:extLst>
                      <a:ext uri="{FF2B5EF4-FFF2-40B4-BE49-F238E27FC236}">
                        <a16:creationId xmlns:a16="http://schemas.microsoft.com/office/drawing/2014/main" id="{C2E7FCB1-D1CE-1317-5124-0DA412A6E3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956136" y="1580037"/>
                    <a:ext cx="2441699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8" name="直接连接符 187">
                    <a:extLst>
                      <a:ext uri="{FF2B5EF4-FFF2-40B4-BE49-F238E27FC236}">
                        <a16:creationId xmlns:a16="http://schemas.microsoft.com/office/drawing/2014/main" id="{637F2073-41F6-3F23-6366-F3B24D9286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964547" y="1580037"/>
                    <a:ext cx="0" cy="353419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89" name="文本框 188">
                        <a:extLst>
                          <a:ext uri="{FF2B5EF4-FFF2-40B4-BE49-F238E27FC236}">
                            <a16:creationId xmlns:a16="http://schemas.microsoft.com/office/drawing/2014/main" id="{F6FA290B-543F-D0A1-C3D5-3E356DAF316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53388" y="1719371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89" name="文本框 188">
                        <a:extLst>
                          <a:ext uri="{FF2B5EF4-FFF2-40B4-BE49-F238E27FC236}">
                            <a16:creationId xmlns:a16="http://schemas.microsoft.com/office/drawing/2014/main" id="{F6FA290B-543F-D0A1-C3D5-3E356DAF316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53388" y="1719371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0" name="文本框 189">
                        <a:extLst>
                          <a:ext uri="{FF2B5EF4-FFF2-40B4-BE49-F238E27FC236}">
                            <a16:creationId xmlns:a16="http://schemas.microsoft.com/office/drawing/2014/main" id="{FA73F033-C998-31A0-EF45-A4377A2E64C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366481" y="1309767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140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0" name="文本框 189">
                        <a:extLst>
                          <a:ext uri="{FF2B5EF4-FFF2-40B4-BE49-F238E27FC236}">
                            <a16:creationId xmlns:a16="http://schemas.microsoft.com/office/drawing/2014/main" id="{FA73F033-C998-31A0-EF45-A4377A2E64C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366481" y="1309767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62" name="直接连接符 161">
                  <a:extLst>
                    <a:ext uri="{FF2B5EF4-FFF2-40B4-BE49-F238E27FC236}">
                      <a16:creationId xmlns:a16="http://schemas.microsoft.com/office/drawing/2014/main" id="{540DC5EA-39E3-B0D1-DABD-2F26786810E9}"/>
                    </a:ext>
                  </a:extLst>
                </p:cNvPr>
                <p:cNvCxnSpPr/>
                <p:nvPr/>
              </p:nvCxnSpPr>
              <p:spPr>
                <a:xfrm>
                  <a:off x="1956136" y="1933456"/>
                  <a:ext cx="8411" cy="3118486"/>
                </a:xfrm>
                <a:prstGeom prst="line">
                  <a:avLst/>
                </a:prstGeom>
                <a:ln w="635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63" name="组合 162">
                  <a:extLst>
                    <a:ext uri="{FF2B5EF4-FFF2-40B4-BE49-F238E27FC236}">
                      <a16:creationId xmlns:a16="http://schemas.microsoft.com/office/drawing/2014/main" id="{E2054831-15F7-CC63-B174-C36EDD4C99EF}"/>
                    </a:ext>
                  </a:extLst>
                </p:cNvPr>
                <p:cNvGrpSpPr/>
                <p:nvPr/>
              </p:nvGrpSpPr>
              <p:grpSpPr>
                <a:xfrm>
                  <a:off x="1366359" y="3537505"/>
                  <a:ext cx="3414211" cy="1687430"/>
                  <a:chOff x="1367513" y="1976441"/>
                  <a:chExt cx="3414211" cy="1687430"/>
                </a:xfrm>
              </p:grpSpPr>
              <p:grpSp>
                <p:nvGrpSpPr>
                  <p:cNvPr id="176" name="组合 175">
                    <a:extLst>
                      <a:ext uri="{FF2B5EF4-FFF2-40B4-BE49-F238E27FC236}">
                        <a16:creationId xmlns:a16="http://schemas.microsoft.com/office/drawing/2014/main" id="{0B45BE4F-138D-DCC7-8EA4-7885819924F8}"/>
                      </a:ext>
                    </a:extLst>
                  </p:cNvPr>
                  <p:cNvGrpSpPr/>
                  <p:nvPr/>
                </p:nvGrpSpPr>
                <p:grpSpPr>
                  <a:xfrm>
                    <a:off x="1367513" y="1976441"/>
                    <a:ext cx="3414211" cy="1687430"/>
                    <a:chOff x="4482998" y="77021"/>
                    <a:chExt cx="3414211" cy="1687430"/>
                  </a:xfrm>
                </p:grpSpPr>
                <p:cxnSp>
                  <p:nvCxnSpPr>
                    <p:cNvPr id="179" name="直接箭头连接符 178">
                      <a:extLst>
                        <a:ext uri="{FF2B5EF4-FFF2-40B4-BE49-F238E27FC236}">
                          <a16:creationId xmlns:a16="http://schemas.microsoft.com/office/drawing/2014/main" id="{FB48683B-0A9A-19CF-642F-81604A7D1BE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8" y="158370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0" name="直接箭头连接符 179">
                      <a:extLst>
                        <a:ext uri="{FF2B5EF4-FFF2-40B4-BE49-F238E27FC236}">
                          <a16:creationId xmlns:a16="http://schemas.microsoft.com/office/drawing/2014/main" id="{12877A0D-17E1-DD84-42EE-1FEC29B3DCD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81888"/>
                      <a:ext cx="0" cy="1401815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81" name="文本框 180">
                          <a:extLst>
                            <a:ext uri="{FF2B5EF4-FFF2-40B4-BE49-F238E27FC236}">
                              <a16:creationId xmlns:a16="http://schemas.microsoft.com/office/drawing/2014/main" id="{8538CEAE-0CFD-8CD3-EE33-836E11E0588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82998" y="77021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81" name="文本框 180">
                          <a:extLst>
                            <a:ext uri="{FF2B5EF4-FFF2-40B4-BE49-F238E27FC236}">
                              <a16:creationId xmlns:a16="http://schemas.microsoft.com/office/drawing/2014/main" id="{8538CEAE-0CFD-8CD3-EE33-836E11E0588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82998" y="77021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0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82" name="文本框 181">
                          <a:extLst>
                            <a:ext uri="{FF2B5EF4-FFF2-40B4-BE49-F238E27FC236}">
                              <a16:creationId xmlns:a16="http://schemas.microsoft.com/office/drawing/2014/main" id="{28EFBBD1-B7E9-414A-8EE2-470C14C4EA0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595552" y="1456674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82" name="文本框 181">
                          <a:extLst>
                            <a:ext uri="{FF2B5EF4-FFF2-40B4-BE49-F238E27FC236}">
                              <a16:creationId xmlns:a16="http://schemas.microsoft.com/office/drawing/2014/main" id="{28EFBBD1-B7E9-414A-8EE2-470C14C4EA0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595552" y="1456674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83" name="文本框 182">
                          <a:extLst>
                            <a:ext uri="{FF2B5EF4-FFF2-40B4-BE49-F238E27FC236}">
                              <a16:creationId xmlns:a16="http://schemas.microsoft.com/office/drawing/2014/main" id="{E4433614-BEB6-9498-DAA1-CA530FE2CE6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75574" y="1373829"/>
                          <a:ext cx="30164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𝑜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83" name="文本框 182">
                          <a:extLst>
                            <a:ext uri="{FF2B5EF4-FFF2-40B4-BE49-F238E27FC236}">
                              <a16:creationId xmlns:a16="http://schemas.microsoft.com/office/drawing/2014/main" id="{E4433614-BEB6-9498-DAA1-CA530FE2CE62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75574" y="1373829"/>
                          <a:ext cx="301647" cy="307777"/>
                        </a:xfrm>
                        <a:prstGeom prst="rect">
                          <a:avLst/>
                        </a:prstGeom>
                        <a:blipFill>
                          <a:blip r:embed="rId1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84" name="文本框 183">
                          <a:extLst>
                            <a:ext uri="{FF2B5EF4-FFF2-40B4-BE49-F238E27FC236}">
                              <a16:creationId xmlns:a16="http://schemas.microsoft.com/office/drawing/2014/main" id="{F91373F1-FD2B-2C01-2C16-638C2997618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520165" y="418864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zh-CN" sz="140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84" name="文本框 183">
                          <a:extLst>
                            <a:ext uri="{FF2B5EF4-FFF2-40B4-BE49-F238E27FC236}">
                              <a16:creationId xmlns:a16="http://schemas.microsoft.com/office/drawing/2014/main" id="{F91373F1-FD2B-2C01-2C16-638C2997618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520165" y="418864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cxnSp>
                <p:nvCxnSpPr>
                  <p:cNvPr id="177" name="直接连接符 176">
                    <a:extLst>
                      <a:ext uri="{FF2B5EF4-FFF2-40B4-BE49-F238E27FC236}">
                        <a16:creationId xmlns:a16="http://schemas.microsoft.com/office/drawing/2014/main" id="{5411CB48-2509-0226-71F4-175FED2A2C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66583" y="3492699"/>
                    <a:ext cx="197964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8" name="直接连接符 177">
                    <a:extLst>
                      <a:ext uri="{FF2B5EF4-FFF2-40B4-BE49-F238E27FC236}">
                        <a16:creationId xmlns:a16="http://schemas.microsoft.com/office/drawing/2014/main" id="{4F4E84A8-3B1F-8B76-04B2-39B75A845D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58172" y="2469079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9" name="直接连接符 208">
                    <a:extLst>
                      <a:ext uri="{FF2B5EF4-FFF2-40B4-BE49-F238E27FC236}">
                        <a16:creationId xmlns:a16="http://schemas.microsoft.com/office/drawing/2014/main" id="{A5F6B34A-94FF-F2F3-F1DE-BB55325896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961495" y="3483123"/>
                    <a:ext cx="256127" cy="837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64" name="组合 163">
                  <a:extLst>
                    <a:ext uri="{FF2B5EF4-FFF2-40B4-BE49-F238E27FC236}">
                      <a16:creationId xmlns:a16="http://schemas.microsoft.com/office/drawing/2014/main" id="{D30941AC-004E-BB11-4106-5EC3C6D62EA4}"/>
                    </a:ext>
                  </a:extLst>
                </p:cNvPr>
                <p:cNvGrpSpPr/>
                <p:nvPr/>
              </p:nvGrpSpPr>
              <p:grpSpPr>
                <a:xfrm>
                  <a:off x="1360961" y="1952961"/>
                  <a:ext cx="3419609" cy="1738433"/>
                  <a:chOff x="1374815" y="3549837"/>
                  <a:chExt cx="3419609" cy="1738433"/>
                </a:xfrm>
              </p:grpSpPr>
              <p:grpSp>
                <p:nvGrpSpPr>
                  <p:cNvPr id="165" name="组合 164">
                    <a:extLst>
                      <a:ext uri="{FF2B5EF4-FFF2-40B4-BE49-F238E27FC236}">
                        <a16:creationId xmlns:a16="http://schemas.microsoft.com/office/drawing/2014/main" id="{1D067089-A174-2A2D-9E96-49344142391B}"/>
                      </a:ext>
                    </a:extLst>
                  </p:cNvPr>
                  <p:cNvGrpSpPr/>
                  <p:nvPr/>
                </p:nvGrpSpPr>
                <p:grpSpPr>
                  <a:xfrm>
                    <a:off x="1374815" y="3549837"/>
                    <a:ext cx="3419609" cy="1738433"/>
                    <a:chOff x="4490300" y="81598"/>
                    <a:chExt cx="3419609" cy="1738433"/>
                  </a:xfrm>
                </p:grpSpPr>
                <p:cxnSp>
                  <p:nvCxnSpPr>
                    <p:cNvPr id="170" name="直接箭头连接符 169">
                      <a:extLst>
                        <a:ext uri="{FF2B5EF4-FFF2-40B4-BE49-F238E27FC236}">
                          <a16:creationId xmlns:a16="http://schemas.microsoft.com/office/drawing/2014/main" id="{ACEB6187-FFA1-9E86-755E-E6C318615FE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8" y="158370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1" name="直接箭头连接符 170">
                      <a:extLst>
                        <a:ext uri="{FF2B5EF4-FFF2-40B4-BE49-F238E27FC236}">
                          <a16:creationId xmlns:a16="http://schemas.microsoft.com/office/drawing/2014/main" id="{1B421685-6C17-5B2B-0715-61078882D78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81888"/>
                      <a:ext cx="0" cy="1401815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72" name="文本框 171">
                          <a:extLst>
                            <a:ext uri="{FF2B5EF4-FFF2-40B4-BE49-F238E27FC236}">
                              <a16:creationId xmlns:a16="http://schemas.microsoft.com/office/drawing/2014/main" id="{F3CDBCBB-2C91-9798-E63C-EC78ABBB7F7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95698" y="81598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72" name="文本框 171">
                          <a:extLst>
                            <a:ext uri="{FF2B5EF4-FFF2-40B4-BE49-F238E27FC236}">
                              <a16:creationId xmlns:a16="http://schemas.microsoft.com/office/drawing/2014/main" id="{F3CDBCBB-2C91-9798-E63C-EC78ABBB7F79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95698" y="81598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73" name="文本框 172">
                          <a:extLst>
                            <a:ext uri="{FF2B5EF4-FFF2-40B4-BE49-F238E27FC236}">
                              <a16:creationId xmlns:a16="http://schemas.microsoft.com/office/drawing/2014/main" id="{EEE8ABE6-9DA6-E165-41C2-A751D4E9192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608252" y="1512254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73" name="文本框 172">
                          <a:extLst>
                            <a:ext uri="{FF2B5EF4-FFF2-40B4-BE49-F238E27FC236}">
                              <a16:creationId xmlns:a16="http://schemas.microsoft.com/office/drawing/2014/main" id="{EEE8ABE6-9DA6-E165-41C2-A751D4E9192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608252" y="1512254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74" name="文本框 173">
                          <a:extLst>
                            <a:ext uri="{FF2B5EF4-FFF2-40B4-BE49-F238E27FC236}">
                              <a16:creationId xmlns:a16="http://schemas.microsoft.com/office/drawing/2014/main" id="{172F771D-6F66-93C3-8D5F-5EA685B65A2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95699" y="352427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74" name="文本框 173">
                          <a:extLst>
                            <a:ext uri="{FF2B5EF4-FFF2-40B4-BE49-F238E27FC236}">
                              <a16:creationId xmlns:a16="http://schemas.microsoft.com/office/drawing/2014/main" id="{172F771D-6F66-93C3-8D5F-5EA685B65A2A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95699" y="352427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75" name="文本框 174">
                          <a:extLst>
                            <a:ext uri="{FF2B5EF4-FFF2-40B4-BE49-F238E27FC236}">
                              <a16:creationId xmlns:a16="http://schemas.microsoft.com/office/drawing/2014/main" id="{1B04F967-767F-78EF-A5B9-DF16DF13C8E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90300" y="1055508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75" name="文本框 174">
                          <a:extLst>
                            <a:ext uri="{FF2B5EF4-FFF2-40B4-BE49-F238E27FC236}">
                              <a16:creationId xmlns:a16="http://schemas.microsoft.com/office/drawing/2014/main" id="{1B04F967-767F-78EF-A5B9-DF16DF13C8E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90300" y="1055508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6" name="文本框 165">
                        <a:extLst>
                          <a:ext uri="{FF2B5EF4-FFF2-40B4-BE49-F238E27FC236}">
                            <a16:creationId xmlns:a16="http://schemas.microsoft.com/office/drawing/2014/main" id="{68299DFE-5F13-902B-A854-27EF0AB53F1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47928" y="4867956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66" name="文本框 165">
                        <a:extLst>
                          <a:ext uri="{FF2B5EF4-FFF2-40B4-BE49-F238E27FC236}">
                            <a16:creationId xmlns:a16="http://schemas.microsoft.com/office/drawing/2014/main" id="{68299DFE-5F13-902B-A854-27EF0AB53F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47928" y="4867956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167" name="直接连接符 166">
                    <a:extLst>
                      <a:ext uri="{FF2B5EF4-FFF2-40B4-BE49-F238E27FC236}">
                        <a16:creationId xmlns:a16="http://schemas.microsoft.com/office/drawing/2014/main" id="{4293CCA1-F7BB-CBD4-7459-537DA427563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66583" y="5051942"/>
                    <a:ext cx="197964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直接连接符 167">
                    <a:extLst>
                      <a:ext uri="{FF2B5EF4-FFF2-40B4-BE49-F238E27FC236}">
                        <a16:creationId xmlns:a16="http://schemas.microsoft.com/office/drawing/2014/main" id="{2777E6BD-41DF-A3BC-4242-5C5CA988BE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6583" y="3999429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直接连接符 168">
                    <a:extLst>
                      <a:ext uri="{FF2B5EF4-FFF2-40B4-BE49-F238E27FC236}">
                        <a16:creationId xmlns:a16="http://schemas.microsoft.com/office/drawing/2014/main" id="{57A98A9F-6F1E-92EF-6071-4FD8EC26D9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6583" y="4736029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5" name="直接连接符 204">
                  <a:extLst>
                    <a:ext uri="{FF2B5EF4-FFF2-40B4-BE49-F238E27FC236}">
                      <a16:creationId xmlns:a16="http://schemas.microsoft.com/office/drawing/2014/main" id="{14E8FDDF-91C2-7194-196C-CB9D013D55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722" y="2152689"/>
                  <a:ext cx="0" cy="2899253"/>
                </a:xfrm>
                <a:prstGeom prst="line">
                  <a:avLst/>
                </a:prstGeom>
                <a:ln w="635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9" name="任意多边形: 形状 198">
                <a:extLst>
                  <a:ext uri="{FF2B5EF4-FFF2-40B4-BE49-F238E27FC236}">
                    <a16:creationId xmlns:a16="http://schemas.microsoft.com/office/drawing/2014/main" id="{F91BAB6F-A9A9-C53D-AF44-E878F7CE3EB0}"/>
                  </a:ext>
                </a:extLst>
              </p:cNvPr>
              <p:cNvSpPr/>
              <p:nvPr/>
            </p:nvSpPr>
            <p:spPr>
              <a:xfrm>
                <a:off x="6238875" y="3188494"/>
                <a:ext cx="252413" cy="314325"/>
              </a:xfrm>
              <a:custGeom>
                <a:avLst/>
                <a:gdLst>
                  <a:gd name="connsiteX0" fmla="*/ 0 w 252413"/>
                  <a:gd name="connsiteY0" fmla="*/ 314325 h 314325"/>
                  <a:gd name="connsiteX1" fmla="*/ 147638 w 252413"/>
                  <a:gd name="connsiteY1" fmla="*/ 226219 h 314325"/>
                  <a:gd name="connsiteX2" fmla="*/ 252413 w 252413"/>
                  <a:gd name="connsiteY2" fmla="*/ 0 h 314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52413" h="314325">
                    <a:moveTo>
                      <a:pt x="0" y="314325"/>
                    </a:moveTo>
                    <a:cubicBezTo>
                      <a:pt x="52784" y="296465"/>
                      <a:pt x="105569" y="278606"/>
                      <a:pt x="147638" y="226219"/>
                    </a:cubicBezTo>
                    <a:cubicBezTo>
                      <a:pt x="189707" y="173831"/>
                      <a:pt x="236935" y="30559"/>
                      <a:pt x="252413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1" name="直接连接符 200">
                <a:extLst>
                  <a:ext uri="{FF2B5EF4-FFF2-40B4-BE49-F238E27FC236}">
                    <a16:creationId xmlns:a16="http://schemas.microsoft.com/office/drawing/2014/main" id="{9067FE66-E8AC-5601-774D-A5B817A4510D}"/>
                  </a:ext>
                </a:extLst>
              </p:cNvPr>
              <p:cNvCxnSpPr>
                <a:cxnSpLocks/>
                <a:stCxn id="199" idx="2"/>
              </p:cNvCxnSpPr>
              <p:nvPr/>
            </p:nvCxnSpPr>
            <p:spPr>
              <a:xfrm flipV="1">
                <a:off x="6491288" y="2446241"/>
                <a:ext cx="261937" cy="74225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4" name="任意多边形: 形状 203">
                <a:extLst>
                  <a:ext uri="{FF2B5EF4-FFF2-40B4-BE49-F238E27FC236}">
                    <a16:creationId xmlns:a16="http://schemas.microsoft.com/office/drawing/2014/main" id="{E7A2C527-0951-8CD1-59B9-DA039A319EE6}"/>
                  </a:ext>
                </a:extLst>
              </p:cNvPr>
              <p:cNvSpPr/>
              <p:nvPr/>
            </p:nvSpPr>
            <p:spPr>
              <a:xfrm>
                <a:off x="6748463" y="2385708"/>
                <a:ext cx="152400" cy="90792"/>
              </a:xfrm>
              <a:custGeom>
                <a:avLst/>
                <a:gdLst>
                  <a:gd name="connsiteX0" fmla="*/ 0 w 152400"/>
                  <a:gd name="connsiteY0" fmla="*/ 66980 h 90792"/>
                  <a:gd name="connsiteX1" fmla="*/ 54768 w 152400"/>
                  <a:gd name="connsiteY1" fmla="*/ 305 h 90792"/>
                  <a:gd name="connsiteX2" fmla="*/ 152400 w 152400"/>
                  <a:gd name="connsiteY2" fmla="*/ 90792 h 90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52400" h="90792">
                    <a:moveTo>
                      <a:pt x="0" y="66980"/>
                    </a:moveTo>
                    <a:cubicBezTo>
                      <a:pt x="14684" y="31658"/>
                      <a:pt x="29368" y="-3664"/>
                      <a:pt x="54768" y="305"/>
                    </a:cubicBezTo>
                    <a:cubicBezTo>
                      <a:pt x="80168" y="4274"/>
                      <a:pt x="116284" y="47533"/>
                      <a:pt x="152400" y="90792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8" name="直接连接符 207">
                <a:extLst>
                  <a:ext uri="{FF2B5EF4-FFF2-40B4-BE49-F238E27FC236}">
                    <a16:creationId xmlns:a16="http://schemas.microsoft.com/office/drawing/2014/main" id="{137F981B-5A22-938C-54A7-F2F83A2B42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48463" y="2198409"/>
                <a:ext cx="0" cy="2899253"/>
              </a:xfrm>
              <a:prstGeom prst="line">
                <a:avLst/>
              </a:prstGeom>
              <a:ln w="6350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3" name="任意多边形: 形状 212">
                <a:extLst>
                  <a:ext uri="{FF2B5EF4-FFF2-40B4-BE49-F238E27FC236}">
                    <a16:creationId xmlns:a16="http://schemas.microsoft.com/office/drawing/2014/main" id="{46DF7F10-F760-52C0-2A1A-DA5971B0B6BA}"/>
                  </a:ext>
                </a:extLst>
              </p:cNvPr>
              <p:cNvSpPr/>
              <p:nvPr/>
            </p:nvSpPr>
            <p:spPr>
              <a:xfrm>
                <a:off x="6492875" y="5029200"/>
                <a:ext cx="254000" cy="63500"/>
              </a:xfrm>
              <a:custGeom>
                <a:avLst/>
                <a:gdLst>
                  <a:gd name="connsiteX0" fmla="*/ 0 w 254000"/>
                  <a:gd name="connsiteY0" fmla="*/ 63500 h 63500"/>
                  <a:gd name="connsiteX1" fmla="*/ 104775 w 254000"/>
                  <a:gd name="connsiteY1" fmla="*/ 47625 h 63500"/>
                  <a:gd name="connsiteX2" fmla="*/ 254000 w 254000"/>
                  <a:gd name="connsiteY2" fmla="*/ 0 h 63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54000" h="63500">
                    <a:moveTo>
                      <a:pt x="0" y="63500"/>
                    </a:moveTo>
                    <a:cubicBezTo>
                      <a:pt x="31221" y="60854"/>
                      <a:pt x="62442" y="58208"/>
                      <a:pt x="104775" y="47625"/>
                    </a:cubicBezTo>
                    <a:cubicBezTo>
                      <a:pt x="147108" y="37042"/>
                      <a:pt x="198438" y="44979"/>
                      <a:pt x="2540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15" name="直接连接符 214">
                <a:extLst>
                  <a:ext uri="{FF2B5EF4-FFF2-40B4-BE49-F238E27FC236}">
                    <a16:creationId xmlns:a16="http://schemas.microsoft.com/office/drawing/2014/main" id="{BB9618D8-8789-AE4A-B413-A0435C0BF2EE}"/>
                  </a:ext>
                </a:extLst>
              </p:cNvPr>
              <p:cNvCxnSpPr>
                <a:cxnSpLocks/>
                <a:stCxn id="213" idx="2"/>
              </p:cNvCxnSpPr>
              <p:nvPr/>
            </p:nvCxnSpPr>
            <p:spPr>
              <a:xfrm flipV="1">
                <a:off x="6746875" y="4073831"/>
                <a:ext cx="1038225" cy="95536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直接连接符 216">
                <a:extLst>
                  <a:ext uri="{FF2B5EF4-FFF2-40B4-BE49-F238E27FC236}">
                    <a16:creationId xmlns:a16="http://schemas.microsoft.com/office/drawing/2014/main" id="{2B1981EA-B61A-6707-F163-7BF0F1C98D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84306" y="2198409"/>
                <a:ext cx="0" cy="2899253"/>
              </a:xfrm>
              <a:prstGeom prst="line">
                <a:avLst/>
              </a:prstGeom>
              <a:ln w="6350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直接连接符 218">
                <a:extLst>
                  <a:ext uri="{FF2B5EF4-FFF2-40B4-BE49-F238E27FC236}">
                    <a16:creationId xmlns:a16="http://schemas.microsoft.com/office/drawing/2014/main" id="{48CC3503-9F2E-EEF0-30AA-B78D555ADE9E}"/>
                  </a:ext>
                </a:extLst>
              </p:cNvPr>
              <p:cNvCxnSpPr>
                <a:cxnSpLocks/>
                <a:stCxn id="224" idx="2"/>
              </p:cNvCxnSpPr>
              <p:nvPr/>
            </p:nvCxnSpPr>
            <p:spPr>
              <a:xfrm>
                <a:off x="7024688" y="2483644"/>
                <a:ext cx="760412" cy="155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任意多边形: 形状 223">
                <a:extLst>
                  <a:ext uri="{FF2B5EF4-FFF2-40B4-BE49-F238E27FC236}">
                    <a16:creationId xmlns:a16="http://schemas.microsoft.com/office/drawing/2014/main" id="{56BD3C5B-6E56-DCA3-A0F8-AA4D8C4545E6}"/>
                  </a:ext>
                </a:extLst>
              </p:cNvPr>
              <p:cNvSpPr/>
              <p:nvPr/>
            </p:nvSpPr>
            <p:spPr>
              <a:xfrm>
                <a:off x="6900863" y="2476500"/>
                <a:ext cx="123825" cy="9790"/>
              </a:xfrm>
              <a:custGeom>
                <a:avLst/>
                <a:gdLst>
                  <a:gd name="connsiteX0" fmla="*/ 0 w 123825"/>
                  <a:gd name="connsiteY0" fmla="*/ 0 h 9790"/>
                  <a:gd name="connsiteX1" fmla="*/ 52387 w 123825"/>
                  <a:gd name="connsiteY1" fmla="*/ 9525 h 9790"/>
                  <a:gd name="connsiteX2" fmla="*/ 123825 w 123825"/>
                  <a:gd name="connsiteY2" fmla="*/ 7144 h 97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3825" h="9790">
                    <a:moveTo>
                      <a:pt x="0" y="0"/>
                    </a:moveTo>
                    <a:cubicBezTo>
                      <a:pt x="15875" y="4167"/>
                      <a:pt x="31750" y="8334"/>
                      <a:pt x="52387" y="9525"/>
                    </a:cubicBezTo>
                    <a:cubicBezTo>
                      <a:pt x="73024" y="10716"/>
                      <a:pt x="109538" y="7541"/>
                      <a:pt x="123825" y="7144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" name="任意多边形: 形状 226">
                <a:extLst>
                  <a:ext uri="{FF2B5EF4-FFF2-40B4-BE49-F238E27FC236}">
                    <a16:creationId xmlns:a16="http://schemas.microsoft.com/office/drawing/2014/main" id="{E056AFA6-BC71-BA3F-F077-30D7F5457868}"/>
                  </a:ext>
                </a:extLst>
              </p:cNvPr>
              <p:cNvSpPr/>
              <p:nvPr/>
            </p:nvSpPr>
            <p:spPr>
              <a:xfrm>
                <a:off x="7784306" y="2483644"/>
                <a:ext cx="285750" cy="755390"/>
              </a:xfrm>
              <a:custGeom>
                <a:avLst/>
                <a:gdLst>
                  <a:gd name="connsiteX0" fmla="*/ 0 w 285750"/>
                  <a:gd name="connsiteY0" fmla="*/ 0 h 755390"/>
                  <a:gd name="connsiteX1" fmla="*/ 52388 w 285750"/>
                  <a:gd name="connsiteY1" fmla="*/ 23812 h 755390"/>
                  <a:gd name="connsiteX2" fmla="*/ 76200 w 285750"/>
                  <a:gd name="connsiteY2" fmla="*/ 142875 h 755390"/>
                  <a:gd name="connsiteX3" fmla="*/ 130969 w 285750"/>
                  <a:gd name="connsiteY3" fmla="*/ 704850 h 755390"/>
                  <a:gd name="connsiteX4" fmla="*/ 285750 w 285750"/>
                  <a:gd name="connsiteY4" fmla="*/ 716756 h 755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0" h="755390">
                    <a:moveTo>
                      <a:pt x="0" y="0"/>
                    </a:moveTo>
                    <a:cubicBezTo>
                      <a:pt x="19844" y="-1"/>
                      <a:pt x="39688" y="-1"/>
                      <a:pt x="52388" y="23812"/>
                    </a:cubicBezTo>
                    <a:cubicBezTo>
                      <a:pt x="65088" y="47625"/>
                      <a:pt x="63103" y="29369"/>
                      <a:pt x="76200" y="142875"/>
                    </a:cubicBezTo>
                    <a:cubicBezTo>
                      <a:pt x="89297" y="256381"/>
                      <a:pt x="96044" y="609203"/>
                      <a:pt x="130969" y="704850"/>
                    </a:cubicBezTo>
                    <a:cubicBezTo>
                      <a:pt x="165894" y="800497"/>
                      <a:pt x="246063" y="734219"/>
                      <a:pt x="285750" y="716756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" name="任意多边形: 形状 227">
                <a:extLst>
                  <a:ext uri="{FF2B5EF4-FFF2-40B4-BE49-F238E27FC236}">
                    <a16:creationId xmlns:a16="http://schemas.microsoft.com/office/drawing/2014/main" id="{BC312D1F-BB4F-7175-5EF8-3469FAF0D791}"/>
                  </a:ext>
                </a:extLst>
              </p:cNvPr>
              <p:cNvSpPr/>
              <p:nvPr/>
            </p:nvSpPr>
            <p:spPr>
              <a:xfrm>
                <a:off x="8067675" y="3180684"/>
                <a:ext cx="404813" cy="17335"/>
              </a:xfrm>
              <a:custGeom>
                <a:avLst/>
                <a:gdLst>
                  <a:gd name="connsiteX0" fmla="*/ 0 w 404813"/>
                  <a:gd name="connsiteY0" fmla="*/ 17335 h 17335"/>
                  <a:gd name="connsiteX1" fmla="*/ 59531 w 404813"/>
                  <a:gd name="connsiteY1" fmla="*/ 666 h 17335"/>
                  <a:gd name="connsiteX2" fmla="*/ 133350 w 404813"/>
                  <a:gd name="connsiteY2" fmla="*/ 3047 h 17335"/>
                  <a:gd name="connsiteX3" fmla="*/ 404813 w 404813"/>
                  <a:gd name="connsiteY3" fmla="*/ 666 h 17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04813" h="17335">
                    <a:moveTo>
                      <a:pt x="0" y="17335"/>
                    </a:moveTo>
                    <a:cubicBezTo>
                      <a:pt x="18653" y="10191"/>
                      <a:pt x="37306" y="3047"/>
                      <a:pt x="59531" y="666"/>
                    </a:cubicBezTo>
                    <a:cubicBezTo>
                      <a:pt x="81756" y="-1715"/>
                      <a:pt x="133350" y="3047"/>
                      <a:pt x="133350" y="3047"/>
                    </a:cubicBezTo>
                    <a:lnTo>
                      <a:pt x="404813" y="66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29" name="直接连接符 228">
                <a:extLst>
                  <a:ext uri="{FF2B5EF4-FFF2-40B4-BE49-F238E27FC236}">
                    <a16:creationId xmlns:a16="http://schemas.microsoft.com/office/drawing/2014/main" id="{FD22085F-0551-0B8B-A645-84D3069213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16068" y="2190654"/>
                <a:ext cx="0" cy="2899253"/>
              </a:xfrm>
              <a:prstGeom prst="line">
                <a:avLst/>
              </a:prstGeom>
              <a:ln w="6350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0" name="直接连接符 229">
                <a:extLst>
                  <a:ext uri="{FF2B5EF4-FFF2-40B4-BE49-F238E27FC236}">
                    <a16:creationId xmlns:a16="http://schemas.microsoft.com/office/drawing/2014/main" id="{D58045D4-5FEB-7112-5A22-865905CD79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8000" y="2190653"/>
                <a:ext cx="0" cy="2899253"/>
              </a:xfrm>
              <a:prstGeom prst="line">
                <a:avLst/>
              </a:prstGeom>
              <a:ln w="6350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1" name="任意多边形: 形状 230">
                <a:extLst>
                  <a:ext uri="{FF2B5EF4-FFF2-40B4-BE49-F238E27FC236}">
                    <a16:creationId xmlns:a16="http://schemas.microsoft.com/office/drawing/2014/main" id="{DEE6B962-1E71-6DAD-2815-7B9C4B332FEB}"/>
                  </a:ext>
                </a:extLst>
              </p:cNvPr>
              <p:cNvSpPr/>
              <p:nvPr/>
            </p:nvSpPr>
            <p:spPr>
              <a:xfrm>
                <a:off x="7781925" y="4014779"/>
                <a:ext cx="709613" cy="61921"/>
              </a:xfrm>
              <a:custGeom>
                <a:avLst/>
                <a:gdLst>
                  <a:gd name="connsiteX0" fmla="*/ 0 w 709613"/>
                  <a:gd name="connsiteY0" fmla="*/ 61921 h 61921"/>
                  <a:gd name="connsiteX1" fmla="*/ 128588 w 709613"/>
                  <a:gd name="connsiteY1" fmla="*/ 9 h 61921"/>
                  <a:gd name="connsiteX2" fmla="*/ 295275 w 709613"/>
                  <a:gd name="connsiteY2" fmla="*/ 57159 h 61921"/>
                  <a:gd name="connsiteX3" fmla="*/ 352425 w 709613"/>
                  <a:gd name="connsiteY3" fmla="*/ 57159 h 61921"/>
                  <a:gd name="connsiteX4" fmla="*/ 709613 w 709613"/>
                  <a:gd name="connsiteY4" fmla="*/ 61921 h 619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9613" h="61921">
                    <a:moveTo>
                      <a:pt x="0" y="61921"/>
                    </a:moveTo>
                    <a:cubicBezTo>
                      <a:pt x="39688" y="31362"/>
                      <a:pt x="79376" y="803"/>
                      <a:pt x="128588" y="9"/>
                    </a:cubicBezTo>
                    <a:cubicBezTo>
                      <a:pt x="177800" y="-785"/>
                      <a:pt x="257969" y="47634"/>
                      <a:pt x="295275" y="57159"/>
                    </a:cubicBezTo>
                    <a:cubicBezTo>
                      <a:pt x="332581" y="66684"/>
                      <a:pt x="352425" y="57159"/>
                      <a:pt x="352425" y="57159"/>
                    </a:cubicBezTo>
                    <a:lnTo>
                      <a:pt x="709613" y="6192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329D73CE-0492-4452-39F6-4AC446F3D4DB}"/>
                    </a:ext>
                  </a:extLst>
                </p:cNvPr>
                <p:cNvSpPr txBox="1"/>
                <p:nvPr/>
              </p:nvSpPr>
              <p:spPr>
                <a:xfrm>
                  <a:off x="5994817" y="1914032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329D73CE-0492-4452-39F6-4AC446F3D4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4817" y="1914032"/>
                  <a:ext cx="301657" cy="27699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453851DF-A40A-54EA-6D9F-48C410D89FC6}"/>
                    </a:ext>
                  </a:extLst>
                </p:cNvPr>
                <p:cNvSpPr txBox="1"/>
                <p:nvPr/>
              </p:nvSpPr>
              <p:spPr>
                <a:xfrm>
                  <a:off x="5994816" y="3451994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453851DF-A40A-54EA-6D9F-48C410D89F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4816" y="3451994"/>
                  <a:ext cx="301657" cy="276999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90629B4A-3295-E32F-E8F3-C92F6ABAEE09}"/>
                    </a:ext>
                  </a:extLst>
                </p:cNvPr>
                <p:cNvSpPr txBox="1"/>
                <p:nvPr/>
              </p:nvSpPr>
              <p:spPr>
                <a:xfrm>
                  <a:off x="6018849" y="5021727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90629B4A-3295-E32F-E8F3-C92F6ABAEE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8849" y="5021727"/>
                  <a:ext cx="301657" cy="276999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889299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6FBE3-DA01-F86C-AF3D-BFD78E100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E00DDE8C-88E6-9432-C16B-16FF1F73283C}"/>
              </a:ext>
            </a:extLst>
          </p:cNvPr>
          <p:cNvGrpSpPr/>
          <p:nvPr/>
        </p:nvGrpSpPr>
        <p:grpSpPr>
          <a:xfrm>
            <a:off x="203936" y="1351064"/>
            <a:ext cx="3524717" cy="3857623"/>
            <a:chOff x="903783" y="1175269"/>
            <a:chExt cx="3524717" cy="3857623"/>
          </a:xfrm>
        </p:grpSpPr>
        <p:grpSp>
          <p:nvGrpSpPr>
            <p:cNvPr id="125" name="组合 124">
              <a:extLst>
                <a:ext uri="{FF2B5EF4-FFF2-40B4-BE49-F238E27FC236}">
                  <a16:creationId xmlns:a16="http://schemas.microsoft.com/office/drawing/2014/main" id="{7051A6AA-B103-BB20-EBF3-C6EB7A838A84}"/>
                </a:ext>
              </a:extLst>
            </p:cNvPr>
            <p:cNvGrpSpPr/>
            <p:nvPr/>
          </p:nvGrpSpPr>
          <p:grpSpPr>
            <a:xfrm>
              <a:off x="903783" y="1175269"/>
              <a:ext cx="3524717" cy="3857623"/>
              <a:chOff x="1247953" y="1194319"/>
              <a:chExt cx="3524717" cy="3857623"/>
            </a:xfrm>
          </p:grpSpPr>
          <p:grpSp>
            <p:nvGrpSpPr>
              <p:cNvPr id="126" name="组合 125">
                <a:extLst>
                  <a:ext uri="{FF2B5EF4-FFF2-40B4-BE49-F238E27FC236}">
                    <a16:creationId xmlns:a16="http://schemas.microsoft.com/office/drawing/2014/main" id="{73F47B74-3D38-2C73-8AE4-0A0446C06C37}"/>
                  </a:ext>
                </a:extLst>
              </p:cNvPr>
              <p:cNvGrpSpPr/>
              <p:nvPr/>
            </p:nvGrpSpPr>
            <p:grpSpPr>
              <a:xfrm>
                <a:off x="1373663" y="1194319"/>
                <a:ext cx="3399007" cy="958370"/>
                <a:chOff x="1373663" y="1194319"/>
                <a:chExt cx="3399007" cy="958370"/>
              </a:xfrm>
            </p:grpSpPr>
            <p:grpSp>
              <p:nvGrpSpPr>
                <p:cNvPr id="150" name="组合 149">
                  <a:extLst>
                    <a:ext uri="{FF2B5EF4-FFF2-40B4-BE49-F238E27FC236}">
                      <a16:creationId xmlns:a16="http://schemas.microsoft.com/office/drawing/2014/main" id="{EB7710F9-B7FB-26E2-E440-732A7F9AD873}"/>
                    </a:ext>
                  </a:extLst>
                </p:cNvPr>
                <p:cNvGrpSpPr/>
                <p:nvPr/>
              </p:nvGrpSpPr>
              <p:grpSpPr>
                <a:xfrm>
                  <a:off x="1373663" y="1194319"/>
                  <a:ext cx="3399007" cy="958370"/>
                  <a:chOff x="4489148" y="844566"/>
                  <a:chExt cx="3399007" cy="958370"/>
                </a:xfrm>
              </p:grpSpPr>
              <p:cxnSp>
                <p:nvCxnSpPr>
                  <p:cNvPr id="156" name="直接箭头连接符 155">
                    <a:extLst>
                      <a:ext uri="{FF2B5EF4-FFF2-40B4-BE49-F238E27FC236}">
                        <a16:creationId xmlns:a16="http://schemas.microsoft.com/office/drawing/2014/main" id="{EFF33840-C89D-9816-92AC-E0B925541C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15837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" name="直接箭头连接符 156">
                    <a:extLst>
                      <a:ext uri="{FF2B5EF4-FFF2-40B4-BE49-F238E27FC236}">
                        <a16:creationId xmlns:a16="http://schemas.microsoft.com/office/drawing/2014/main" id="{74A79CB0-D739-051C-6F1E-181D80C242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017960"/>
                    <a:ext cx="0" cy="565743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8" name="文本框 157">
                        <a:extLst>
                          <a:ext uri="{FF2B5EF4-FFF2-40B4-BE49-F238E27FC236}">
                            <a16:creationId xmlns:a16="http://schemas.microsoft.com/office/drawing/2014/main" id="{EE97600E-AD2B-8685-2ADB-4964B7C1B46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89148" y="844566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58" name="文本框 157">
                        <a:extLst>
                          <a:ext uri="{FF2B5EF4-FFF2-40B4-BE49-F238E27FC236}">
                            <a16:creationId xmlns:a16="http://schemas.microsoft.com/office/drawing/2014/main" id="{EE97600E-AD2B-8685-2ADB-4964B7C1B46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89148" y="844566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9" name="文本框 158">
                        <a:extLst>
                          <a:ext uri="{FF2B5EF4-FFF2-40B4-BE49-F238E27FC236}">
                            <a16:creationId xmlns:a16="http://schemas.microsoft.com/office/drawing/2014/main" id="{3F094C11-9CDB-E9FE-C8D9-88386E6C958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86498" y="1495159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59" name="文本框 158">
                        <a:extLst>
                          <a:ext uri="{FF2B5EF4-FFF2-40B4-BE49-F238E27FC236}">
                            <a16:creationId xmlns:a16="http://schemas.microsoft.com/office/drawing/2014/main" id="{3F094C11-9CDB-E9FE-C8D9-88386E6C95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86498" y="1495159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51" name="直接连接符 150">
                  <a:extLst>
                    <a:ext uri="{FF2B5EF4-FFF2-40B4-BE49-F238E27FC236}">
                      <a16:creationId xmlns:a16="http://schemas.microsoft.com/office/drawing/2014/main" id="{8401E35C-A9A8-96FE-D605-1F69EC500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61600" y="1579444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直接连接符 151">
                  <a:extLst>
                    <a:ext uri="{FF2B5EF4-FFF2-40B4-BE49-F238E27FC236}">
                      <a16:creationId xmlns:a16="http://schemas.microsoft.com/office/drawing/2014/main" id="{B5EA3A06-7DEE-10D4-E6EA-3B668DC2A1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959564" y="1933456"/>
                  <a:ext cx="2441699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接连接符 152">
                  <a:extLst>
                    <a:ext uri="{FF2B5EF4-FFF2-40B4-BE49-F238E27FC236}">
                      <a16:creationId xmlns:a16="http://schemas.microsoft.com/office/drawing/2014/main" id="{ADC51AB6-2E75-4F42-368A-F9019F5708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64547" y="1580037"/>
                  <a:ext cx="0" cy="353419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4" name="文本框 153">
                      <a:extLst>
                        <a:ext uri="{FF2B5EF4-FFF2-40B4-BE49-F238E27FC236}">
                          <a16:creationId xmlns:a16="http://schemas.microsoft.com/office/drawing/2014/main" id="{E66C9D38-AA08-DABC-C281-68CC9B6107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53388" y="1719371"/>
                      <a:ext cx="301647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4" name="文本框 153">
                      <a:extLst>
                        <a:ext uri="{FF2B5EF4-FFF2-40B4-BE49-F238E27FC236}">
                          <a16:creationId xmlns:a16="http://schemas.microsoft.com/office/drawing/2014/main" id="{E66C9D38-AA08-DABC-C281-68CC9B6107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53388" y="1719371"/>
                      <a:ext cx="301647" cy="307777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5" name="文本框 154">
                      <a:extLst>
                        <a:ext uri="{FF2B5EF4-FFF2-40B4-BE49-F238E27FC236}">
                          <a16:creationId xmlns:a16="http://schemas.microsoft.com/office/drawing/2014/main" id="{A45BBAB4-7BAA-00D3-5D1E-A4DDF8C05A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8907" y="1327968"/>
                      <a:ext cx="49962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∗</m:t>
                                </m:r>
                              </m:sup>
                            </m:sSubSup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5" name="文本框 154">
                      <a:extLst>
                        <a:ext uri="{FF2B5EF4-FFF2-40B4-BE49-F238E27FC236}">
                          <a16:creationId xmlns:a16="http://schemas.microsoft.com/office/drawing/2014/main" id="{A45BBAB4-7BAA-00D3-5D1E-A4DDF8C05A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8907" y="1327968"/>
                      <a:ext cx="499621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27" name="直接连接符 126">
                <a:extLst>
                  <a:ext uri="{FF2B5EF4-FFF2-40B4-BE49-F238E27FC236}">
                    <a16:creationId xmlns:a16="http://schemas.microsoft.com/office/drawing/2014/main" id="{8381A67B-4B71-CAC6-3D34-4E21ECDD2DBD}"/>
                  </a:ext>
                </a:extLst>
              </p:cNvPr>
              <p:cNvCxnSpPr/>
              <p:nvPr/>
            </p:nvCxnSpPr>
            <p:spPr>
              <a:xfrm>
                <a:off x="1956136" y="1933456"/>
                <a:ext cx="8411" cy="3118486"/>
              </a:xfrm>
              <a:prstGeom prst="line">
                <a:avLst/>
              </a:prstGeom>
              <a:ln w="8890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28" name="组合 127">
                <a:extLst>
                  <a:ext uri="{FF2B5EF4-FFF2-40B4-BE49-F238E27FC236}">
                    <a16:creationId xmlns:a16="http://schemas.microsoft.com/office/drawing/2014/main" id="{819450A9-FCE7-F866-620B-04485FD669A0}"/>
                  </a:ext>
                </a:extLst>
              </p:cNvPr>
              <p:cNvGrpSpPr/>
              <p:nvPr/>
            </p:nvGrpSpPr>
            <p:grpSpPr>
              <a:xfrm>
                <a:off x="1366359" y="3537505"/>
                <a:ext cx="3380635" cy="1506682"/>
                <a:chOff x="1367513" y="1976441"/>
                <a:chExt cx="3380635" cy="1506682"/>
              </a:xfrm>
            </p:grpSpPr>
            <p:grpSp>
              <p:nvGrpSpPr>
                <p:cNvPr id="141" name="组合 140">
                  <a:extLst>
                    <a:ext uri="{FF2B5EF4-FFF2-40B4-BE49-F238E27FC236}">
                      <a16:creationId xmlns:a16="http://schemas.microsoft.com/office/drawing/2014/main" id="{ACE7F3D5-75C4-F535-9296-F0C9567847DB}"/>
                    </a:ext>
                  </a:extLst>
                </p:cNvPr>
                <p:cNvGrpSpPr/>
                <p:nvPr/>
              </p:nvGrpSpPr>
              <p:grpSpPr>
                <a:xfrm>
                  <a:off x="1367513" y="1976441"/>
                  <a:ext cx="3380635" cy="1506682"/>
                  <a:chOff x="4482998" y="77021"/>
                  <a:chExt cx="3380635" cy="1506682"/>
                </a:xfrm>
              </p:grpSpPr>
              <p:cxnSp>
                <p:nvCxnSpPr>
                  <p:cNvPr id="144" name="直接箭头连接符 143">
                    <a:extLst>
                      <a:ext uri="{FF2B5EF4-FFF2-40B4-BE49-F238E27FC236}">
                        <a16:creationId xmlns:a16="http://schemas.microsoft.com/office/drawing/2014/main" id="{FCEAD3C9-F852-596E-3FAC-3960D836C8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7" y="13043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直接箭头连接符 144">
                    <a:extLst>
                      <a:ext uri="{FF2B5EF4-FFF2-40B4-BE49-F238E27FC236}">
                        <a16:creationId xmlns:a16="http://schemas.microsoft.com/office/drawing/2014/main" id="{3772B67F-D639-23D3-C5EC-8AC6838755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81888"/>
                    <a:ext cx="0" cy="1401815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6" name="文本框 145">
                        <a:extLst>
                          <a:ext uri="{FF2B5EF4-FFF2-40B4-BE49-F238E27FC236}">
                            <a16:creationId xmlns:a16="http://schemas.microsoft.com/office/drawing/2014/main" id="{644B7DB0-3B71-193C-C83B-F6508708F28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82998" y="77021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46" name="文本框 145">
                        <a:extLst>
                          <a:ext uri="{FF2B5EF4-FFF2-40B4-BE49-F238E27FC236}">
                            <a16:creationId xmlns:a16="http://schemas.microsoft.com/office/drawing/2014/main" id="{644B7DB0-3B71-193C-C83B-F6508708F28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82998" y="77021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7" name="文本框 146">
                        <a:extLst>
                          <a:ext uri="{FF2B5EF4-FFF2-40B4-BE49-F238E27FC236}">
                            <a16:creationId xmlns:a16="http://schemas.microsoft.com/office/drawing/2014/main" id="{E3575AA6-6A52-DD4E-D127-0985505D2AA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61976" y="1219940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47" name="文本框 146">
                        <a:extLst>
                          <a:ext uri="{FF2B5EF4-FFF2-40B4-BE49-F238E27FC236}">
                            <a16:creationId xmlns:a16="http://schemas.microsoft.com/office/drawing/2014/main" id="{E3575AA6-6A52-DD4E-D127-0985505D2AA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61976" y="1219940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8" name="文本框 147">
                        <a:extLst>
                          <a:ext uri="{FF2B5EF4-FFF2-40B4-BE49-F238E27FC236}">
                            <a16:creationId xmlns:a16="http://schemas.microsoft.com/office/drawing/2014/main" id="{2431D9F9-9A31-40EA-343D-17C407E6040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70027" y="1123081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48" name="文本框 147">
                        <a:extLst>
                          <a:ext uri="{FF2B5EF4-FFF2-40B4-BE49-F238E27FC236}">
                            <a16:creationId xmlns:a16="http://schemas.microsoft.com/office/drawing/2014/main" id="{2431D9F9-9A31-40EA-343D-17C407E6040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70027" y="1123081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9" name="文本框 148">
                        <a:extLst>
                          <a:ext uri="{FF2B5EF4-FFF2-40B4-BE49-F238E27FC236}">
                            <a16:creationId xmlns:a16="http://schemas.microsoft.com/office/drawing/2014/main" id="{4A682673-BC3D-8DCC-D9DC-9919D8F3611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520165" y="418864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49" name="文本框 148">
                        <a:extLst>
                          <a:ext uri="{FF2B5EF4-FFF2-40B4-BE49-F238E27FC236}">
                            <a16:creationId xmlns:a16="http://schemas.microsoft.com/office/drawing/2014/main" id="{4A682673-BC3D-8DCC-D9DC-9919D8F361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520165" y="418864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42" name="直接连接符 141">
                  <a:extLst>
                    <a:ext uri="{FF2B5EF4-FFF2-40B4-BE49-F238E27FC236}">
                      <a16:creationId xmlns:a16="http://schemas.microsoft.com/office/drawing/2014/main" id="{7AD2D793-20FC-68E7-1E18-B99F5FCA7A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53883" y="2471366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直接连接符 142">
                  <a:extLst>
                    <a:ext uri="{FF2B5EF4-FFF2-40B4-BE49-F238E27FC236}">
                      <a16:creationId xmlns:a16="http://schemas.microsoft.com/office/drawing/2014/main" id="{61B569DD-493D-5BF0-1DF3-A9668EB972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172" y="2469079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组合 128">
                <a:extLst>
                  <a:ext uri="{FF2B5EF4-FFF2-40B4-BE49-F238E27FC236}">
                    <a16:creationId xmlns:a16="http://schemas.microsoft.com/office/drawing/2014/main" id="{ABFDC848-59BF-58B7-8E63-1FF7EE63C78D}"/>
                  </a:ext>
                </a:extLst>
              </p:cNvPr>
              <p:cNvGrpSpPr/>
              <p:nvPr/>
            </p:nvGrpSpPr>
            <p:grpSpPr>
              <a:xfrm>
                <a:off x="1247953" y="1952961"/>
                <a:ext cx="3487935" cy="1502105"/>
                <a:chOff x="1261807" y="3549837"/>
                <a:chExt cx="3487935" cy="1502105"/>
              </a:xfrm>
            </p:grpSpPr>
            <p:grpSp>
              <p:nvGrpSpPr>
                <p:cNvPr id="130" name="组合 129">
                  <a:extLst>
                    <a:ext uri="{FF2B5EF4-FFF2-40B4-BE49-F238E27FC236}">
                      <a16:creationId xmlns:a16="http://schemas.microsoft.com/office/drawing/2014/main" id="{16130258-B549-035B-5B4E-9CE954492223}"/>
                    </a:ext>
                  </a:extLst>
                </p:cNvPr>
                <p:cNvGrpSpPr/>
                <p:nvPr/>
              </p:nvGrpSpPr>
              <p:grpSpPr>
                <a:xfrm>
                  <a:off x="1261807" y="3549837"/>
                  <a:ext cx="3487935" cy="1502105"/>
                  <a:chOff x="4377292" y="81598"/>
                  <a:chExt cx="3487935" cy="1502105"/>
                </a:xfrm>
              </p:grpSpPr>
              <p:cxnSp>
                <p:nvCxnSpPr>
                  <p:cNvPr id="135" name="直接箭头连接符 134">
                    <a:extLst>
                      <a:ext uri="{FF2B5EF4-FFF2-40B4-BE49-F238E27FC236}">
                        <a16:creationId xmlns:a16="http://schemas.microsoft.com/office/drawing/2014/main" id="{50E7FB47-6048-3D24-470A-E04E180959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80265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6" name="直接箭头连接符 135">
                    <a:extLst>
                      <a:ext uri="{FF2B5EF4-FFF2-40B4-BE49-F238E27FC236}">
                        <a16:creationId xmlns:a16="http://schemas.microsoft.com/office/drawing/2014/main" id="{1D7B8F45-AB3D-109A-0EC3-CF95030C97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81888"/>
                    <a:ext cx="0" cy="1401815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7" name="文本框 136">
                        <a:extLst>
                          <a:ext uri="{FF2B5EF4-FFF2-40B4-BE49-F238E27FC236}">
                            <a16:creationId xmlns:a16="http://schemas.microsoft.com/office/drawing/2014/main" id="{6B8A3C34-F45A-A31C-4559-1F3BC74CB43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95698" y="81598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37" name="文本框 136">
                        <a:extLst>
                          <a:ext uri="{FF2B5EF4-FFF2-40B4-BE49-F238E27FC236}">
                            <a16:creationId xmlns:a16="http://schemas.microsoft.com/office/drawing/2014/main" id="{6B8A3C34-F45A-A31C-4559-1F3BC74CB43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95698" y="81598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8" name="文本框 137">
                        <a:extLst>
                          <a:ext uri="{FF2B5EF4-FFF2-40B4-BE49-F238E27FC236}">
                            <a16:creationId xmlns:a16="http://schemas.microsoft.com/office/drawing/2014/main" id="{097C1418-0144-0690-B913-101DCB904DD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63570" y="763895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38" name="文本框 137">
                        <a:extLst>
                          <a:ext uri="{FF2B5EF4-FFF2-40B4-BE49-F238E27FC236}">
                            <a16:creationId xmlns:a16="http://schemas.microsoft.com/office/drawing/2014/main" id="{097C1418-0144-0690-B913-101DCB904DD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63570" y="763895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9" name="文本框 138">
                        <a:extLst>
                          <a:ext uri="{FF2B5EF4-FFF2-40B4-BE49-F238E27FC236}">
                            <a16:creationId xmlns:a16="http://schemas.microsoft.com/office/drawing/2014/main" id="{5FB10933-6300-D4CB-FE71-43891AA252B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95699" y="352427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𝑑𝐿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39" name="文本框 138">
                        <a:extLst>
                          <a:ext uri="{FF2B5EF4-FFF2-40B4-BE49-F238E27FC236}">
                            <a16:creationId xmlns:a16="http://schemas.microsoft.com/office/drawing/2014/main" id="{5FB10933-6300-D4CB-FE71-43891AA252B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95699" y="352427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0" name="文本框 139">
                        <a:extLst>
                          <a:ext uri="{FF2B5EF4-FFF2-40B4-BE49-F238E27FC236}">
                            <a16:creationId xmlns:a16="http://schemas.microsoft.com/office/drawing/2014/main" id="{9ED43A62-C0A2-A94F-A2AF-489E162EF22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377292" y="1192762"/>
                        <a:ext cx="499621" cy="31720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𝑑𝑚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40" name="文本框 139">
                        <a:extLst>
                          <a:ext uri="{FF2B5EF4-FFF2-40B4-BE49-F238E27FC236}">
                            <a16:creationId xmlns:a16="http://schemas.microsoft.com/office/drawing/2014/main" id="{9ED43A62-C0A2-A94F-A2AF-489E162EF22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377292" y="1192762"/>
                        <a:ext cx="499621" cy="317203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609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1" name="文本框 130">
                      <a:extLst>
                        <a:ext uri="{FF2B5EF4-FFF2-40B4-BE49-F238E27FC236}">
                          <a16:creationId xmlns:a16="http://schemas.microsoft.com/office/drawing/2014/main" id="{EC1EE025-7A30-0900-7CD6-826E7475268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25931" y="4132843"/>
                      <a:ext cx="301647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1" name="文本框 130">
                      <a:extLst>
                        <a:ext uri="{FF2B5EF4-FFF2-40B4-BE49-F238E27FC236}">
                          <a16:creationId xmlns:a16="http://schemas.microsoft.com/office/drawing/2014/main" id="{EC1EE025-7A30-0900-7CD6-826E7475268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25931" y="4132843"/>
                      <a:ext cx="301647" cy="307777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32" name="直接连接符 131">
                  <a:extLst>
                    <a:ext uri="{FF2B5EF4-FFF2-40B4-BE49-F238E27FC236}">
                      <a16:creationId xmlns:a16="http://schemas.microsoft.com/office/drawing/2014/main" id="{59316187-5A37-60D6-3068-CBA8B70C68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60919" y="3999429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直接连接符 132">
                  <a:extLst>
                    <a:ext uri="{FF2B5EF4-FFF2-40B4-BE49-F238E27FC236}">
                      <a16:creationId xmlns:a16="http://schemas.microsoft.com/office/drawing/2014/main" id="{A802337F-601D-75B4-3EF3-B7B23FD1ED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6583" y="3999429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A7DEB9C0-D24F-4D0D-2CC6-A902C0873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173" y="4876308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F20F3645-64FF-9FF3-578D-A747E1793C44}"/>
                    </a:ext>
                  </a:extLst>
                </p:cNvPr>
                <p:cNvSpPr txBox="1"/>
                <p:nvPr/>
              </p:nvSpPr>
              <p:spPr>
                <a:xfrm>
                  <a:off x="1368117" y="1853254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F20F3645-64FF-9FF3-578D-A747E1793C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8117" y="1853254"/>
                  <a:ext cx="301657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BBA7CE01-7A02-4F80-906E-49B0D8502F75}"/>
                    </a:ext>
                  </a:extLst>
                </p:cNvPr>
                <p:cNvSpPr txBox="1"/>
                <p:nvPr/>
              </p:nvSpPr>
              <p:spPr>
                <a:xfrm>
                  <a:off x="1372504" y="2609225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BBA7CE01-7A02-4F80-906E-49B0D8502F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2504" y="2609225"/>
                  <a:ext cx="301657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003D97F4-AD56-1C4C-9D5D-2C6BCAF95542}"/>
                    </a:ext>
                  </a:extLst>
                </p:cNvPr>
                <p:cNvSpPr txBox="1"/>
                <p:nvPr/>
              </p:nvSpPr>
              <p:spPr>
                <a:xfrm>
                  <a:off x="1393211" y="4681900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003D97F4-AD56-1C4C-9D5D-2C6BCAF955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211" y="4681900"/>
                  <a:ext cx="301657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B0902462-FB09-738C-4BA4-C2F3AC28657B}"/>
              </a:ext>
            </a:extLst>
          </p:cNvPr>
          <p:cNvGrpSpPr/>
          <p:nvPr/>
        </p:nvGrpSpPr>
        <p:grpSpPr>
          <a:xfrm>
            <a:off x="4172283" y="1478949"/>
            <a:ext cx="3524717" cy="3875746"/>
            <a:chOff x="4942383" y="1251469"/>
            <a:chExt cx="3524717" cy="3875746"/>
          </a:xfrm>
        </p:grpSpPr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42796397-1726-D458-FF6A-855474CD63B1}"/>
                </a:ext>
              </a:extLst>
            </p:cNvPr>
            <p:cNvGrpSpPr/>
            <p:nvPr/>
          </p:nvGrpSpPr>
          <p:grpSpPr>
            <a:xfrm>
              <a:off x="4942383" y="1251469"/>
              <a:ext cx="3524717" cy="3875746"/>
              <a:chOff x="4942383" y="1251469"/>
              <a:chExt cx="3524717" cy="3875746"/>
            </a:xfrm>
          </p:grpSpPr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4D32D517-6498-5AEF-7EB5-F3216DEC23E1}"/>
                  </a:ext>
                </a:extLst>
              </p:cNvPr>
              <p:cNvGrpSpPr/>
              <p:nvPr/>
            </p:nvGrpSpPr>
            <p:grpSpPr>
              <a:xfrm>
                <a:off x="4942383" y="1251469"/>
                <a:ext cx="3524717" cy="3857623"/>
                <a:chOff x="1247953" y="1194319"/>
                <a:chExt cx="3524717" cy="3857623"/>
              </a:xfrm>
            </p:grpSpPr>
            <p:grpSp>
              <p:nvGrpSpPr>
                <p:cNvPr id="3" name="组合 2">
                  <a:extLst>
                    <a:ext uri="{FF2B5EF4-FFF2-40B4-BE49-F238E27FC236}">
                      <a16:creationId xmlns:a16="http://schemas.microsoft.com/office/drawing/2014/main" id="{46923E19-40F4-C363-404F-257CBD144639}"/>
                    </a:ext>
                  </a:extLst>
                </p:cNvPr>
                <p:cNvGrpSpPr/>
                <p:nvPr/>
              </p:nvGrpSpPr>
              <p:grpSpPr>
                <a:xfrm>
                  <a:off x="1373663" y="1194319"/>
                  <a:ext cx="3399007" cy="958370"/>
                  <a:chOff x="1373663" y="1194319"/>
                  <a:chExt cx="3399007" cy="958370"/>
                </a:xfrm>
              </p:grpSpPr>
              <p:grpSp>
                <p:nvGrpSpPr>
                  <p:cNvPr id="45" name="组合 44">
                    <a:extLst>
                      <a:ext uri="{FF2B5EF4-FFF2-40B4-BE49-F238E27FC236}">
                        <a16:creationId xmlns:a16="http://schemas.microsoft.com/office/drawing/2014/main" id="{E501EE74-9335-8269-8587-456725458666}"/>
                      </a:ext>
                    </a:extLst>
                  </p:cNvPr>
                  <p:cNvGrpSpPr/>
                  <p:nvPr/>
                </p:nvGrpSpPr>
                <p:grpSpPr>
                  <a:xfrm>
                    <a:off x="1373663" y="1194319"/>
                    <a:ext cx="3399007" cy="958370"/>
                    <a:chOff x="4489148" y="844566"/>
                    <a:chExt cx="3399007" cy="958370"/>
                  </a:xfrm>
                </p:grpSpPr>
                <p:cxnSp>
                  <p:nvCxnSpPr>
                    <p:cNvPr id="55" name="直接箭头连接符 54">
                      <a:extLst>
                        <a:ext uri="{FF2B5EF4-FFF2-40B4-BE49-F238E27FC236}">
                          <a16:creationId xmlns:a16="http://schemas.microsoft.com/office/drawing/2014/main" id="{952C6A8B-FDFB-9095-D5FA-2EB06E00DE9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8" y="158370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>
                      <a:extLst>
                        <a:ext uri="{FF2B5EF4-FFF2-40B4-BE49-F238E27FC236}">
                          <a16:creationId xmlns:a16="http://schemas.microsoft.com/office/drawing/2014/main" id="{E3297993-02DB-4E15-D0DE-2956CFE7773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017960"/>
                      <a:ext cx="0" cy="565743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0" name="文本框 59">
                          <a:extLst>
                            <a:ext uri="{FF2B5EF4-FFF2-40B4-BE49-F238E27FC236}">
                              <a16:creationId xmlns:a16="http://schemas.microsoft.com/office/drawing/2014/main" id="{C710F031-1CF6-DC96-8CF6-62A7C816985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89148" y="844566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∗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0" name="文本框 59">
                          <a:extLst>
                            <a:ext uri="{FF2B5EF4-FFF2-40B4-BE49-F238E27FC236}">
                              <a16:creationId xmlns:a16="http://schemas.microsoft.com/office/drawing/2014/main" id="{C710F031-1CF6-DC96-8CF6-62A7C816985A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89148" y="844566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1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1" name="文本框 60">
                          <a:extLst>
                            <a:ext uri="{FF2B5EF4-FFF2-40B4-BE49-F238E27FC236}">
                              <a16:creationId xmlns:a16="http://schemas.microsoft.com/office/drawing/2014/main" id="{41828203-6F49-A6AE-AD91-62F39723465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586498" y="1495159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1" name="文本框 60">
                          <a:extLst>
                            <a:ext uri="{FF2B5EF4-FFF2-40B4-BE49-F238E27FC236}">
                              <a16:creationId xmlns:a16="http://schemas.microsoft.com/office/drawing/2014/main" id="{41828203-6F49-A6AE-AD91-62F39723465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586498" y="1495159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15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cxnSp>
                <p:nvCxnSpPr>
                  <p:cNvPr id="46" name="直接连接符 45">
                    <a:extLst>
                      <a:ext uri="{FF2B5EF4-FFF2-40B4-BE49-F238E27FC236}">
                        <a16:creationId xmlns:a16="http://schemas.microsoft.com/office/drawing/2014/main" id="{815190C4-DF03-C756-D8C8-AE17473ED0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61600" y="1579444"/>
                    <a:ext cx="197964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直接连接符 46">
                    <a:extLst>
                      <a:ext uri="{FF2B5EF4-FFF2-40B4-BE49-F238E27FC236}">
                        <a16:creationId xmlns:a16="http://schemas.microsoft.com/office/drawing/2014/main" id="{28AF5312-BCE3-24A5-4F41-AABE2ED915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959564" y="1933456"/>
                    <a:ext cx="2441699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直接连接符 47">
                    <a:extLst>
                      <a:ext uri="{FF2B5EF4-FFF2-40B4-BE49-F238E27FC236}">
                        <a16:creationId xmlns:a16="http://schemas.microsoft.com/office/drawing/2014/main" id="{ADB2B0E8-BD86-15A3-5186-89F30AAB3D6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964547" y="1580037"/>
                    <a:ext cx="0" cy="353419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0" name="文本框 49">
                        <a:extLst>
                          <a:ext uri="{FF2B5EF4-FFF2-40B4-BE49-F238E27FC236}">
                            <a16:creationId xmlns:a16="http://schemas.microsoft.com/office/drawing/2014/main" id="{8A580C86-6BDC-FF89-1406-D90746740B2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53388" y="1719371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0" name="文本框 49">
                        <a:extLst>
                          <a:ext uri="{FF2B5EF4-FFF2-40B4-BE49-F238E27FC236}">
                            <a16:creationId xmlns:a16="http://schemas.microsoft.com/office/drawing/2014/main" id="{8A580C86-6BDC-FF89-1406-D90746740B2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53388" y="1719371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3" name="文本框 52">
                        <a:extLst>
                          <a:ext uri="{FF2B5EF4-FFF2-40B4-BE49-F238E27FC236}">
                            <a16:creationId xmlns:a16="http://schemas.microsoft.com/office/drawing/2014/main" id="{18179C4A-6AA5-FFE2-45C8-D226C3EDCB6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18907" y="1327968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3" name="文本框 52">
                        <a:extLst>
                          <a:ext uri="{FF2B5EF4-FFF2-40B4-BE49-F238E27FC236}">
                            <a16:creationId xmlns:a16="http://schemas.microsoft.com/office/drawing/2014/main" id="{18179C4A-6AA5-FFE2-45C8-D226C3EDCB6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18907" y="1327968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4" name="直接连接符 3">
                  <a:extLst>
                    <a:ext uri="{FF2B5EF4-FFF2-40B4-BE49-F238E27FC236}">
                      <a16:creationId xmlns:a16="http://schemas.microsoft.com/office/drawing/2014/main" id="{80F01844-1D85-1D0A-BB18-29989F238760}"/>
                    </a:ext>
                  </a:extLst>
                </p:cNvPr>
                <p:cNvCxnSpPr/>
                <p:nvPr/>
              </p:nvCxnSpPr>
              <p:spPr>
                <a:xfrm>
                  <a:off x="1956136" y="1933456"/>
                  <a:ext cx="8411" cy="3118486"/>
                </a:xfrm>
                <a:prstGeom prst="line">
                  <a:avLst/>
                </a:prstGeom>
                <a:ln w="9525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9B68FD7E-B916-D7BD-8871-573445DCF57C}"/>
                    </a:ext>
                  </a:extLst>
                </p:cNvPr>
                <p:cNvGrpSpPr/>
                <p:nvPr/>
              </p:nvGrpSpPr>
              <p:grpSpPr>
                <a:xfrm>
                  <a:off x="1366359" y="3537505"/>
                  <a:ext cx="3380635" cy="1506682"/>
                  <a:chOff x="1367513" y="1976441"/>
                  <a:chExt cx="3380635" cy="1506682"/>
                </a:xfrm>
              </p:grpSpPr>
              <p:grpSp>
                <p:nvGrpSpPr>
                  <p:cNvPr id="23" name="组合 22">
                    <a:extLst>
                      <a:ext uri="{FF2B5EF4-FFF2-40B4-BE49-F238E27FC236}">
                        <a16:creationId xmlns:a16="http://schemas.microsoft.com/office/drawing/2014/main" id="{9CFFDBE3-4614-6EA9-C4A2-7C3DF9118773}"/>
                      </a:ext>
                    </a:extLst>
                  </p:cNvPr>
                  <p:cNvGrpSpPr/>
                  <p:nvPr/>
                </p:nvGrpSpPr>
                <p:grpSpPr>
                  <a:xfrm>
                    <a:off x="1367513" y="1976441"/>
                    <a:ext cx="3380635" cy="1506682"/>
                    <a:chOff x="4482998" y="77021"/>
                    <a:chExt cx="3380635" cy="1506682"/>
                  </a:xfrm>
                </p:grpSpPr>
                <p:cxnSp>
                  <p:nvCxnSpPr>
                    <p:cNvPr id="36" name="直接箭头连接符 35">
                      <a:extLst>
                        <a:ext uri="{FF2B5EF4-FFF2-40B4-BE49-F238E27FC236}">
                          <a16:creationId xmlns:a16="http://schemas.microsoft.com/office/drawing/2014/main" id="{2013C92A-652E-1C8D-938C-A9AE84E6998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7" y="130430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" name="直接箭头连接符 37">
                      <a:extLst>
                        <a:ext uri="{FF2B5EF4-FFF2-40B4-BE49-F238E27FC236}">
                          <a16:creationId xmlns:a16="http://schemas.microsoft.com/office/drawing/2014/main" id="{11E69B00-F038-D987-2305-9E70DF69846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81888"/>
                      <a:ext cx="0" cy="1401815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0" name="文本框 39">
                          <a:extLst>
                            <a:ext uri="{FF2B5EF4-FFF2-40B4-BE49-F238E27FC236}">
                              <a16:creationId xmlns:a16="http://schemas.microsoft.com/office/drawing/2014/main" id="{01177A27-0D55-F869-3787-949E2FF2768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82998" y="77021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0" name="文本框 39">
                          <a:extLst>
                            <a:ext uri="{FF2B5EF4-FFF2-40B4-BE49-F238E27FC236}">
                              <a16:creationId xmlns:a16="http://schemas.microsoft.com/office/drawing/2014/main" id="{01177A27-0D55-F869-3787-949E2FF2768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82998" y="77021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18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文本框 40">
                          <a:extLst>
                            <a:ext uri="{FF2B5EF4-FFF2-40B4-BE49-F238E27FC236}">
                              <a16:creationId xmlns:a16="http://schemas.microsoft.com/office/drawing/2014/main" id="{E9BF21BA-E028-C96A-91CE-FB1B9A05B63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561976" y="1219940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1" name="文本框 40">
                          <a:extLst>
                            <a:ext uri="{FF2B5EF4-FFF2-40B4-BE49-F238E27FC236}">
                              <a16:creationId xmlns:a16="http://schemas.microsoft.com/office/drawing/2014/main" id="{E9BF21BA-E028-C96A-91CE-FB1B9A05B63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561976" y="1219940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19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3" name="文本框 42">
                          <a:extLst>
                            <a:ext uri="{FF2B5EF4-FFF2-40B4-BE49-F238E27FC236}">
                              <a16:creationId xmlns:a16="http://schemas.microsoft.com/office/drawing/2014/main" id="{F66D8615-7205-7693-E407-E0304329D51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70027" y="1123081"/>
                          <a:ext cx="30164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𝑜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3" name="文本框 42">
                          <a:extLst>
                            <a:ext uri="{FF2B5EF4-FFF2-40B4-BE49-F238E27FC236}">
                              <a16:creationId xmlns:a16="http://schemas.microsoft.com/office/drawing/2014/main" id="{F66D8615-7205-7693-E407-E0304329D51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70027" y="1123081"/>
                          <a:ext cx="301647" cy="307777"/>
                        </a:xfrm>
                        <a:prstGeom prst="rect">
                          <a:avLst/>
                        </a:prstGeom>
                        <a:blipFill>
                          <a:blip r:embed="rId16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文本框 43">
                          <a:extLst>
                            <a:ext uri="{FF2B5EF4-FFF2-40B4-BE49-F238E27FC236}">
                              <a16:creationId xmlns:a16="http://schemas.microsoft.com/office/drawing/2014/main" id="{FF8A735C-248A-0562-843F-2875B5B5A67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520165" y="418864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4" name="文本框 43">
                          <a:extLst>
                            <a:ext uri="{FF2B5EF4-FFF2-40B4-BE49-F238E27FC236}">
                              <a16:creationId xmlns:a16="http://schemas.microsoft.com/office/drawing/2014/main" id="{FF8A735C-248A-0562-843F-2875B5B5A67B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520165" y="418864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0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cxnSp>
                <p:nvCxnSpPr>
                  <p:cNvPr id="29" name="直接连接符 28">
                    <a:extLst>
                      <a:ext uri="{FF2B5EF4-FFF2-40B4-BE49-F238E27FC236}">
                        <a16:creationId xmlns:a16="http://schemas.microsoft.com/office/drawing/2014/main" id="{EDC80471-5877-5CD0-F78B-7CA84A2377D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53883" y="2471366"/>
                    <a:ext cx="197964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直接连接符 29">
                    <a:extLst>
                      <a:ext uri="{FF2B5EF4-FFF2-40B4-BE49-F238E27FC236}">
                        <a16:creationId xmlns:a16="http://schemas.microsoft.com/office/drawing/2014/main" id="{D0700F7D-D3CD-4AC7-5861-1431F37E9FB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58172" y="2469079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" name="组合 8">
                  <a:extLst>
                    <a:ext uri="{FF2B5EF4-FFF2-40B4-BE49-F238E27FC236}">
                      <a16:creationId xmlns:a16="http://schemas.microsoft.com/office/drawing/2014/main" id="{47FC53FE-F080-517E-92B2-5FD19E83BAED}"/>
                    </a:ext>
                  </a:extLst>
                </p:cNvPr>
                <p:cNvGrpSpPr/>
                <p:nvPr/>
              </p:nvGrpSpPr>
              <p:grpSpPr>
                <a:xfrm>
                  <a:off x="1247953" y="1952961"/>
                  <a:ext cx="3487935" cy="1502105"/>
                  <a:chOff x="1261807" y="3549837"/>
                  <a:chExt cx="3487935" cy="1502105"/>
                </a:xfrm>
              </p:grpSpPr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527316E0-2665-CA68-5793-424A00DCA51D}"/>
                      </a:ext>
                    </a:extLst>
                  </p:cNvPr>
                  <p:cNvGrpSpPr/>
                  <p:nvPr/>
                </p:nvGrpSpPr>
                <p:grpSpPr>
                  <a:xfrm>
                    <a:off x="1261807" y="3549837"/>
                    <a:ext cx="3487935" cy="1502105"/>
                    <a:chOff x="4377292" y="81598"/>
                    <a:chExt cx="3487935" cy="1502105"/>
                  </a:xfrm>
                </p:grpSpPr>
                <p:cxnSp>
                  <p:nvCxnSpPr>
                    <p:cNvPr id="17" name="直接箭头连接符 16">
                      <a:extLst>
                        <a:ext uri="{FF2B5EF4-FFF2-40B4-BE49-F238E27FC236}">
                          <a16:creationId xmlns:a16="http://schemas.microsoft.com/office/drawing/2014/main" id="{2242F595-9F70-ACD7-DE02-34AB41230A3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8" y="80265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8" name="直接箭头连接符 17">
                      <a:extLst>
                        <a:ext uri="{FF2B5EF4-FFF2-40B4-BE49-F238E27FC236}">
                          <a16:creationId xmlns:a16="http://schemas.microsoft.com/office/drawing/2014/main" id="{22BDF451-2A75-6FC5-DBA3-99ABB2512CC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81888"/>
                      <a:ext cx="0" cy="1401815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9" name="文本框 18">
                          <a:extLst>
                            <a:ext uri="{FF2B5EF4-FFF2-40B4-BE49-F238E27FC236}">
                              <a16:creationId xmlns:a16="http://schemas.microsoft.com/office/drawing/2014/main" id="{E36E2D1A-62A2-9B97-E924-F4871CE5134D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95698" y="81598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9" name="文本框 18">
                          <a:extLst>
                            <a:ext uri="{FF2B5EF4-FFF2-40B4-BE49-F238E27FC236}">
                              <a16:creationId xmlns:a16="http://schemas.microsoft.com/office/drawing/2014/main" id="{E36E2D1A-62A2-9B97-E924-F4871CE5134D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95698" y="81598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0" name="文本框 19">
                          <a:extLst>
                            <a:ext uri="{FF2B5EF4-FFF2-40B4-BE49-F238E27FC236}">
                              <a16:creationId xmlns:a16="http://schemas.microsoft.com/office/drawing/2014/main" id="{B72AE360-F2B7-E856-2A49-0F3307B5402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563570" y="763895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0" name="文本框 19">
                          <a:extLst>
                            <a:ext uri="{FF2B5EF4-FFF2-40B4-BE49-F238E27FC236}">
                              <a16:creationId xmlns:a16="http://schemas.microsoft.com/office/drawing/2014/main" id="{B72AE360-F2B7-E856-2A49-0F3307B54022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563570" y="763895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1" name="文本框 20">
                          <a:extLst>
                            <a:ext uri="{FF2B5EF4-FFF2-40B4-BE49-F238E27FC236}">
                              <a16:creationId xmlns:a16="http://schemas.microsoft.com/office/drawing/2014/main" id="{DF3B3B94-EFD3-AF7E-A365-07F50670F04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95699" y="352427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1" name="文本框 20">
                          <a:extLst>
                            <a:ext uri="{FF2B5EF4-FFF2-40B4-BE49-F238E27FC236}">
                              <a16:creationId xmlns:a16="http://schemas.microsoft.com/office/drawing/2014/main" id="{DF3B3B94-EFD3-AF7E-A365-07F50670F04A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95699" y="352427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2" name="文本框 21">
                          <a:extLst>
                            <a:ext uri="{FF2B5EF4-FFF2-40B4-BE49-F238E27FC236}">
                              <a16:creationId xmlns:a16="http://schemas.microsoft.com/office/drawing/2014/main" id="{00A7E574-6AE1-AAC3-02DD-7F142EDAEA2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77292" y="1192762"/>
                          <a:ext cx="499621" cy="31720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2" name="文本框 21">
                          <a:extLst>
                            <a:ext uri="{FF2B5EF4-FFF2-40B4-BE49-F238E27FC236}">
                              <a16:creationId xmlns:a16="http://schemas.microsoft.com/office/drawing/2014/main" id="{00A7E574-6AE1-AAC3-02DD-7F142EDAEA2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377292" y="1192762"/>
                          <a:ext cx="499621" cy="317203"/>
                        </a:xfrm>
                        <a:prstGeom prst="rect">
                          <a:avLst/>
                        </a:prstGeom>
                        <a:blipFill>
                          <a:blip r:embed="rId24"/>
                          <a:stretch>
                            <a:fillRect r="-4878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" name="文本框 10">
                        <a:extLst>
                          <a:ext uri="{FF2B5EF4-FFF2-40B4-BE49-F238E27FC236}">
                            <a16:creationId xmlns:a16="http://schemas.microsoft.com/office/drawing/2014/main" id="{61E0CFD7-47F1-9BD2-977D-5F09A1CB2F6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25931" y="4132843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1" name="文本框 10">
                        <a:extLst>
                          <a:ext uri="{FF2B5EF4-FFF2-40B4-BE49-F238E27FC236}">
                            <a16:creationId xmlns:a16="http://schemas.microsoft.com/office/drawing/2014/main" id="{61E0CFD7-47F1-9BD2-977D-5F09A1CB2F6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25931" y="4132843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2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2571F0CB-1163-ADD6-AC9A-D789E6B9FF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60919" y="3999429"/>
                    <a:ext cx="197964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" name="直接连接符 14">
                    <a:extLst>
                      <a:ext uri="{FF2B5EF4-FFF2-40B4-BE49-F238E27FC236}">
                        <a16:creationId xmlns:a16="http://schemas.microsoft.com/office/drawing/2014/main" id="{1B830214-FD5A-2C1F-B827-2C3A185110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6583" y="3999429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" name="直接连接符 15">
                    <a:extLst>
                      <a:ext uri="{FF2B5EF4-FFF2-40B4-BE49-F238E27FC236}">
                        <a16:creationId xmlns:a16="http://schemas.microsoft.com/office/drawing/2014/main" id="{DF87B07A-1732-86AC-662B-FCD640AFBD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58173" y="4876308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2" name="任意多边形: 形状 61">
                <a:extLst>
                  <a:ext uri="{FF2B5EF4-FFF2-40B4-BE49-F238E27FC236}">
                    <a16:creationId xmlns:a16="http://schemas.microsoft.com/office/drawing/2014/main" id="{1141150B-4012-9499-87F9-D102A5004B49}"/>
                  </a:ext>
                </a:extLst>
              </p:cNvPr>
              <p:cNvSpPr/>
              <p:nvPr/>
            </p:nvSpPr>
            <p:spPr>
              <a:xfrm>
                <a:off x="5651500" y="2460625"/>
                <a:ext cx="327025" cy="925918"/>
              </a:xfrm>
              <a:custGeom>
                <a:avLst/>
                <a:gdLst>
                  <a:gd name="connsiteX0" fmla="*/ 0 w 327025"/>
                  <a:gd name="connsiteY0" fmla="*/ 0 h 925918"/>
                  <a:gd name="connsiteX1" fmla="*/ 63500 w 327025"/>
                  <a:gd name="connsiteY1" fmla="*/ 22225 h 925918"/>
                  <a:gd name="connsiteX2" fmla="*/ 95250 w 327025"/>
                  <a:gd name="connsiteY2" fmla="*/ 130175 h 925918"/>
                  <a:gd name="connsiteX3" fmla="*/ 117475 w 327025"/>
                  <a:gd name="connsiteY3" fmla="*/ 273050 h 925918"/>
                  <a:gd name="connsiteX4" fmla="*/ 193675 w 327025"/>
                  <a:gd name="connsiteY4" fmla="*/ 876300 h 925918"/>
                  <a:gd name="connsiteX5" fmla="*/ 327025 w 327025"/>
                  <a:gd name="connsiteY5" fmla="*/ 879475 h 9259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7025" h="925918">
                    <a:moveTo>
                      <a:pt x="0" y="0"/>
                    </a:moveTo>
                    <a:cubicBezTo>
                      <a:pt x="23812" y="264"/>
                      <a:pt x="47625" y="529"/>
                      <a:pt x="63500" y="22225"/>
                    </a:cubicBezTo>
                    <a:cubicBezTo>
                      <a:pt x="79375" y="43921"/>
                      <a:pt x="86254" y="88371"/>
                      <a:pt x="95250" y="130175"/>
                    </a:cubicBezTo>
                    <a:cubicBezTo>
                      <a:pt x="104246" y="171979"/>
                      <a:pt x="101071" y="148696"/>
                      <a:pt x="117475" y="273050"/>
                    </a:cubicBezTo>
                    <a:cubicBezTo>
                      <a:pt x="133879" y="397404"/>
                      <a:pt x="158750" y="775229"/>
                      <a:pt x="193675" y="876300"/>
                    </a:cubicBezTo>
                    <a:cubicBezTo>
                      <a:pt x="228600" y="977371"/>
                      <a:pt x="297392" y="895350"/>
                      <a:pt x="327025" y="879475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任意多边形: 形状 62">
                <a:extLst>
                  <a:ext uri="{FF2B5EF4-FFF2-40B4-BE49-F238E27FC236}">
                    <a16:creationId xmlns:a16="http://schemas.microsoft.com/office/drawing/2014/main" id="{1365F16A-C411-C237-9DF6-1CE07DCCF1AD}"/>
                  </a:ext>
                </a:extLst>
              </p:cNvPr>
              <p:cNvSpPr/>
              <p:nvPr/>
            </p:nvSpPr>
            <p:spPr>
              <a:xfrm>
                <a:off x="5972175" y="3289065"/>
                <a:ext cx="171450" cy="51035"/>
              </a:xfrm>
              <a:custGeom>
                <a:avLst/>
                <a:gdLst>
                  <a:gd name="connsiteX0" fmla="*/ 0 w 171450"/>
                  <a:gd name="connsiteY0" fmla="*/ 51035 h 51035"/>
                  <a:gd name="connsiteX1" fmla="*/ 69850 w 171450"/>
                  <a:gd name="connsiteY1" fmla="*/ 6585 h 51035"/>
                  <a:gd name="connsiteX2" fmla="*/ 171450 w 171450"/>
                  <a:gd name="connsiteY2" fmla="*/ 235 h 510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1450" h="51035">
                    <a:moveTo>
                      <a:pt x="0" y="51035"/>
                    </a:moveTo>
                    <a:cubicBezTo>
                      <a:pt x="20637" y="33043"/>
                      <a:pt x="41275" y="15052"/>
                      <a:pt x="69850" y="6585"/>
                    </a:cubicBezTo>
                    <a:cubicBezTo>
                      <a:pt x="98425" y="-1882"/>
                      <a:pt x="171450" y="235"/>
                      <a:pt x="171450" y="235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4" name="直接连接符 63">
                <a:extLst>
                  <a:ext uri="{FF2B5EF4-FFF2-40B4-BE49-F238E27FC236}">
                    <a16:creationId xmlns:a16="http://schemas.microsoft.com/office/drawing/2014/main" id="{74117E1D-2AE9-6C45-39F7-42C046AC10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8128" y="2113100"/>
                <a:ext cx="14098" cy="2988237"/>
              </a:xfrm>
              <a:prstGeom prst="line">
                <a:avLst/>
              </a:prstGeom>
              <a:ln w="9525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直接连接符 65">
                <a:extLst>
                  <a:ext uri="{FF2B5EF4-FFF2-40B4-BE49-F238E27FC236}">
                    <a16:creationId xmlns:a16="http://schemas.microsoft.com/office/drawing/2014/main" id="{20384875-623C-5545-9036-9048C40ABD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38575" y="2113099"/>
                <a:ext cx="14098" cy="2988237"/>
              </a:xfrm>
              <a:prstGeom prst="line">
                <a:avLst/>
              </a:prstGeom>
              <a:ln w="9525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8" name="任意多边形: 形状 67">
                <a:extLst>
                  <a:ext uri="{FF2B5EF4-FFF2-40B4-BE49-F238E27FC236}">
                    <a16:creationId xmlns:a16="http://schemas.microsoft.com/office/drawing/2014/main" id="{2557CA30-16B0-6F8A-EAF5-B697F350F4CF}"/>
                  </a:ext>
                </a:extLst>
              </p:cNvPr>
              <p:cNvSpPr/>
              <p:nvPr/>
            </p:nvSpPr>
            <p:spPr>
              <a:xfrm>
                <a:off x="5650706" y="4090988"/>
                <a:ext cx="1702594" cy="731043"/>
              </a:xfrm>
              <a:custGeom>
                <a:avLst/>
                <a:gdLst>
                  <a:gd name="connsiteX0" fmla="*/ 0 w 1702594"/>
                  <a:gd name="connsiteY0" fmla="*/ 0 h 731043"/>
                  <a:gd name="connsiteX1" fmla="*/ 88107 w 1702594"/>
                  <a:gd name="connsiteY1" fmla="*/ 7143 h 731043"/>
                  <a:gd name="connsiteX2" fmla="*/ 119063 w 1702594"/>
                  <a:gd name="connsiteY2" fmla="*/ 21431 h 731043"/>
                  <a:gd name="connsiteX3" fmla="*/ 161925 w 1702594"/>
                  <a:gd name="connsiteY3" fmla="*/ 33337 h 731043"/>
                  <a:gd name="connsiteX4" fmla="*/ 200025 w 1702594"/>
                  <a:gd name="connsiteY4" fmla="*/ 54768 h 731043"/>
                  <a:gd name="connsiteX5" fmla="*/ 1702594 w 1702594"/>
                  <a:gd name="connsiteY5" fmla="*/ 731043 h 731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02594" h="731043">
                    <a:moveTo>
                      <a:pt x="0" y="0"/>
                    </a:moveTo>
                    <a:cubicBezTo>
                      <a:pt x="34131" y="1785"/>
                      <a:pt x="68263" y="3571"/>
                      <a:pt x="88107" y="7143"/>
                    </a:cubicBezTo>
                    <a:cubicBezTo>
                      <a:pt x="107951" y="10715"/>
                      <a:pt x="106760" y="17065"/>
                      <a:pt x="119063" y="21431"/>
                    </a:cubicBezTo>
                    <a:cubicBezTo>
                      <a:pt x="131366" y="25797"/>
                      <a:pt x="148431" y="27781"/>
                      <a:pt x="161925" y="33337"/>
                    </a:cubicBezTo>
                    <a:cubicBezTo>
                      <a:pt x="175419" y="38893"/>
                      <a:pt x="200025" y="54768"/>
                      <a:pt x="200025" y="54768"/>
                    </a:cubicBezTo>
                    <a:lnTo>
                      <a:pt x="1702594" y="731043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9" name="直接连接符 68">
                <a:extLst>
                  <a:ext uri="{FF2B5EF4-FFF2-40B4-BE49-F238E27FC236}">
                    <a16:creationId xmlns:a16="http://schemas.microsoft.com/office/drawing/2014/main" id="{5E23E80F-5293-9664-48D0-9B3AB91950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36028" y="2129203"/>
                <a:ext cx="14098" cy="2988237"/>
              </a:xfrm>
              <a:prstGeom prst="line">
                <a:avLst/>
              </a:prstGeom>
              <a:ln w="9525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639FA680-E3A1-FD93-A49F-E30718F88CC2}"/>
                  </a:ext>
                </a:extLst>
              </p:cNvPr>
              <p:cNvCxnSpPr>
                <a:cxnSpLocks/>
                <a:stCxn id="63" idx="2"/>
              </p:cNvCxnSpPr>
              <p:nvPr/>
            </p:nvCxnSpPr>
            <p:spPr>
              <a:xfrm flipV="1">
                <a:off x="6143625" y="3289065"/>
                <a:ext cx="1199452" cy="23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任意多边形: 形状 72">
                <a:extLst>
                  <a:ext uri="{FF2B5EF4-FFF2-40B4-BE49-F238E27FC236}">
                    <a16:creationId xmlns:a16="http://schemas.microsoft.com/office/drawing/2014/main" id="{7C3666D8-04F4-097B-FA44-2985AADD4140}"/>
                  </a:ext>
                </a:extLst>
              </p:cNvPr>
              <p:cNvSpPr/>
              <p:nvPr/>
            </p:nvSpPr>
            <p:spPr>
              <a:xfrm>
                <a:off x="7337425" y="2414826"/>
                <a:ext cx="720725" cy="874771"/>
              </a:xfrm>
              <a:custGeom>
                <a:avLst/>
                <a:gdLst>
                  <a:gd name="connsiteX0" fmla="*/ 0 w 720725"/>
                  <a:gd name="connsiteY0" fmla="*/ 871299 h 874771"/>
                  <a:gd name="connsiteX1" fmla="*/ 53975 w 720725"/>
                  <a:gd name="connsiteY1" fmla="*/ 868124 h 874771"/>
                  <a:gd name="connsiteX2" fmla="*/ 76200 w 720725"/>
                  <a:gd name="connsiteY2" fmla="*/ 810974 h 874771"/>
                  <a:gd name="connsiteX3" fmla="*/ 107950 w 720725"/>
                  <a:gd name="connsiteY3" fmla="*/ 633174 h 874771"/>
                  <a:gd name="connsiteX4" fmla="*/ 190500 w 720725"/>
                  <a:gd name="connsiteY4" fmla="*/ 48974 h 874771"/>
                  <a:gd name="connsiteX5" fmla="*/ 311150 w 720725"/>
                  <a:gd name="connsiteY5" fmla="*/ 33099 h 874771"/>
                  <a:gd name="connsiteX6" fmla="*/ 330200 w 720725"/>
                  <a:gd name="connsiteY6" fmla="*/ 48974 h 874771"/>
                  <a:gd name="connsiteX7" fmla="*/ 485775 w 720725"/>
                  <a:gd name="connsiteY7" fmla="*/ 52149 h 874771"/>
                  <a:gd name="connsiteX8" fmla="*/ 720725 w 720725"/>
                  <a:gd name="connsiteY8" fmla="*/ 52149 h 87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20725" h="874771">
                    <a:moveTo>
                      <a:pt x="0" y="871299"/>
                    </a:moveTo>
                    <a:cubicBezTo>
                      <a:pt x="20637" y="874738"/>
                      <a:pt x="41275" y="878178"/>
                      <a:pt x="53975" y="868124"/>
                    </a:cubicBezTo>
                    <a:cubicBezTo>
                      <a:pt x="66675" y="858070"/>
                      <a:pt x="67204" y="850132"/>
                      <a:pt x="76200" y="810974"/>
                    </a:cubicBezTo>
                    <a:cubicBezTo>
                      <a:pt x="85196" y="771816"/>
                      <a:pt x="88900" y="760174"/>
                      <a:pt x="107950" y="633174"/>
                    </a:cubicBezTo>
                    <a:cubicBezTo>
                      <a:pt x="127000" y="506174"/>
                      <a:pt x="156633" y="148986"/>
                      <a:pt x="190500" y="48974"/>
                    </a:cubicBezTo>
                    <a:cubicBezTo>
                      <a:pt x="224367" y="-51038"/>
                      <a:pt x="287867" y="33099"/>
                      <a:pt x="311150" y="33099"/>
                    </a:cubicBezTo>
                    <a:cubicBezTo>
                      <a:pt x="334433" y="33099"/>
                      <a:pt x="301096" y="45799"/>
                      <a:pt x="330200" y="48974"/>
                    </a:cubicBezTo>
                    <a:cubicBezTo>
                      <a:pt x="359304" y="52149"/>
                      <a:pt x="485775" y="52149"/>
                      <a:pt x="485775" y="52149"/>
                    </a:cubicBezTo>
                    <a:lnTo>
                      <a:pt x="720725" y="52149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F47FEDC-B3BD-2DA6-713D-61A6472CD2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9480" y="2138978"/>
                <a:ext cx="14098" cy="2988237"/>
              </a:xfrm>
              <a:prstGeom prst="line">
                <a:avLst/>
              </a:prstGeom>
              <a:ln w="9525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F3E5E91B-0156-D1B1-C385-104314F613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67203" y="2138977"/>
                <a:ext cx="14098" cy="2988237"/>
              </a:xfrm>
              <a:prstGeom prst="line">
                <a:avLst/>
              </a:prstGeom>
              <a:ln w="9525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任意多边形: 形状 75">
                <a:extLst>
                  <a:ext uri="{FF2B5EF4-FFF2-40B4-BE49-F238E27FC236}">
                    <a16:creationId xmlns:a16="http://schemas.microsoft.com/office/drawing/2014/main" id="{436140D0-0C29-A261-D3C0-BD833F14C440}"/>
                  </a:ext>
                </a:extLst>
              </p:cNvPr>
              <p:cNvSpPr/>
              <p:nvPr/>
            </p:nvSpPr>
            <p:spPr>
              <a:xfrm>
                <a:off x="7353300" y="4816475"/>
                <a:ext cx="631825" cy="73634"/>
              </a:xfrm>
              <a:custGeom>
                <a:avLst/>
                <a:gdLst>
                  <a:gd name="connsiteX0" fmla="*/ 0 w 631825"/>
                  <a:gd name="connsiteY0" fmla="*/ 0 h 73634"/>
                  <a:gd name="connsiteX1" fmla="*/ 76200 w 631825"/>
                  <a:gd name="connsiteY1" fmla="*/ 41275 h 73634"/>
                  <a:gd name="connsiteX2" fmla="*/ 180975 w 631825"/>
                  <a:gd name="connsiteY2" fmla="*/ 73025 h 73634"/>
                  <a:gd name="connsiteX3" fmla="*/ 323850 w 631825"/>
                  <a:gd name="connsiteY3" fmla="*/ 12700 h 73634"/>
                  <a:gd name="connsiteX4" fmla="*/ 434975 w 631825"/>
                  <a:gd name="connsiteY4" fmla="*/ 6350 h 73634"/>
                  <a:gd name="connsiteX5" fmla="*/ 631825 w 631825"/>
                  <a:gd name="connsiteY5" fmla="*/ 3175 h 73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31825" h="73634">
                    <a:moveTo>
                      <a:pt x="0" y="0"/>
                    </a:moveTo>
                    <a:cubicBezTo>
                      <a:pt x="23019" y="14552"/>
                      <a:pt x="46038" y="29104"/>
                      <a:pt x="76200" y="41275"/>
                    </a:cubicBezTo>
                    <a:cubicBezTo>
                      <a:pt x="106362" y="53446"/>
                      <a:pt x="139700" y="77787"/>
                      <a:pt x="180975" y="73025"/>
                    </a:cubicBezTo>
                    <a:cubicBezTo>
                      <a:pt x="222250" y="68263"/>
                      <a:pt x="281517" y="23812"/>
                      <a:pt x="323850" y="12700"/>
                    </a:cubicBezTo>
                    <a:cubicBezTo>
                      <a:pt x="366183" y="1588"/>
                      <a:pt x="383646" y="7937"/>
                      <a:pt x="434975" y="6350"/>
                    </a:cubicBezTo>
                    <a:cubicBezTo>
                      <a:pt x="486304" y="4763"/>
                      <a:pt x="559064" y="3969"/>
                      <a:pt x="631825" y="3175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E263DED1-199D-ADE5-716B-8F37D1441B10}"/>
                    </a:ext>
                  </a:extLst>
                </p:cNvPr>
                <p:cNvSpPr txBox="1"/>
                <p:nvPr/>
              </p:nvSpPr>
              <p:spPr>
                <a:xfrm>
                  <a:off x="5405462" y="1912784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E263DED1-199D-ADE5-716B-8F37D1441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462" y="1912784"/>
                  <a:ext cx="301657" cy="2769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B559E0AA-2EF2-8E84-35E2-A1A74B7BD54A}"/>
                    </a:ext>
                  </a:extLst>
                </p:cNvPr>
                <p:cNvSpPr txBox="1"/>
                <p:nvPr/>
              </p:nvSpPr>
              <p:spPr>
                <a:xfrm>
                  <a:off x="5400188" y="2664200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B559E0AA-2EF2-8E84-35E2-A1A74B7BD5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0188" y="2664200"/>
                  <a:ext cx="301657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EFC520A7-194F-EAFA-3C65-BC253B635D94}"/>
                    </a:ext>
                  </a:extLst>
                </p:cNvPr>
                <p:cNvSpPr txBox="1"/>
                <p:nvPr/>
              </p:nvSpPr>
              <p:spPr>
                <a:xfrm>
                  <a:off x="5411066" y="4751355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EFC520A7-194F-EAFA-3C65-BC253B635D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1066" y="4751355"/>
                  <a:ext cx="301657" cy="27699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15FC532-1C05-CDDA-3A39-97DD8B6C55FA}"/>
              </a:ext>
            </a:extLst>
          </p:cNvPr>
          <p:cNvGrpSpPr/>
          <p:nvPr/>
        </p:nvGrpSpPr>
        <p:grpSpPr>
          <a:xfrm>
            <a:off x="7893989" y="1527297"/>
            <a:ext cx="3524717" cy="3875746"/>
            <a:chOff x="4942383" y="1251469"/>
            <a:chExt cx="3524717" cy="3875746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A9FD4D4C-8779-2D73-AB6B-B649389A9BE8}"/>
                </a:ext>
              </a:extLst>
            </p:cNvPr>
            <p:cNvGrpSpPr/>
            <p:nvPr/>
          </p:nvGrpSpPr>
          <p:grpSpPr>
            <a:xfrm>
              <a:off x="4942383" y="1251469"/>
              <a:ext cx="3524717" cy="3857623"/>
              <a:chOff x="1247953" y="1194319"/>
              <a:chExt cx="3524717" cy="3857623"/>
            </a:xfrm>
          </p:grpSpPr>
          <p:grpSp>
            <p:nvGrpSpPr>
              <p:cNvPr id="67" name="组合 66">
                <a:extLst>
                  <a:ext uri="{FF2B5EF4-FFF2-40B4-BE49-F238E27FC236}">
                    <a16:creationId xmlns:a16="http://schemas.microsoft.com/office/drawing/2014/main" id="{B676C8C5-BB59-0E96-50F8-51AE7C0D2C13}"/>
                  </a:ext>
                </a:extLst>
              </p:cNvPr>
              <p:cNvGrpSpPr/>
              <p:nvPr/>
            </p:nvGrpSpPr>
            <p:grpSpPr>
              <a:xfrm>
                <a:off x="1373663" y="1194319"/>
                <a:ext cx="3399007" cy="958370"/>
                <a:chOff x="1373663" y="1194319"/>
                <a:chExt cx="3399007" cy="958370"/>
              </a:xfrm>
            </p:grpSpPr>
            <p:grpSp>
              <p:nvGrpSpPr>
                <p:cNvPr id="99" name="组合 98">
                  <a:extLst>
                    <a:ext uri="{FF2B5EF4-FFF2-40B4-BE49-F238E27FC236}">
                      <a16:creationId xmlns:a16="http://schemas.microsoft.com/office/drawing/2014/main" id="{B675F645-E161-76BC-144E-4CBC82837C53}"/>
                    </a:ext>
                  </a:extLst>
                </p:cNvPr>
                <p:cNvGrpSpPr/>
                <p:nvPr/>
              </p:nvGrpSpPr>
              <p:grpSpPr>
                <a:xfrm>
                  <a:off x="1373663" y="1194319"/>
                  <a:ext cx="3399007" cy="958370"/>
                  <a:chOff x="4489148" y="844566"/>
                  <a:chExt cx="3399007" cy="958370"/>
                </a:xfrm>
              </p:grpSpPr>
              <p:cxnSp>
                <p:nvCxnSpPr>
                  <p:cNvPr id="105" name="直接箭头连接符 104">
                    <a:extLst>
                      <a:ext uri="{FF2B5EF4-FFF2-40B4-BE49-F238E27FC236}">
                        <a16:creationId xmlns:a16="http://schemas.microsoft.com/office/drawing/2014/main" id="{EE8DC1C0-BBC2-41C7-75FB-75D1C8DF27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15837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直接箭头连接符 105">
                    <a:extLst>
                      <a:ext uri="{FF2B5EF4-FFF2-40B4-BE49-F238E27FC236}">
                        <a16:creationId xmlns:a16="http://schemas.microsoft.com/office/drawing/2014/main" id="{E0912B39-9DFF-AD40-FFB8-E8BD6AE891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017960"/>
                    <a:ext cx="0" cy="565743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7" name="文本框 106">
                        <a:extLst>
                          <a:ext uri="{FF2B5EF4-FFF2-40B4-BE49-F238E27FC236}">
                            <a16:creationId xmlns:a16="http://schemas.microsoft.com/office/drawing/2014/main" id="{C10EED95-B3DA-E92C-5586-E2A33ABDD8A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89148" y="844566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07" name="文本框 106">
                        <a:extLst>
                          <a:ext uri="{FF2B5EF4-FFF2-40B4-BE49-F238E27FC236}">
                            <a16:creationId xmlns:a16="http://schemas.microsoft.com/office/drawing/2014/main" id="{C10EED95-B3DA-E92C-5586-E2A33ABDD8A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89148" y="844566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2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8" name="文本框 107">
                        <a:extLst>
                          <a:ext uri="{FF2B5EF4-FFF2-40B4-BE49-F238E27FC236}">
                            <a16:creationId xmlns:a16="http://schemas.microsoft.com/office/drawing/2014/main" id="{32338F6A-D0EF-BA1E-9AB0-AC90F669B07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86498" y="1495159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08" name="文本框 107">
                        <a:extLst>
                          <a:ext uri="{FF2B5EF4-FFF2-40B4-BE49-F238E27FC236}">
                            <a16:creationId xmlns:a16="http://schemas.microsoft.com/office/drawing/2014/main" id="{32338F6A-D0EF-BA1E-9AB0-AC90F669B07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86498" y="1495159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00" name="直接连接符 99">
                  <a:extLst>
                    <a:ext uri="{FF2B5EF4-FFF2-40B4-BE49-F238E27FC236}">
                      <a16:creationId xmlns:a16="http://schemas.microsoft.com/office/drawing/2014/main" id="{165C3902-550B-6840-7F52-6468AD13D2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61600" y="1579444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直接连接符 100">
                  <a:extLst>
                    <a:ext uri="{FF2B5EF4-FFF2-40B4-BE49-F238E27FC236}">
                      <a16:creationId xmlns:a16="http://schemas.microsoft.com/office/drawing/2014/main" id="{8DBC03A2-330A-2CF6-BD03-9D78F77A8A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959564" y="1933456"/>
                  <a:ext cx="2441699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直接连接符 101">
                  <a:extLst>
                    <a:ext uri="{FF2B5EF4-FFF2-40B4-BE49-F238E27FC236}">
                      <a16:creationId xmlns:a16="http://schemas.microsoft.com/office/drawing/2014/main" id="{C18F1A13-3613-5D41-FC47-8DDF012F8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64547" y="1580037"/>
                  <a:ext cx="0" cy="353419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3" name="文本框 102">
                      <a:extLst>
                        <a:ext uri="{FF2B5EF4-FFF2-40B4-BE49-F238E27FC236}">
                          <a16:creationId xmlns:a16="http://schemas.microsoft.com/office/drawing/2014/main" id="{D1B5A02D-C375-606C-8BB3-A178CAAFFCC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53388" y="1719371"/>
                      <a:ext cx="301647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03" name="文本框 102">
                      <a:extLst>
                        <a:ext uri="{FF2B5EF4-FFF2-40B4-BE49-F238E27FC236}">
                          <a16:creationId xmlns:a16="http://schemas.microsoft.com/office/drawing/2014/main" id="{D1B5A02D-C375-606C-8BB3-A178CAAFFCC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53388" y="1719371"/>
                      <a:ext cx="301647" cy="307777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4" name="文本框 103">
                      <a:extLst>
                        <a:ext uri="{FF2B5EF4-FFF2-40B4-BE49-F238E27FC236}">
                          <a16:creationId xmlns:a16="http://schemas.microsoft.com/office/drawing/2014/main" id="{B52170BC-2D77-CBC6-1AEF-B2E9EA4FE2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8907" y="1327968"/>
                      <a:ext cx="49962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∗</m:t>
                                </m:r>
                              </m:sup>
                            </m:sSubSup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04" name="文本框 103">
                      <a:extLst>
                        <a:ext uri="{FF2B5EF4-FFF2-40B4-BE49-F238E27FC236}">
                          <a16:creationId xmlns:a16="http://schemas.microsoft.com/office/drawing/2014/main" id="{B52170BC-2D77-CBC6-1AEF-B2E9EA4FE2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8907" y="1327968"/>
                      <a:ext cx="499621" cy="307777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70" name="直接连接符 69">
                <a:extLst>
                  <a:ext uri="{FF2B5EF4-FFF2-40B4-BE49-F238E27FC236}">
                    <a16:creationId xmlns:a16="http://schemas.microsoft.com/office/drawing/2014/main" id="{2F7E74B8-EC98-7049-AD75-1C6E1DF4EBE4}"/>
                  </a:ext>
                </a:extLst>
              </p:cNvPr>
              <p:cNvCxnSpPr/>
              <p:nvPr/>
            </p:nvCxnSpPr>
            <p:spPr>
              <a:xfrm>
                <a:off x="1956136" y="1933456"/>
                <a:ext cx="8411" cy="3118486"/>
              </a:xfrm>
              <a:prstGeom prst="line">
                <a:avLst/>
              </a:prstGeom>
              <a:ln w="9525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483EDC91-11D0-F3DC-80D1-D3A5738815F1}"/>
                  </a:ext>
                </a:extLst>
              </p:cNvPr>
              <p:cNvGrpSpPr/>
              <p:nvPr/>
            </p:nvGrpSpPr>
            <p:grpSpPr>
              <a:xfrm>
                <a:off x="1366359" y="3537505"/>
                <a:ext cx="3380635" cy="1506682"/>
                <a:chOff x="1367513" y="1976441"/>
                <a:chExt cx="3380635" cy="1506682"/>
              </a:xfrm>
            </p:grpSpPr>
            <p:grpSp>
              <p:nvGrpSpPr>
                <p:cNvPr id="90" name="组合 89">
                  <a:extLst>
                    <a:ext uri="{FF2B5EF4-FFF2-40B4-BE49-F238E27FC236}">
                      <a16:creationId xmlns:a16="http://schemas.microsoft.com/office/drawing/2014/main" id="{6313D461-C538-059B-40F4-A20DF79391E9}"/>
                    </a:ext>
                  </a:extLst>
                </p:cNvPr>
                <p:cNvGrpSpPr/>
                <p:nvPr/>
              </p:nvGrpSpPr>
              <p:grpSpPr>
                <a:xfrm>
                  <a:off x="1367513" y="1976441"/>
                  <a:ext cx="3380635" cy="1506682"/>
                  <a:chOff x="4482998" y="77021"/>
                  <a:chExt cx="3380635" cy="1506682"/>
                </a:xfrm>
              </p:grpSpPr>
              <p:cxnSp>
                <p:nvCxnSpPr>
                  <p:cNvPr id="93" name="直接箭头连接符 92">
                    <a:extLst>
                      <a:ext uri="{FF2B5EF4-FFF2-40B4-BE49-F238E27FC236}">
                        <a16:creationId xmlns:a16="http://schemas.microsoft.com/office/drawing/2014/main" id="{CE87344A-D1DA-BB8E-ABC6-FBED96D7D9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7" y="13043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直接箭头连接符 93">
                    <a:extLst>
                      <a:ext uri="{FF2B5EF4-FFF2-40B4-BE49-F238E27FC236}">
                        <a16:creationId xmlns:a16="http://schemas.microsoft.com/office/drawing/2014/main" id="{10670FA0-503C-4A11-D0AD-00D585127A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81888"/>
                    <a:ext cx="0" cy="1401815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文本框 94">
                        <a:extLst>
                          <a:ext uri="{FF2B5EF4-FFF2-40B4-BE49-F238E27FC236}">
                            <a16:creationId xmlns:a16="http://schemas.microsoft.com/office/drawing/2014/main" id="{10933E77-C045-5642-DFB6-93285447CCB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82998" y="77021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5" name="文本框 94">
                        <a:extLst>
                          <a:ext uri="{FF2B5EF4-FFF2-40B4-BE49-F238E27FC236}">
                            <a16:creationId xmlns:a16="http://schemas.microsoft.com/office/drawing/2014/main" id="{10933E77-C045-5642-DFB6-93285447CC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82998" y="77021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3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文本框 95">
                        <a:extLst>
                          <a:ext uri="{FF2B5EF4-FFF2-40B4-BE49-F238E27FC236}">
                            <a16:creationId xmlns:a16="http://schemas.microsoft.com/office/drawing/2014/main" id="{DDCBBA7D-F8C7-8C53-23A4-7E0780D69AB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61976" y="1219940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6" name="文本框 95">
                        <a:extLst>
                          <a:ext uri="{FF2B5EF4-FFF2-40B4-BE49-F238E27FC236}">
                            <a16:creationId xmlns:a16="http://schemas.microsoft.com/office/drawing/2014/main" id="{DDCBBA7D-F8C7-8C53-23A4-7E0780D69AB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61976" y="1219940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31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文本框 96">
                        <a:extLst>
                          <a:ext uri="{FF2B5EF4-FFF2-40B4-BE49-F238E27FC236}">
                            <a16:creationId xmlns:a16="http://schemas.microsoft.com/office/drawing/2014/main" id="{1CA82828-D442-E38E-496B-3CB8FE96E2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70027" y="1123081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7" name="文本框 96">
                        <a:extLst>
                          <a:ext uri="{FF2B5EF4-FFF2-40B4-BE49-F238E27FC236}">
                            <a16:creationId xmlns:a16="http://schemas.microsoft.com/office/drawing/2014/main" id="{1CA82828-D442-E38E-496B-3CB8FE96E2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70027" y="1123081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2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文本框 97">
                        <a:extLst>
                          <a:ext uri="{FF2B5EF4-FFF2-40B4-BE49-F238E27FC236}">
                            <a16:creationId xmlns:a16="http://schemas.microsoft.com/office/drawing/2014/main" id="{169D93A8-EA83-7BD0-2AC8-E17C31560CD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520165" y="418864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8" name="文本框 97">
                        <a:extLst>
                          <a:ext uri="{FF2B5EF4-FFF2-40B4-BE49-F238E27FC236}">
                            <a16:creationId xmlns:a16="http://schemas.microsoft.com/office/drawing/2014/main" id="{169D93A8-EA83-7BD0-2AC8-E17C31560CD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520165" y="418864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3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91" name="直接连接符 90">
                  <a:extLst>
                    <a:ext uri="{FF2B5EF4-FFF2-40B4-BE49-F238E27FC236}">
                      <a16:creationId xmlns:a16="http://schemas.microsoft.com/office/drawing/2014/main" id="{D82DD5F2-3A06-7913-778E-E07115227A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53883" y="2471366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直接连接符 91">
                  <a:extLst>
                    <a:ext uri="{FF2B5EF4-FFF2-40B4-BE49-F238E27FC236}">
                      <a16:creationId xmlns:a16="http://schemas.microsoft.com/office/drawing/2014/main" id="{D1D6C795-D56C-184D-3A7A-4DE5A025DC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172" y="2469079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36D7AA72-76C9-8245-D6DA-7337F9E8D9AE}"/>
                  </a:ext>
                </a:extLst>
              </p:cNvPr>
              <p:cNvGrpSpPr/>
              <p:nvPr/>
            </p:nvGrpSpPr>
            <p:grpSpPr>
              <a:xfrm>
                <a:off x="1247953" y="1952961"/>
                <a:ext cx="3487935" cy="1502105"/>
                <a:chOff x="1261807" y="3549837"/>
                <a:chExt cx="3487935" cy="1502105"/>
              </a:xfrm>
            </p:grpSpPr>
            <p:grpSp>
              <p:nvGrpSpPr>
                <p:cNvPr id="79" name="组合 78">
                  <a:extLst>
                    <a:ext uri="{FF2B5EF4-FFF2-40B4-BE49-F238E27FC236}">
                      <a16:creationId xmlns:a16="http://schemas.microsoft.com/office/drawing/2014/main" id="{52A5E908-2CE7-3C97-36C2-C13E175CD1B5}"/>
                    </a:ext>
                  </a:extLst>
                </p:cNvPr>
                <p:cNvGrpSpPr/>
                <p:nvPr/>
              </p:nvGrpSpPr>
              <p:grpSpPr>
                <a:xfrm>
                  <a:off x="1261807" y="3549837"/>
                  <a:ext cx="3487935" cy="1502105"/>
                  <a:chOff x="4377292" y="81598"/>
                  <a:chExt cx="3487935" cy="1502105"/>
                </a:xfrm>
              </p:grpSpPr>
              <p:cxnSp>
                <p:nvCxnSpPr>
                  <p:cNvPr id="84" name="直接箭头连接符 83">
                    <a:extLst>
                      <a:ext uri="{FF2B5EF4-FFF2-40B4-BE49-F238E27FC236}">
                        <a16:creationId xmlns:a16="http://schemas.microsoft.com/office/drawing/2014/main" id="{A26F09F2-4ABF-68BA-1293-D3F633DCA7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80265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" name="直接箭头连接符 84">
                    <a:extLst>
                      <a:ext uri="{FF2B5EF4-FFF2-40B4-BE49-F238E27FC236}">
                        <a16:creationId xmlns:a16="http://schemas.microsoft.com/office/drawing/2014/main" id="{C3B496E0-F9E2-8C3C-3214-9ECD7FB86E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81888"/>
                    <a:ext cx="0" cy="1401815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6" name="文本框 85">
                        <a:extLst>
                          <a:ext uri="{FF2B5EF4-FFF2-40B4-BE49-F238E27FC236}">
                            <a16:creationId xmlns:a16="http://schemas.microsoft.com/office/drawing/2014/main" id="{40F9E2D6-65A8-8956-7BB6-EB310A3A9C4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95698" y="81598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86" name="文本框 85">
                        <a:extLst>
                          <a:ext uri="{FF2B5EF4-FFF2-40B4-BE49-F238E27FC236}">
                            <a16:creationId xmlns:a16="http://schemas.microsoft.com/office/drawing/2014/main" id="{40F9E2D6-65A8-8956-7BB6-EB310A3A9C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95698" y="81598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3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7" name="文本框 86">
                        <a:extLst>
                          <a:ext uri="{FF2B5EF4-FFF2-40B4-BE49-F238E27FC236}">
                            <a16:creationId xmlns:a16="http://schemas.microsoft.com/office/drawing/2014/main" id="{A7306DC8-0088-6EFB-3214-F96A81A62C8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63570" y="763895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87" name="文本框 86">
                        <a:extLst>
                          <a:ext uri="{FF2B5EF4-FFF2-40B4-BE49-F238E27FC236}">
                            <a16:creationId xmlns:a16="http://schemas.microsoft.com/office/drawing/2014/main" id="{A7306DC8-0088-6EFB-3214-F96A81A62C8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63570" y="763895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3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8" name="文本框 87">
                        <a:extLst>
                          <a:ext uri="{FF2B5EF4-FFF2-40B4-BE49-F238E27FC236}">
                            <a16:creationId xmlns:a16="http://schemas.microsoft.com/office/drawing/2014/main" id="{4400FD05-75CD-7F54-226A-64EE44FFC34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95699" y="352427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𝑑𝐿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88" name="文本框 87">
                        <a:extLst>
                          <a:ext uri="{FF2B5EF4-FFF2-40B4-BE49-F238E27FC236}">
                            <a16:creationId xmlns:a16="http://schemas.microsoft.com/office/drawing/2014/main" id="{4400FD05-75CD-7F54-226A-64EE44FFC34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95699" y="352427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3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9" name="文本框 88">
                        <a:extLst>
                          <a:ext uri="{FF2B5EF4-FFF2-40B4-BE49-F238E27FC236}">
                            <a16:creationId xmlns:a16="http://schemas.microsoft.com/office/drawing/2014/main" id="{8F3406A4-8242-3D36-EB45-DF144FA359F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377292" y="1192762"/>
                        <a:ext cx="499621" cy="31720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𝑑𝑚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89" name="文本框 88">
                        <a:extLst>
                          <a:ext uri="{FF2B5EF4-FFF2-40B4-BE49-F238E27FC236}">
                            <a16:creationId xmlns:a16="http://schemas.microsoft.com/office/drawing/2014/main" id="{8F3406A4-8242-3D36-EB45-DF144FA359F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377292" y="1192762"/>
                        <a:ext cx="499621" cy="317203"/>
                      </a:xfrm>
                      <a:prstGeom prst="rect">
                        <a:avLst/>
                      </a:prstGeom>
                      <a:blipFill>
                        <a:blip r:embed="rId36"/>
                        <a:stretch>
                          <a:fillRect r="-487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0" name="文本框 79">
                      <a:extLst>
                        <a:ext uri="{FF2B5EF4-FFF2-40B4-BE49-F238E27FC236}">
                          <a16:creationId xmlns:a16="http://schemas.microsoft.com/office/drawing/2014/main" id="{5CDA6786-C16C-C733-783D-2055B114DC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25931" y="4132843"/>
                      <a:ext cx="301647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0" name="文本框 79">
                      <a:extLst>
                        <a:ext uri="{FF2B5EF4-FFF2-40B4-BE49-F238E27FC236}">
                          <a16:creationId xmlns:a16="http://schemas.microsoft.com/office/drawing/2014/main" id="{5CDA6786-C16C-C733-783D-2055B114DC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25931" y="4132843"/>
                      <a:ext cx="301647" cy="307777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1" name="直接连接符 80">
                  <a:extLst>
                    <a:ext uri="{FF2B5EF4-FFF2-40B4-BE49-F238E27FC236}">
                      <a16:creationId xmlns:a16="http://schemas.microsoft.com/office/drawing/2014/main" id="{1EA983B8-1930-EA97-4587-77BBFB526A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60919" y="3999429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直接连接符 81">
                  <a:extLst>
                    <a:ext uri="{FF2B5EF4-FFF2-40B4-BE49-F238E27FC236}">
                      <a16:creationId xmlns:a16="http://schemas.microsoft.com/office/drawing/2014/main" id="{9BE88BE8-E4E7-52BC-BCE7-D34F7470C1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6583" y="3999429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直接连接符 82">
                  <a:extLst>
                    <a:ext uri="{FF2B5EF4-FFF2-40B4-BE49-F238E27FC236}">
                      <a16:creationId xmlns:a16="http://schemas.microsoft.com/office/drawing/2014/main" id="{479DF2E6-0AE9-9DA2-D3FD-6587A31C6B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173" y="4876308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088DE594-E4A9-1A0C-6510-9FFF794BC24B}"/>
                </a:ext>
              </a:extLst>
            </p:cNvPr>
            <p:cNvSpPr/>
            <p:nvPr/>
          </p:nvSpPr>
          <p:spPr>
            <a:xfrm>
              <a:off x="5651500" y="2460625"/>
              <a:ext cx="327025" cy="925918"/>
            </a:xfrm>
            <a:custGeom>
              <a:avLst/>
              <a:gdLst>
                <a:gd name="connsiteX0" fmla="*/ 0 w 327025"/>
                <a:gd name="connsiteY0" fmla="*/ 0 h 925918"/>
                <a:gd name="connsiteX1" fmla="*/ 63500 w 327025"/>
                <a:gd name="connsiteY1" fmla="*/ 22225 h 925918"/>
                <a:gd name="connsiteX2" fmla="*/ 95250 w 327025"/>
                <a:gd name="connsiteY2" fmla="*/ 130175 h 925918"/>
                <a:gd name="connsiteX3" fmla="*/ 117475 w 327025"/>
                <a:gd name="connsiteY3" fmla="*/ 273050 h 925918"/>
                <a:gd name="connsiteX4" fmla="*/ 193675 w 327025"/>
                <a:gd name="connsiteY4" fmla="*/ 876300 h 925918"/>
                <a:gd name="connsiteX5" fmla="*/ 327025 w 327025"/>
                <a:gd name="connsiteY5" fmla="*/ 879475 h 925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025" h="925918">
                  <a:moveTo>
                    <a:pt x="0" y="0"/>
                  </a:moveTo>
                  <a:cubicBezTo>
                    <a:pt x="23812" y="264"/>
                    <a:pt x="47625" y="529"/>
                    <a:pt x="63500" y="22225"/>
                  </a:cubicBezTo>
                  <a:cubicBezTo>
                    <a:pt x="79375" y="43921"/>
                    <a:pt x="86254" y="88371"/>
                    <a:pt x="95250" y="130175"/>
                  </a:cubicBezTo>
                  <a:cubicBezTo>
                    <a:pt x="104246" y="171979"/>
                    <a:pt x="101071" y="148696"/>
                    <a:pt x="117475" y="273050"/>
                  </a:cubicBezTo>
                  <a:cubicBezTo>
                    <a:pt x="133879" y="397404"/>
                    <a:pt x="158750" y="775229"/>
                    <a:pt x="193675" y="876300"/>
                  </a:cubicBezTo>
                  <a:cubicBezTo>
                    <a:pt x="228600" y="977371"/>
                    <a:pt x="297392" y="895350"/>
                    <a:pt x="327025" y="879475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F1C31D15-62E6-637D-20AB-57D2585FE3BC}"/>
                </a:ext>
              </a:extLst>
            </p:cNvPr>
            <p:cNvSpPr/>
            <p:nvPr/>
          </p:nvSpPr>
          <p:spPr>
            <a:xfrm>
              <a:off x="5972175" y="3289065"/>
              <a:ext cx="171450" cy="51035"/>
            </a:xfrm>
            <a:custGeom>
              <a:avLst/>
              <a:gdLst>
                <a:gd name="connsiteX0" fmla="*/ 0 w 171450"/>
                <a:gd name="connsiteY0" fmla="*/ 51035 h 51035"/>
                <a:gd name="connsiteX1" fmla="*/ 69850 w 171450"/>
                <a:gd name="connsiteY1" fmla="*/ 6585 h 51035"/>
                <a:gd name="connsiteX2" fmla="*/ 171450 w 171450"/>
                <a:gd name="connsiteY2" fmla="*/ 235 h 51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1450" h="51035">
                  <a:moveTo>
                    <a:pt x="0" y="51035"/>
                  </a:moveTo>
                  <a:cubicBezTo>
                    <a:pt x="20637" y="33043"/>
                    <a:pt x="41275" y="15052"/>
                    <a:pt x="69850" y="6585"/>
                  </a:cubicBezTo>
                  <a:cubicBezTo>
                    <a:pt x="98425" y="-1882"/>
                    <a:pt x="171450" y="235"/>
                    <a:pt x="171450" y="235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08591A11-4566-DCBD-89EF-82FBB77B31D5}"/>
                </a:ext>
              </a:extLst>
            </p:cNvPr>
            <p:cNvCxnSpPr>
              <a:cxnSpLocks/>
            </p:cNvCxnSpPr>
            <p:nvPr/>
          </p:nvCxnSpPr>
          <p:spPr>
            <a:xfrm>
              <a:off x="5758128" y="2113100"/>
              <a:ext cx="14098" cy="2988237"/>
            </a:xfrm>
            <a:prstGeom prst="line">
              <a:avLst/>
            </a:prstGeom>
            <a:ln w="9525"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88C1895B-4CF6-B27C-0C8C-5415D59130AB}"/>
                </a:ext>
              </a:extLst>
            </p:cNvPr>
            <p:cNvCxnSpPr>
              <a:cxnSpLocks/>
            </p:cNvCxnSpPr>
            <p:nvPr/>
          </p:nvCxnSpPr>
          <p:spPr>
            <a:xfrm>
              <a:off x="5838575" y="2113099"/>
              <a:ext cx="14098" cy="2988237"/>
            </a:xfrm>
            <a:prstGeom prst="line">
              <a:avLst/>
            </a:prstGeom>
            <a:ln w="9525"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C0E7A18-40A3-00FD-DAA1-773744FED740}"/>
                </a:ext>
              </a:extLst>
            </p:cNvPr>
            <p:cNvCxnSpPr>
              <a:cxnSpLocks/>
            </p:cNvCxnSpPr>
            <p:nvPr/>
          </p:nvCxnSpPr>
          <p:spPr>
            <a:xfrm>
              <a:off x="7336028" y="2129203"/>
              <a:ext cx="14098" cy="2988237"/>
            </a:xfrm>
            <a:prstGeom prst="line">
              <a:avLst/>
            </a:prstGeom>
            <a:ln w="9525"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BBB05682-705F-BA48-CA73-4B1B71CF987D}"/>
                </a:ext>
              </a:extLst>
            </p:cNvPr>
            <p:cNvCxnSpPr>
              <a:cxnSpLocks/>
              <a:stCxn id="34" idx="2"/>
            </p:cNvCxnSpPr>
            <p:nvPr/>
          </p:nvCxnSpPr>
          <p:spPr>
            <a:xfrm flipV="1">
              <a:off x="6143625" y="3289065"/>
              <a:ext cx="1199452" cy="23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任意多边形: 形状 48">
              <a:extLst>
                <a:ext uri="{FF2B5EF4-FFF2-40B4-BE49-F238E27FC236}">
                  <a16:creationId xmlns:a16="http://schemas.microsoft.com/office/drawing/2014/main" id="{13DA5D0A-BF23-24C3-4F9E-8F5BF63B222C}"/>
                </a:ext>
              </a:extLst>
            </p:cNvPr>
            <p:cNvSpPr/>
            <p:nvPr/>
          </p:nvSpPr>
          <p:spPr>
            <a:xfrm>
              <a:off x="7337425" y="2414826"/>
              <a:ext cx="720725" cy="874771"/>
            </a:xfrm>
            <a:custGeom>
              <a:avLst/>
              <a:gdLst>
                <a:gd name="connsiteX0" fmla="*/ 0 w 720725"/>
                <a:gd name="connsiteY0" fmla="*/ 871299 h 874771"/>
                <a:gd name="connsiteX1" fmla="*/ 53975 w 720725"/>
                <a:gd name="connsiteY1" fmla="*/ 868124 h 874771"/>
                <a:gd name="connsiteX2" fmla="*/ 76200 w 720725"/>
                <a:gd name="connsiteY2" fmla="*/ 810974 h 874771"/>
                <a:gd name="connsiteX3" fmla="*/ 107950 w 720725"/>
                <a:gd name="connsiteY3" fmla="*/ 633174 h 874771"/>
                <a:gd name="connsiteX4" fmla="*/ 190500 w 720725"/>
                <a:gd name="connsiteY4" fmla="*/ 48974 h 874771"/>
                <a:gd name="connsiteX5" fmla="*/ 311150 w 720725"/>
                <a:gd name="connsiteY5" fmla="*/ 33099 h 874771"/>
                <a:gd name="connsiteX6" fmla="*/ 330200 w 720725"/>
                <a:gd name="connsiteY6" fmla="*/ 48974 h 874771"/>
                <a:gd name="connsiteX7" fmla="*/ 485775 w 720725"/>
                <a:gd name="connsiteY7" fmla="*/ 52149 h 874771"/>
                <a:gd name="connsiteX8" fmla="*/ 720725 w 720725"/>
                <a:gd name="connsiteY8" fmla="*/ 52149 h 874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20725" h="874771">
                  <a:moveTo>
                    <a:pt x="0" y="871299"/>
                  </a:moveTo>
                  <a:cubicBezTo>
                    <a:pt x="20637" y="874738"/>
                    <a:pt x="41275" y="878178"/>
                    <a:pt x="53975" y="868124"/>
                  </a:cubicBezTo>
                  <a:cubicBezTo>
                    <a:pt x="66675" y="858070"/>
                    <a:pt x="67204" y="850132"/>
                    <a:pt x="76200" y="810974"/>
                  </a:cubicBezTo>
                  <a:cubicBezTo>
                    <a:pt x="85196" y="771816"/>
                    <a:pt x="88900" y="760174"/>
                    <a:pt x="107950" y="633174"/>
                  </a:cubicBezTo>
                  <a:cubicBezTo>
                    <a:pt x="127000" y="506174"/>
                    <a:pt x="156633" y="148986"/>
                    <a:pt x="190500" y="48974"/>
                  </a:cubicBezTo>
                  <a:cubicBezTo>
                    <a:pt x="224367" y="-51038"/>
                    <a:pt x="287867" y="33099"/>
                    <a:pt x="311150" y="33099"/>
                  </a:cubicBezTo>
                  <a:cubicBezTo>
                    <a:pt x="334433" y="33099"/>
                    <a:pt x="301096" y="45799"/>
                    <a:pt x="330200" y="48974"/>
                  </a:cubicBezTo>
                  <a:cubicBezTo>
                    <a:pt x="359304" y="52149"/>
                    <a:pt x="485775" y="52149"/>
                    <a:pt x="485775" y="52149"/>
                  </a:cubicBezTo>
                  <a:lnTo>
                    <a:pt x="720725" y="52149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3C0D32D-4CA3-C1C3-1F58-AA273C24A2D5}"/>
                </a:ext>
              </a:extLst>
            </p:cNvPr>
            <p:cNvCxnSpPr>
              <a:cxnSpLocks/>
            </p:cNvCxnSpPr>
            <p:nvPr/>
          </p:nvCxnSpPr>
          <p:spPr>
            <a:xfrm>
              <a:off x="7519480" y="2138978"/>
              <a:ext cx="14098" cy="2988237"/>
            </a:xfrm>
            <a:prstGeom prst="line">
              <a:avLst/>
            </a:prstGeom>
            <a:ln w="9525"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18E1CAA0-15F4-3803-0232-98F6521FEFA3}"/>
                </a:ext>
              </a:extLst>
            </p:cNvPr>
            <p:cNvCxnSpPr>
              <a:cxnSpLocks/>
            </p:cNvCxnSpPr>
            <p:nvPr/>
          </p:nvCxnSpPr>
          <p:spPr>
            <a:xfrm>
              <a:off x="7667203" y="2138977"/>
              <a:ext cx="14098" cy="2988237"/>
            </a:xfrm>
            <a:prstGeom prst="line">
              <a:avLst/>
            </a:prstGeom>
            <a:ln w="9525"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任意多边形: 形状 53">
              <a:extLst>
                <a:ext uri="{FF2B5EF4-FFF2-40B4-BE49-F238E27FC236}">
                  <a16:creationId xmlns:a16="http://schemas.microsoft.com/office/drawing/2014/main" id="{ED0E5BF4-84AE-14AC-950D-2251ECA25BB0}"/>
                </a:ext>
              </a:extLst>
            </p:cNvPr>
            <p:cNvSpPr/>
            <p:nvPr/>
          </p:nvSpPr>
          <p:spPr>
            <a:xfrm>
              <a:off x="7353300" y="4816475"/>
              <a:ext cx="631825" cy="73634"/>
            </a:xfrm>
            <a:custGeom>
              <a:avLst/>
              <a:gdLst>
                <a:gd name="connsiteX0" fmla="*/ 0 w 631825"/>
                <a:gd name="connsiteY0" fmla="*/ 0 h 73634"/>
                <a:gd name="connsiteX1" fmla="*/ 76200 w 631825"/>
                <a:gd name="connsiteY1" fmla="*/ 41275 h 73634"/>
                <a:gd name="connsiteX2" fmla="*/ 180975 w 631825"/>
                <a:gd name="connsiteY2" fmla="*/ 73025 h 73634"/>
                <a:gd name="connsiteX3" fmla="*/ 323850 w 631825"/>
                <a:gd name="connsiteY3" fmla="*/ 12700 h 73634"/>
                <a:gd name="connsiteX4" fmla="*/ 434975 w 631825"/>
                <a:gd name="connsiteY4" fmla="*/ 6350 h 73634"/>
                <a:gd name="connsiteX5" fmla="*/ 631825 w 631825"/>
                <a:gd name="connsiteY5" fmla="*/ 3175 h 73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1825" h="73634">
                  <a:moveTo>
                    <a:pt x="0" y="0"/>
                  </a:moveTo>
                  <a:cubicBezTo>
                    <a:pt x="23019" y="14552"/>
                    <a:pt x="46038" y="29104"/>
                    <a:pt x="76200" y="41275"/>
                  </a:cubicBezTo>
                  <a:cubicBezTo>
                    <a:pt x="106362" y="53446"/>
                    <a:pt x="139700" y="77787"/>
                    <a:pt x="180975" y="73025"/>
                  </a:cubicBezTo>
                  <a:cubicBezTo>
                    <a:pt x="222250" y="68263"/>
                    <a:pt x="281517" y="23812"/>
                    <a:pt x="323850" y="12700"/>
                  </a:cubicBezTo>
                  <a:cubicBezTo>
                    <a:pt x="366183" y="1588"/>
                    <a:pt x="383646" y="7937"/>
                    <a:pt x="434975" y="6350"/>
                  </a:cubicBezTo>
                  <a:cubicBezTo>
                    <a:pt x="486304" y="4763"/>
                    <a:pt x="559064" y="3969"/>
                    <a:pt x="631825" y="3175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D53A5100-A836-A7D0-F25F-2D195E4FF720}"/>
                    </a:ext>
                  </a:extLst>
                </p:cNvPr>
                <p:cNvSpPr txBox="1"/>
                <p:nvPr/>
              </p:nvSpPr>
              <p:spPr>
                <a:xfrm>
                  <a:off x="5405462" y="1912784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D53A5100-A836-A7D0-F25F-2D195E4FF7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462" y="1912784"/>
                  <a:ext cx="30165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B27B0ACA-BA45-0C82-20DA-82EE4B01E1E1}"/>
                    </a:ext>
                  </a:extLst>
                </p:cNvPr>
                <p:cNvSpPr txBox="1"/>
                <p:nvPr/>
              </p:nvSpPr>
              <p:spPr>
                <a:xfrm>
                  <a:off x="5400188" y="2664200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B27B0ACA-BA45-0C82-20DA-82EE4B01E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0188" y="2664200"/>
                  <a:ext cx="301657" cy="27699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8C5C04C4-6EE3-FEDB-DA68-1CC87873FDA5}"/>
                    </a:ext>
                  </a:extLst>
                </p:cNvPr>
                <p:cNvSpPr txBox="1"/>
                <p:nvPr/>
              </p:nvSpPr>
              <p:spPr>
                <a:xfrm>
                  <a:off x="5411066" y="4751355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8C5C04C4-6EE3-FEDB-DA68-1CC87873FD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1066" y="4751355"/>
                  <a:ext cx="301657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任意多边形: 形状 64">
              <a:extLst>
                <a:ext uri="{FF2B5EF4-FFF2-40B4-BE49-F238E27FC236}">
                  <a16:creationId xmlns:a16="http://schemas.microsoft.com/office/drawing/2014/main" id="{52A181C4-F8CE-5FC1-06E4-CE359FC230EE}"/>
                </a:ext>
              </a:extLst>
            </p:cNvPr>
            <p:cNvSpPr/>
            <p:nvPr/>
          </p:nvSpPr>
          <p:spPr>
            <a:xfrm>
              <a:off x="5648325" y="4086225"/>
              <a:ext cx="1698625" cy="730250"/>
            </a:xfrm>
            <a:custGeom>
              <a:avLst/>
              <a:gdLst>
                <a:gd name="connsiteX0" fmla="*/ 0 w 1698625"/>
                <a:gd name="connsiteY0" fmla="*/ 0 h 730250"/>
                <a:gd name="connsiteX1" fmla="*/ 114300 w 1698625"/>
                <a:gd name="connsiteY1" fmla="*/ 28575 h 730250"/>
                <a:gd name="connsiteX2" fmla="*/ 196850 w 1698625"/>
                <a:gd name="connsiteY2" fmla="*/ 68263 h 730250"/>
                <a:gd name="connsiteX3" fmla="*/ 1698625 w 1698625"/>
                <a:gd name="connsiteY3" fmla="*/ 730250 h 73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98625" h="730250">
                  <a:moveTo>
                    <a:pt x="0" y="0"/>
                  </a:moveTo>
                  <a:cubicBezTo>
                    <a:pt x="40746" y="8599"/>
                    <a:pt x="81492" y="17198"/>
                    <a:pt x="114300" y="28575"/>
                  </a:cubicBezTo>
                  <a:cubicBezTo>
                    <a:pt x="147108" y="39952"/>
                    <a:pt x="196850" y="68263"/>
                    <a:pt x="196850" y="68263"/>
                  </a:cubicBezTo>
                  <a:lnTo>
                    <a:pt x="1698625" y="73025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396803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组合 33">
            <a:extLst>
              <a:ext uri="{FF2B5EF4-FFF2-40B4-BE49-F238E27FC236}">
                <a16:creationId xmlns:a16="http://schemas.microsoft.com/office/drawing/2014/main" id="{FF63AF0F-7793-B37D-6922-862451095059}"/>
              </a:ext>
            </a:extLst>
          </p:cNvPr>
          <p:cNvGrpSpPr/>
          <p:nvPr/>
        </p:nvGrpSpPr>
        <p:grpSpPr>
          <a:xfrm>
            <a:off x="2708322" y="1242649"/>
            <a:ext cx="4182672" cy="1519406"/>
            <a:chOff x="2708322" y="1242649"/>
            <a:chExt cx="4182672" cy="1519406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7BD2D0DE-CE02-2CA6-7EB8-FF6C07C4CF9F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>
              <a:off x="2743200" y="1611983"/>
              <a:ext cx="7258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流程图: 汇总连接 6">
              <a:extLst>
                <a:ext uri="{FF2B5EF4-FFF2-40B4-BE49-F238E27FC236}">
                  <a16:creationId xmlns:a16="http://schemas.microsoft.com/office/drawing/2014/main" id="{3C07B695-757D-60AE-326A-1AE45075FDC8}"/>
                </a:ext>
              </a:extLst>
            </p:cNvPr>
            <p:cNvSpPr/>
            <p:nvPr/>
          </p:nvSpPr>
          <p:spPr>
            <a:xfrm>
              <a:off x="3469064" y="1381026"/>
              <a:ext cx="443060" cy="461913"/>
            </a:xfrm>
            <a:prstGeom prst="flowChartSummingJuncti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9E9C25CB-B12C-0D8A-9133-9DC2578CC40B}"/>
                    </a:ext>
                  </a:extLst>
                </p:cNvPr>
                <p:cNvSpPr/>
                <p:nvPr/>
              </p:nvSpPr>
              <p:spPr>
                <a:xfrm>
                  <a:off x="4345756" y="1315038"/>
                  <a:ext cx="593889" cy="593889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9E9C25CB-B12C-0D8A-9133-9DC2578CC4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756" y="1315038"/>
                  <a:ext cx="593889" cy="59388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C372EE9B-AF28-FCC6-4F48-5A92AC206751}"/>
                    </a:ext>
                  </a:extLst>
                </p:cNvPr>
                <p:cNvSpPr/>
                <p:nvPr/>
              </p:nvSpPr>
              <p:spPr>
                <a:xfrm>
                  <a:off x="5373277" y="1315037"/>
                  <a:ext cx="593889" cy="593889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C372EE9B-AF28-FCC6-4F48-5A92AC20675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3277" y="1315037"/>
                  <a:ext cx="593889" cy="59388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D007661A-18FD-38F6-7405-378353CABAAA}"/>
                    </a:ext>
                  </a:extLst>
                </p:cNvPr>
                <p:cNvSpPr/>
                <p:nvPr/>
              </p:nvSpPr>
              <p:spPr>
                <a:xfrm>
                  <a:off x="4939641" y="2328419"/>
                  <a:ext cx="433636" cy="433636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D007661A-18FD-38F6-7405-378353CABA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9641" y="2328419"/>
                  <a:ext cx="433636" cy="43363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24360F8F-8C24-378C-7AD7-275F5D5FF063}"/>
                </a:ext>
              </a:extLst>
            </p:cNvPr>
            <p:cNvCxnSpPr>
              <a:cxnSpLocks/>
              <a:stCxn id="7" idx="6"/>
              <a:endCxn id="8" idx="1"/>
            </p:cNvCxnSpPr>
            <p:nvPr/>
          </p:nvCxnSpPr>
          <p:spPr>
            <a:xfrm>
              <a:off x="3912124" y="1611983"/>
              <a:ext cx="43363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ACA5B384-CB7F-EB55-F44D-CB89DF4502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4939645" y="1611982"/>
              <a:ext cx="43363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A28A1A4B-CE9A-7AEB-2242-76DE660DAC0C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5967166" y="1611982"/>
              <a:ext cx="92382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5F27312F-71CA-C3CA-096C-F908041D166F}"/>
                </a:ext>
              </a:extLst>
            </p:cNvPr>
            <p:cNvCxnSpPr>
              <a:cxnSpLocks/>
              <a:stCxn id="9" idx="3"/>
              <a:endCxn id="10" idx="3"/>
            </p:cNvCxnSpPr>
            <p:nvPr/>
          </p:nvCxnSpPr>
          <p:spPr>
            <a:xfrm flipH="1">
              <a:off x="5373277" y="1611982"/>
              <a:ext cx="593889" cy="933255"/>
            </a:xfrm>
            <a:prstGeom prst="bentConnector3">
              <a:avLst>
                <a:gd name="adj1" fmla="val -38492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箭头连接符 21">
              <a:extLst>
                <a:ext uri="{FF2B5EF4-FFF2-40B4-BE49-F238E27FC236}">
                  <a16:creationId xmlns:a16="http://schemas.microsoft.com/office/drawing/2014/main" id="{92113A1D-2090-FB4A-6CFF-D7E1B7A8DFA1}"/>
                </a:ext>
              </a:extLst>
            </p:cNvPr>
            <p:cNvCxnSpPr>
              <a:cxnSpLocks/>
              <a:stCxn id="10" idx="1"/>
              <a:endCxn id="7" idx="4"/>
            </p:cNvCxnSpPr>
            <p:nvPr/>
          </p:nvCxnSpPr>
          <p:spPr>
            <a:xfrm rot="10800000">
              <a:off x="3690595" y="1842939"/>
              <a:ext cx="1249047" cy="70229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8DF86FAD-D3C2-5F31-858C-E152BFFE5731}"/>
                    </a:ext>
                  </a:extLst>
                </p:cNvPr>
                <p:cNvSpPr txBox="1"/>
                <p:nvPr/>
              </p:nvSpPr>
              <p:spPr>
                <a:xfrm>
                  <a:off x="2708322" y="1242649"/>
                  <a:ext cx="4571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8DF86FAD-D3C2-5F31-858C-E152BFFE57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8322" y="1242649"/>
                  <a:ext cx="45719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12500" r="-575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C788DC6E-50D0-CE0B-6F36-109C29F3AF6B}"/>
                    </a:ext>
                  </a:extLst>
                </p:cNvPr>
                <p:cNvSpPr txBox="1"/>
                <p:nvPr/>
              </p:nvSpPr>
              <p:spPr>
                <a:xfrm>
                  <a:off x="6355079" y="1256788"/>
                  <a:ext cx="4571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C788DC6E-50D0-CE0B-6F36-109C29F3AF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5079" y="1256788"/>
                  <a:ext cx="45719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112500" r="-60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C885B5FE-7453-5605-1EA7-6D87AB01D8D9}"/>
                    </a:ext>
                  </a:extLst>
                </p:cNvPr>
                <p:cNvSpPr txBox="1"/>
                <p:nvPr/>
              </p:nvSpPr>
              <p:spPr>
                <a:xfrm>
                  <a:off x="3363626" y="1824756"/>
                  <a:ext cx="316594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C885B5FE-7453-5605-1EA7-6D87AB01D8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3626" y="1824756"/>
                  <a:ext cx="3165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9644C2D4-6498-85D7-E762-4F2802C210D0}"/>
                    </a:ext>
                  </a:extLst>
                </p:cNvPr>
                <p:cNvSpPr txBox="1"/>
                <p:nvPr/>
              </p:nvSpPr>
              <p:spPr>
                <a:xfrm>
                  <a:off x="3197101" y="1256788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9644C2D4-6498-85D7-E762-4F2802C21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7101" y="1256788"/>
                  <a:ext cx="273380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904990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77E9F-5E6C-49BD-04A1-5147076BC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35F7D8DF-1003-0FE8-D9B6-CA52E6A40F8B}"/>
              </a:ext>
            </a:extLst>
          </p:cNvPr>
          <p:cNvGrpSpPr/>
          <p:nvPr/>
        </p:nvGrpSpPr>
        <p:grpSpPr>
          <a:xfrm>
            <a:off x="1343703" y="1194319"/>
            <a:ext cx="3436867" cy="4066593"/>
            <a:chOff x="1343703" y="1194319"/>
            <a:chExt cx="3436867" cy="4066593"/>
          </a:xfrm>
        </p:grpSpPr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EE80F665-80F0-7E7C-3B9C-DEDC075D0B92}"/>
                </a:ext>
              </a:extLst>
            </p:cNvPr>
            <p:cNvGrpSpPr/>
            <p:nvPr/>
          </p:nvGrpSpPr>
          <p:grpSpPr>
            <a:xfrm>
              <a:off x="1343703" y="1194319"/>
              <a:ext cx="3436867" cy="4030616"/>
              <a:chOff x="1343703" y="1194319"/>
              <a:chExt cx="3436867" cy="4030616"/>
            </a:xfrm>
          </p:grpSpPr>
          <p:grpSp>
            <p:nvGrpSpPr>
              <p:cNvPr id="121" name="组合 120">
                <a:extLst>
                  <a:ext uri="{FF2B5EF4-FFF2-40B4-BE49-F238E27FC236}">
                    <a16:creationId xmlns:a16="http://schemas.microsoft.com/office/drawing/2014/main" id="{289B7567-4AE1-7019-7F3B-92763FF5461F}"/>
                  </a:ext>
                </a:extLst>
              </p:cNvPr>
              <p:cNvGrpSpPr/>
              <p:nvPr/>
            </p:nvGrpSpPr>
            <p:grpSpPr>
              <a:xfrm>
                <a:off x="1373663" y="1194319"/>
                <a:ext cx="3399007" cy="958370"/>
                <a:chOff x="1373663" y="1194319"/>
                <a:chExt cx="3399007" cy="958370"/>
              </a:xfrm>
            </p:grpSpPr>
            <p:grpSp>
              <p:nvGrpSpPr>
                <p:cNvPr id="13" name="组合 12">
                  <a:extLst>
                    <a:ext uri="{FF2B5EF4-FFF2-40B4-BE49-F238E27FC236}">
                      <a16:creationId xmlns:a16="http://schemas.microsoft.com/office/drawing/2014/main" id="{66D89DEB-5818-AD9D-E169-953724BB6D3C}"/>
                    </a:ext>
                  </a:extLst>
                </p:cNvPr>
                <p:cNvGrpSpPr/>
                <p:nvPr/>
              </p:nvGrpSpPr>
              <p:grpSpPr>
                <a:xfrm>
                  <a:off x="1373663" y="1194319"/>
                  <a:ext cx="3399007" cy="958370"/>
                  <a:chOff x="4489148" y="844566"/>
                  <a:chExt cx="3399007" cy="958370"/>
                </a:xfrm>
              </p:grpSpPr>
              <p:cxnSp>
                <p:nvCxnSpPr>
                  <p:cNvPr id="5" name="直接箭头连接符 4">
                    <a:extLst>
                      <a:ext uri="{FF2B5EF4-FFF2-40B4-BE49-F238E27FC236}">
                        <a16:creationId xmlns:a16="http://schemas.microsoft.com/office/drawing/2014/main" id="{BB4C4A01-E93D-2FCE-7566-A90BD2CA8A4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15837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" name="直接箭头连接符 6">
                    <a:extLst>
                      <a:ext uri="{FF2B5EF4-FFF2-40B4-BE49-F238E27FC236}">
                        <a16:creationId xmlns:a16="http://schemas.microsoft.com/office/drawing/2014/main" id="{E9082798-964F-0020-908D-E0094B81BC1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017960"/>
                    <a:ext cx="0" cy="565743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" name="文本框 7">
                        <a:extLst>
                          <a:ext uri="{FF2B5EF4-FFF2-40B4-BE49-F238E27FC236}">
                            <a16:creationId xmlns:a16="http://schemas.microsoft.com/office/drawing/2014/main" id="{682C33A1-F7AA-C6AC-A370-0EF82578F25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89148" y="844566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8" name="文本框 7">
                        <a:extLst>
                          <a:ext uri="{FF2B5EF4-FFF2-40B4-BE49-F238E27FC236}">
                            <a16:creationId xmlns:a16="http://schemas.microsoft.com/office/drawing/2014/main" id="{682C33A1-F7AA-C6AC-A370-0EF82578F2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89148" y="844566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2" name="文本框 11">
                        <a:extLst>
                          <a:ext uri="{FF2B5EF4-FFF2-40B4-BE49-F238E27FC236}">
                            <a16:creationId xmlns:a16="http://schemas.microsoft.com/office/drawing/2014/main" id="{83752033-1700-BDE1-D6BB-0055F2983A1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86498" y="1495159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2" name="文本框 11">
                        <a:extLst>
                          <a:ext uri="{FF2B5EF4-FFF2-40B4-BE49-F238E27FC236}">
                            <a16:creationId xmlns:a16="http://schemas.microsoft.com/office/drawing/2014/main" id="{83752033-1700-BDE1-D6BB-0055F2983A1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86498" y="1495159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" name="文本框 1">
                        <a:extLst>
                          <a:ext uri="{FF2B5EF4-FFF2-40B4-BE49-F238E27FC236}">
                            <a16:creationId xmlns:a16="http://schemas.microsoft.com/office/drawing/2014/main" id="{A75FA084-50FD-EDC2-7335-ABFB23F7D2E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837940" y="1521553"/>
                        <a:ext cx="301657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altLang="zh-CN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oMath>
                          </m:oMathPara>
                        </a14:m>
                        <a:endParaRPr lang="zh-CN" alt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" name="文本框 1">
                        <a:extLst>
                          <a:ext uri="{FF2B5EF4-FFF2-40B4-BE49-F238E27FC236}">
                            <a16:creationId xmlns:a16="http://schemas.microsoft.com/office/drawing/2014/main" id="{A75FA084-50FD-EDC2-7335-ABFB23F7D2E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837940" y="1521553"/>
                        <a:ext cx="301657" cy="276999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37" name="直接连接符 36">
                  <a:extLst>
                    <a:ext uri="{FF2B5EF4-FFF2-40B4-BE49-F238E27FC236}">
                      <a16:creationId xmlns:a16="http://schemas.microsoft.com/office/drawing/2014/main" id="{0F7550C6-2BA4-98AB-A80D-E8974948F0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62867" y="1750362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直接连接符 38">
                  <a:extLst>
                    <a:ext uri="{FF2B5EF4-FFF2-40B4-BE49-F238E27FC236}">
                      <a16:creationId xmlns:a16="http://schemas.microsoft.com/office/drawing/2014/main" id="{82553176-D1E1-2B98-38DE-B8A659827B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956136" y="1580037"/>
                  <a:ext cx="2441699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直接连接符 41">
                  <a:extLst>
                    <a:ext uri="{FF2B5EF4-FFF2-40B4-BE49-F238E27FC236}">
                      <a16:creationId xmlns:a16="http://schemas.microsoft.com/office/drawing/2014/main" id="{46015A4D-7779-1389-21DC-21C6464503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64547" y="1580037"/>
                  <a:ext cx="0" cy="163123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45B6CE25-A1DF-059F-D205-5D6D8576DA6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53388" y="1719371"/>
                      <a:ext cx="301647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45B6CE25-A1DF-059F-D205-5D6D8576DA6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53388" y="1719371"/>
                      <a:ext cx="301647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文本框 53">
                      <a:extLst>
                        <a:ext uri="{FF2B5EF4-FFF2-40B4-BE49-F238E27FC236}">
                          <a16:creationId xmlns:a16="http://schemas.microsoft.com/office/drawing/2014/main" id="{9DA9E524-E901-4FC2-DA84-1185FCA2E13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9022" y="1529774"/>
                      <a:ext cx="348604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∗</m:t>
                                </m:r>
                              </m:sup>
                            </m:sSubSup>
                          </m:oMath>
                        </m:oMathPara>
                      </a14:m>
                      <a:endParaRPr lang="zh-CN" alt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4" name="文本框 53">
                      <a:extLst>
                        <a:ext uri="{FF2B5EF4-FFF2-40B4-BE49-F238E27FC236}">
                          <a16:creationId xmlns:a16="http://schemas.microsoft.com/office/drawing/2014/main" id="{9DA9E524-E901-4FC2-DA84-1185FCA2E13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9022" y="1529774"/>
                      <a:ext cx="348604" cy="24622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文本框 22">
                      <a:extLst>
                        <a:ext uri="{FF2B5EF4-FFF2-40B4-BE49-F238E27FC236}">
                          <a16:creationId xmlns:a16="http://schemas.microsoft.com/office/drawing/2014/main" id="{9C29F274-8D75-51D2-3931-B8A39E8925F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01134" y="1336757"/>
                      <a:ext cx="348604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sz="1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altLang="zh-CN" sz="1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∗</m:t>
                                </m:r>
                              </m:sup>
                            </m:sSubSup>
                          </m:oMath>
                        </m:oMathPara>
                      </a14:m>
                      <a:endParaRPr lang="zh-CN" altLang="en-US" sz="1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文本框 22">
                      <a:extLst>
                        <a:ext uri="{FF2B5EF4-FFF2-40B4-BE49-F238E27FC236}">
                          <a16:creationId xmlns:a16="http://schemas.microsoft.com/office/drawing/2014/main" id="{9C29F274-8D75-51D2-3931-B8A39E8925F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01134" y="1336757"/>
                      <a:ext cx="348604" cy="24622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A3E61569-9D17-9D6E-64E8-281A791D5F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55357" y="1757565"/>
                <a:ext cx="9190" cy="3294377"/>
              </a:xfrm>
              <a:prstGeom prst="line">
                <a:avLst/>
              </a:prstGeom>
              <a:ln w="8890">
                <a:prstDash val="lgDash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122" name="组合 121">
                <a:extLst>
                  <a:ext uri="{FF2B5EF4-FFF2-40B4-BE49-F238E27FC236}">
                    <a16:creationId xmlns:a16="http://schemas.microsoft.com/office/drawing/2014/main" id="{8CA3D823-C29F-5991-83D6-FF68CDE24C17}"/>
                  </a:ext>
                </a:extLst>
              </p:cNvPr>
              <p:cNvGrpSpPr/>
              <p:nvPr/>
            </p:nvGrpSpPr>
            <p:grpSpPr>
              <a:xfrm>
                <a:off x="1366359" y="3537505"/>
                <a:ext cx="3414211" cy="1687430"/>
                <a:chOff x="1367513" y="1976441"/>
                <a:chExt cx="3414211" cy="1687430"/>
              </a:xfrm>
            </p:grpSpPr>
            <p:grpSp>
              <p:nvGrpSpPr>
                <p:cNvPr id="24" name="组合 23">
                  <a:extLst>
                    <a:ext uri="{FF2B5EF4-FFF2-40B4-BE49-F238E27FC236}">
                      <a16:creationId xmlns:a16="http://schemas.microsoft.com/office/drawing/2014/main" id="{B56846FE-7DA4-FEE0-3F99-7A3C3B4AFB28}"/>
                    </a:ext>
                  </a:extLst>
                </p:cNvPr>
                <p:cNvGrpSpPr/>
                <p:nvPr/>
              </p:nvGrpSpPr>
              <p:grpSpPr>
                <a:xfrm>
                  <a:off x="1367513" y="1976441"/>
                  <a:ext cx="3414211" cy="1687430"/>
                  <a:chOff x="4482998" y="77021"/>
                  <a:chExt cx="3414211" cy="1687430"/>
                </a:xfrm>
              </p:grpSpPr>
              <p:cxnSp>
                <p:nvCxnSpPr>
                  <p:cNvPr id="25" name="直接箭头连接符 24">
                    <a:extLst>
                      <a:ext uri="{FF2B5EF4-FFF2-40B4-BE49-F238E27FC236}">
                        <a16:creationId xmlns:a16="http://schemas.microsoft.com/office/drawing/2014/main" id="{19D5D9F7-3126-6C94-97DA-B41DCBD826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15837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直接箭头连接符 25">
                    <a:extLst>
                      <a:ext uri="{FF2B5EF4-FFF2-40B4-BE49-F238E27FC236}">
                        <a16:creationId xmlns:a16="http://schemas.microsoft.com/office/drawing/2014/main" id="{7A7A0E0C-0EA4-62EF-E93B-29BCA1BBFC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81888"/>
                    <a:ext cx="0" cy="1401815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7" name="文本框 26">
                        <a:extLst>
                          <a:ext uri="{FF2B5EF4-FFF2-40B4-BE49-F238E27FC236}">
                            <a16:creationId xmlns:a16="http://schemas.microsoft.com/office/drawing/2014/main" id="{D5AB373E-BA2D-70AA-B6AD-B3E0AF90B56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82998" y="77021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7" name="文本框 26">
                        <a:extLst>
                          <a:ext uri="{FF2B5EF4-FFF2-40B4-BE49-F238E27FC236}">
                            <a16:creationId xmlns:a16="http://schemas.microsoft.com/office/drawing/2014/main" id="{D5AB373E-BA2D-70AA-B6AD-B3E0AF90B56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82998" y="77021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8" name="文本框 27">
                        <a:extLst>
                          <a:ext uri="{FF2B5EF4-FFF2-40B4-BE49-F238E27FC236}">
                            <a16:creationId xmlns:a16="http://schemas.microsoft.com/office/drawing/2014/main" id="{801A8919-9343-846B-4D94-4D261D0784C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95552" y="1456674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8" name="文本框 27">
                        <a:extLst>
                          <a:ext uri="{FF2B5EF4-FFF2-40B4-BE49-F238E27FC236}">
                            <a16:creationId xmlns:a16="http://schemas.microsoft.com/office/drawing/2014/main" id="{801A8919-9343-846B-4D94-4D261D0784C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95552" y="1456674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9" name="文本框 48">
                        <a:extLst>
                          <a:ext uri="{FF2B5EF4-FFF2-40B4-BE49-F238E27FC236}">
                            <a16:creationId xmlns:a16="http://schemas.microsoft.com/office/drawing/2014/main" id="{3E70583B-767E-08B3-E40A-179185072B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75574" y="1373829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9" name="文本框 48">
                        <a:extLst>
                          <a:ext uri="{FF2B5EF4-FFF2-40B4-BE49-F238E27FC236}">
                            <a16:creationId xmlns:a16="http://schemas.microsoft.com/office/drawing/2014/main" id="{3E70583B-767E-08B3-E40A-179185072B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75574" y="1373829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0" name="文本框 89">
                        <a:extLst>
                          <a:ext uri="{FF2B5EF4-FFF2-40B4-BE49-F238E27FC236}">
                            <a16:creationId xmlns:a16="http://schemas.microsoft.com/office/drawing/2014/main" id="{DFDF953F-0D7B-2B38-ECAA-2A1B5D19A11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589923" y="484375"/>
                        <a:ext cx="316789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0" name="文本框 89">
                        <a:extLst>
                          <a:ext uri="{FF2B5EF4-FFF2-40B4-BE49-F238E27FC236}">
                            <a16:creationId xmlns:a16="http://schemas.microsoft.com/office/drawing/2014/main" id="{DFDF953F-0D7B-2B38-ECAA-2A1B5D19A11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589923" y="484375"/>
                        <a:ext cx="316789" cy="307777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7" name="文本框 16">
                        <a:extLst>
                          <a:ext uri="{FF2B5EF4-FFF2-40B4-BE49-F238E27FC236}">
                            <a16:creationId xmlns:a16="http://schemas.microsoft.com/office/drawing/2014/main" id="{288BF9D2-073F-35CC-D029-6C68E50A66F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594870" y="1061264"/>
                        <a:ext cx="316789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7" name="文本框 16">
                        <a:extLst>
                          <a:ext uri="{FF2B5EF4-FFF2-40B4-BE49-F238E27FC236}">
                            <a16:creationId xmlns:a16="http://schemas.microsoft.com/office/drawing/2014/main" id="{288BF9D2-073F-35CC-D029-6C68E50A66F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594870" y="1061264"/>
                        <a:ext cx="316789" cy="307777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57" name="直接连接符 56">
                  <a:extLst>
                    <a:ext uri="{FF2B5EF4-FFF2-40B4-BE49-F238E27FC236}">
                      <a16:creationId xmlns:a16="http://schemas.microsoft.com/office/drawing/2014/main" id="{235BE661-08B7-640A-6789-7DE9FB8007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59611" y="3140274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直接连接符 86">
                  <a:extLst>
                    <a:ext uri="{FF2B5EF4-FFF2-40B4-BE49-F238E27FC236}">
                      <a16:creationId xmlns:a16="http://schemas.microsoft.com/office/drawing/2014/main" id="{C46185FC-3AED-F821-09FB-294CF022D9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2088" y="2640529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3" name="组合 122">
                <a:extLst>
                  <a:ext uri="{FF2B5EF4-FFF2-40B4-BE49-F238E27FC236}">
                    <a16:creationId xmlns:a16="http://schemas.microsoft.com/office/drawing/2014/main" id="{7F781F2A-983E-DC32-7DCF-B68F0199CEA5}"/>
                  </a:ext>
                </a:extLst>
              </p:cNvPr>
              <p:cNvGrpSpPr/>
              <p:nvPr/>
            </p:nvGrpSpPr>
            <p:grpSpPr>
              <a:xfrm>
                <a:off x="1343703" y="1952961"/>
                <a:ext cx="3436867" cy="1738433"/>
                <a:chOff x="1357557" y="3549837"/>
                <a:chExt cx="3436867" cy="1738433"/>
              </a:xfrm>
            </p:grpSpPr>
            <p:grpSp>
              <p:nvGrpSpPr>
                <p:cNvPr id="31" name="组合 30">
                  <a:extLst>
                    <a:ext uri="{FF2B5EF4-FFF2-40B4-BE49-F238E27FC236}">
                      <a16:creationId xmlns:a16="http://schemas.microsoft.com/office/drawing/2014/main" id="{CB0E59E6-5F98-8AD0-28B2-88BB180D9844}"/>
                    </a:ext>
                  </a:extLst>
                </p:cNvPr>
                <p:cNvGrpSpPr/>
                <p:nvPr/>
              </p:nvGrpSpPr>
              <p:grpSpPr>
                <a:xfrm>
                  <a:off x="1357557" y="3549837"/>
                  <a:ext cx="3436867" cy="1738433"/>
                  <a:chOff x="4473042" y="81598"/>
                  <a:chExt cx="3436867" cy="1738433"/>
                </a:xfrm>
              </p:grpSpPr>
              <p:cxnSp>
                <p:nvCxnSpPr>
                  <p:cNvPr id="32" name="直接箭头连接符 31">
                    <a:extLst>
                      <a:ext uri="{FF2B5EF4-FFF2-40B4-BE49-F238E27FC236}">
                        <a16:creationId xmlns:a16="http://schemas.microsoft.com/office/drawing/2014/main" id="{52AA2168-DFBC-926A-57FC-EF319673783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15837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" name="直接箭头连接符 32">
                    <a:extLst>
                      <a:ext uri="{FF2B5EF4-FFF2-40B4-BE49-F238E27FC236}">
                        <a16:creationId xmlns:a16="http://schemas.microsoft.com/office/drawing/2014/main" id="{F988B454-C1EA-B817-1FE5-9FF4937F984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81888"/>
                    <a:ext cx="0" cy="1401815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文本框 33">
                        <a:extLst>
                          <a:ext uri="{FF2B5EF4-FFF2-40B4-BE49-F238E27FC236}">
                            <a16:creationId xmlns:a16="http://schemas.microsoft.com/office/drawing/2014/main" id="{7927735E-039C-F791-4FC6-A2801E02C82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95698" y="81598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4" name="文本框 33">
                        <a:extLst>
                          <a:ext uri="{FF2B5EF4-FFF2-40B4-BE49-F238E27FC236}">
                            <a16:creationId xmlns:a16="http://schemas.microsoft.com/office/drawing/2014/main" id="{7927735E-039C-F791-4FC6-A2801E02C82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95698" y="81598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5" name="文本框 34">
                        <a:extLst>
                          <a:ext uri="{FF2B5EF4-FFF2-40B4-BE49-F238E27FC236}">
                            <a16:creationId xmlns:a16="http://schemas.microsoft.com/office/drawing/2014/main" id="{57355361-B62F-916D-E561-CD650CBB9F5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608252" y="1512254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5" name="文本框 34">
                        <a:extLst>
                          <a:ext uri="{FF2B5EF4-FFF2-40B4-BE49-F238E27FC236}">
                            <a16:creationId xmlns:a16="http://schemas.microsoft.com/office/drawing/2014/main" id="{57355361-B62F-916D-E561-CD650CBB9F5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608252" y="1512254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3" name="文本框 92">
                        <a:extLst>
                          <a:ext uri="{FF2B5EF4-FFF2-40B4-BE49-F238E27FC236}">
                            <a16:creationId xmlns:a16="http://schemas.microsoft.com/office/drawing/2014/main" id="{818C5904-3076-498C-6AC8-031189D23D9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95699" y="352427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𝑑𝑚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3" name="文本框 92">
                        <a:extLst>
                          <a:ext uri="{FF2B5EF4-FFF2-40B4-BE49-F238E27FC236}">
                            <a16:creationId xmlns:a16="http://schemas.microsoft.com/office/drawing/2014/main" id="{818C5904-3076-498C-6AC8-031189D23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95699" y="352427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4" name="文本框 93">
                        <a:extLst>
                          <a:ext uri="{FF2B5EF4-FFF2-40B4-BE49-F238E27FC236}">
                            <a16:creationId xmlns:a16="http://schemas.microsoft.com/office/drawing/2014/main" id="{2F1D087E-20E0-DAE1-058C-2570BD01860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92515" y="1111866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𝑑𝐿</m:t>
                                  </m:r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4" name="文本框 93">
                        <a:extLst>
                          <a:ext uri="{FF2B5EF4-FFF2-40B4-BE49-F238E27FC236}">
                            <a16:creationId xmlns:a16="http://schemas.microsoft.com/office/drawing/2014/main" id="{2F1D087E-20E0-DAE1-058C-2570BD01860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92515" y="1111866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8E616838-51EB-FD5F-152B-0F56B3669DA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73042" y="822561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𝑑𝐿</m:t>
                                  </m:r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8E616838-51EB-FD5F-152B-0F56B3669DA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73042" y="822561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2" name="文本框 51">
                      <a:extLst>
                        <a:ext uri="{FF2B5EF4-FFF2-40B4-BE49-F238E27FC236}">
                          <a16:creationId xmlns:a16="http://schemas.microsoft.com/office/drawing/2014/main" id="{8A2998A7-F931-537B-872A-2404B77B27D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47928" y="4867956"/>
                      <a:ext cx="301647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2" name="文本框 51">
                      <a:extLst>
                        <a:ext uri="{FF2B5EF4-FFF2-40B4-BE49-F238E27FC236}">
                          <a16:creationId xmlns:a16="http://schemas.microsoft.com/office/drawing/2014/main" id="{8A2998A7-F931-537B-872A-2404B77B27D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47928" y="4867956"/>
                      <a:ext cx="301647" cy="307777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8" name="直接连接符 57">
                  <a:extLst>
                    <a:ext uri="{FF2B5EF4-FFF2-40B4-BE49-F238E27FC236}">
                      <a16:creationId xmlns:a16="http://schemas.microsoft.com/office/drawing/2014/main" id="{4E94DBE2-CA04-5C90-AFEC-5A184C0B6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64788" y="4736695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直接连接符 90">
                  <a:extLst>
                    <a:ext uri="{FF2B5EF4-FFF2-40B4-BE49-F238E27FC236}">
                      <a16:creationId xmlns:a16="http://schemas.microsoft.com/office/drawing/2014/main" id="{55C9C30E-427C-0006-8760-C92926CEBD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6583" y="3999429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直接连接符 17">
                  <a:extLst>
                    <a:ext uri="{FF2B5EF4-FFF2-40B4-BE49-F238E27FC236}">
                      <a16:creationId xmlns:a16="http://schemas.microsoft.com/office/drawing/2014/main" id="{71D8A676-D4D1-763C-6E73-E780AFBC9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4788" y="4523747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0E4400E3-1381-9B2D-5349-7A1B72D1B43D}"/>
                    </a:ext>
                  </a:extLst>
                </p:cNvPr>
                <p:cNvSpPr txBox="1"/>
                <p:nvPr/>
              </p:nvSpPr>
              <p:spPr>
                <a:xfrm>
                  <a:off x="1710243" y="3381150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0E4400E3-1381-9B2D-5349-7A1B72D1B4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0243" y="3381150"/>
                  <a:ext cx="301657" cy="27699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F7A842EF-7601-D7E4-531A-8E2503A7DFFB}"/>
                    </a:ext>
                  </a:extLst>
                </p:cNvPr>
                <p:cNvSpPr txBox="1"/>
                <p:nvPr/>
              </p:nvSpPr>
              <p:spPr>
                <a:xfrm>
                  <a:off x="1730771" y="4983913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F7A842EF-7601-D7E4-531A-8E2503A7DF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30771" y="4983913"/>
                  <a:ext cx="301657" cy="27699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5" name="组合 264">
            <a:extLst>
              <a:ext uri="{FF2B5EF4-FFF2-40B4-BE49-F238E27FC236}">
                <a16:creationId xmlns:a16="http://schemas.microsoft.com/office/drawing/2014/main" id="{E24A4B27-A99A-6570-A3A2-962BA9E28EA7}"/>
              </a:ext>
            </a:extLst>
          </p:cNvPr>
          <p:cNvGrpSpPr/>
          <p:nvPr/>
        </p:nvGrpSpPr>
        <p:grpSpPr>
          <a:xfrm>
            <a:off x="5801403" y="1219719"/>
            <a:ext cx="3436867" cy="4066593"/>
            <a:chOff x="5801403" y="1219719"/>
            <a:chExt cx="3436867" cy="4066593"/>
          </a:xfrm>
        </p:grpSpPr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8F396BC3-57EB-1AB2-558F-48506CF1493D}"/>
                </a:ext>
              </a:extLst>
            </p:cNvPr>
            <p:cNvGrpSpPr/>
            <p:nvPr/>
          </p:nvGrpSpPr>
          <p:grpSpPr>
            <a:xfrm>
              <a:off x="5801403" y="1219719"/>
              <a:ext cx="3436867" cy="4066593"/>
              <a:chOff x="1343703" y="1194319"/>
              <a:chExt cx="3436867" cy="4066593"/>
            </a:xfrm>
          </p:grpSpPr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F7EB3CA5-8FFA-33E1-B54F-F2C7EDEBDC65}"/>
                  </a:ext>
                </a:extLst>
              </p:cNvPr>
              <p:cNvGrpSpPr/>
              <p:nvPr/>
            </p:nvGrpSpPr>
            <p:grpSpPr>
              <a:xfrm>
                <a:off x="1343703" y="1194319"/>
                <a:ext cx="3436867" cy="4030616"/>
                <a:chOff x="1343703" y="1194319"/>
                <a:chExt cx="3436867" cy="4030616"/>
              </a:xfrm>
            </p:grpSpPr>
            <p:grpSp>
              <p:nvGrpSpPr>
                <p:cNvPr id="109" name="组合 108">
                  <a:extLst>
                    <a:ext uri="{FF2B5EF4-FFF2-40B4-BE49-F238E27FC236}">
                      <a16:creationId xmlns:a16="http://schemas.microsoft.com/office/drawing/2014/main" id="{3BB0DEDB-6C47-B46E-7592-288A7229B81F}"/>
                    </a:ext>
                  </a:extLst>
                </p:cNvPr>
                <p:cNvGrpSpPr/>
                <p:nvPr/>
              </p:nvGrpSpPr>
              <p:grpSpPr>
                <a:xfrm>
                  <a:off x="1373663" y="1194319"/>
                  <a:ext cx="3399007" cy="958370"/>
                  <a:chOff x="1373663" y="1194319"/>
                  <a:chExt cx="3399007" cy="958370"/>
                </a:xfrm>
              </p:grpSpPr>
              <p:grpSp>
                <p:nvGrpSpPr>
                  <p:cNvPr id="140" name="组合 139">
                    <a:extLst>
                      <a:ext uri="{FF2B5EF4-FFF2-40B4-BE49-F238E27FC236}">
                        <a16:creationId xmlns:a16="http://schemas.microsoft.com/office/drawing/2014/main" id="{1C192A72-C2DB-FB8D-D5C1-40DB5994B17C}"/>
                      </a:ext>
                    </a:extLst>
                  </p:cNvPr>
                  <p:cNvGrpSpPr/>
                  <p:nvPr/>
                </p:nvGrpSpPr>
                <p:grpSpPr>
                  <a:xfrm>
                    <a:off x="1373663" y="1194319"/>
                    <a:ext cx="3399007" cy="958370"/>
                    <a:chOff x="4489148" y="844566"/>
                    <a:chExt cx="3399007" cy="958370"/>
                  </a:xfrm>
                </p:grpSpPr>
                <p:cxnSp>
                  <p:nvCxnSpPr>
                    <p:cNvPr id="147" name="直接箭头连接符 146">
                      <a:extLst>
                        <a:ext uri="{FF2B5EF4-FFF2-40B4-BE49-F238E27FC236}">
                          <a16:creationId xmlns:a16="http://schemas.microsoft.com/office/drawing/2014/main" id="{3149CF16-4887-5979-4CB8-8B2A8ACFC91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8" y="158370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8" name="直接箭头连接符 147">
                      <a:extLst>
                        <a:ext uri="{FF2B5EF4-FFF2-40B4-BE49-F238E27FC236}">
                          <a16:creationId xmlns:a16="http://schemas.microsoft.com/office/drawing/2014/main" id="{5A2F672B-A449-801E-17D2-51157D8781E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017960"/>
                      <a:ext cx="0" cy="565743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49" name="文本框 148">
                          <a:extLst>
                            <a:ext uri="{FF2B5EF4-FFF2-40B4-BE49-F238E27FC236}">
                              <a16:creationId xmlns:a16="http://schemas.microsoft.com/office/drawing/2014/main" id="{6FAC8856-F143-CEA0-14BE-C4631E52B4D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89148" y="844566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∗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49" name="文本框 148">
                          <a:extLst>
                            <a:ext uri="{FF2B5EF4-FFF2-40B4-BE49-F238E27FC236}">
                              <a16:creationId xmlns:a16="http://schemas.microsoft.com/office/drawing/2014/main" id="{6FAC8856-F143-CEA0-14BE-C4631E52B4D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89148" y="844566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19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50" name="文本框 149">
                          <a:extLst>
                            <a:ext uri="{FF2B5EF4-FFF2-40B4-BE49-F238E27FC236}">
                              <a16:creationId xmlns:a16="http://schemas.microsoft.com/office/drawing/2014/main" id="{85BBB5B9-4C51-32D0-68BF-E2D8C1E9C4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586498" y="1495159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50" name="文本框 149">
                          <a:extLst>
                            <a:ext uri="{FF2B5EF4-FFF2-40B4-BE49-F238E27FC236}">
                              <a16:creationId xmlns:a16="http://schemas.microsoft.com/office/drawing/2014/main" id="{85BBB5B9-4C51-32D0-68BF-E2D8C1E9C4A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586498" y="1495159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51" name="文本框 150">
                          <a:extLst>
                            <a:ext uri="{FF2B5EF4-FFF2-40B4-BE49-F238E27FC236}">
                              <a16:creationId xmlns:a16="http://schemas.microsoft.com/office/drawing/2014/main" id="{9B025FDF-2DC0-579B-B1D1-D3F13DCBA02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837940" y="1521553"/>
                          <a:ext cx="301657" cy="27699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zh-CN" altLang="en-US" sz="1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51" name="文本框 150">
                          <a:extLst>
                            <a:ext uri="{FF2B5EF4-FFF2-40B4-BE49-F238E27FC236}">
                              <a16:creationId xmlns:a16="http://schemas.microsoft.com/office/drawing/2014/main" id="{9B025FDF-2DC0-579B-B1D1-D3F13DCBA02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837940" y="1521553"/>
                          <a:ext cx="301657" cy="276999"/>
                        </a:xfrm>
                        <a:prstGeom prst="rect">
                          <a:avLst/>
                        </a:prstGeom>
                        <a:blipFill>
                          <a:blip r:embed="rId20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cxnSp>
                <p:nvCxnSpPr>
                  <p:cNvPr id="141" name="直接连接符 140">
                    <a:extLst>
                      <a:ext uri="{FF2B5EF4-FFF2-40B4-BE49-F238E27FC236}">
                        <a16:creationId xmlns:a16="http://schemas.microsoft.com/office/drawing/2014/main" id="{AC9112C2-2451-8055-C964-6A961EF24E3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62867" y="1750362"/>
                    <a:ext cx="197964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直接连接符 141">
                    <a:extLst>
                      <a:ext uri="{FF2B5EF4-FFF2-40B4-BE49-F238E27FC236}">
                        <a16:creationId xmlns:a16="http://schemas.microsoft.com/office/drawing/2014/main" id="{DBE7E122-845B-E165-DDD2-567A5902858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956136" y="1580037"/>
                    <a:ext cx="2441699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直接连接符 142">
                    <a:extLst>
                      <a:ext uri="{FF2B5EF4-FFF2-40B4-BE49-F238E27FC236}">
                        <a16:creationId xmlns:a16="http://schemas.microsoft.com/office/drawing/2014/main" id="{51ACCBEB-4A52-0F09-7841-331BCD8ABF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964547" y="1580037"/>
                    <a:ext cx="0" cy="163123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4" name="文本框 143">
                        <a:extLst>
                          <a:ext uri="{FF2B5EF4-FFF2-40B4-BE49-F238E27FC236}">
                            <a16:creationId xmlns:a16="http://schemas.microsoft.com/office/drawing/2014/main" id="{4A3ED5B7-C611-0A6E-D82F-CE94AC8A6BE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53388" y="1719371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44" name="文本框 143">
                        <a:extLst>
                          <a:ext uri="{FF2B5EF4-FFF2-40B4-BE49-F238E27FC236}">
                            <a16:creationId xmlns:a16="http://schemas.microsoft.com/office/drawing/2014/main" id="{4A3ED5B7-C611-0A6E-D82F-CE94AC8A6BE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53388" y="1719371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5" name="文本框 144">
                        <a:extLst>
                          <a:ext uri="{FF2B5EF4-FFF2-40B4-BE49-F238E27FC236}">
                            <a16:creationId xmlns:a16="http://schemas.microsoft.com/office/drawing/2014/main" id="{C2E9B2B0-84BA-6230-92D6-B5BA64E1D9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669022" y="1529774"/>
                        <a:ext cx="348604" cy="2462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1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zh-CN" alt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45" name="文本框 144">
                        <a:extLst>
                          <a:ext uri="{FF2B5EF4-FFF2-40B4-BE49-F238E27FC236}">
                            <a16:creationId xmlns:a16="http://schemas.microsoft.com/office/drawing/2014/main" id="{C2E9B2B0-84BA-6230-92D6-B5BA64E1D96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669022" y="1529774"/>
                        <a:ext cx="348604" cy="246221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46" name="文本框 145">
                        <a:extLst>
                          <a:ext uri="{FF2B5EF4-FFF2-40B4-BE49-F238E27FC236}">
                            <a16:creationId xmlns:a16="http://schemas.microsoft.com/office/drawing/2014/main" id="{7BEBE526-E3A0-D38E-E497-4D25766C219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001134" y="1336757"/>
                        <a:ext cx="348604" cy="2462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1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altLang="zh-CN" sz="10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zh-CN" altLang="en-US" sz="1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46" name="文本框 145">
                        <a:extLst>
                          <a:ext uri="{FF2B5EF4-FFF2-40B4-BE49-F238E27FC236}">
                            <a16:creationId xmlns:a16="http://schemas.microsoft.com/office/drawing/2014/main" id="{7BEBE526-E3A0-D38E-E497-4D25766C219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2001134" y="1336757"/>
                        <a:ext cx="348604" cy="246221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10" name="直接连接符 109">
                  <a:extLst>
                    <a:ext uri="{FF2B5EF4-FFF2-40B4-BE49-F238E27FC236}">
                      <a16:creationId xmlns:a16="http://schemas.microsoft.com/office/drawing/2014/main" id="{CE717BDE-5B14-7656-304D-D284858C28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55357" y="1757565"/>
                  <a:ext cx="9190" cy="3294377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30A33BB8-284B-8DFD-5830-A1D94151A522}"/>
                    </a:ext>
                  </a:extLst>
                </p:cNvPr>
                <p:cNvGrpSpPr/>
                <p:nvPr/>
              </p:nvGrpSpPr>
              <p:grpSpPr>
                <a:xfrm>
                  <a:off x="1366359" y="3537505"/>
                  <a:ext cx="3414211" cy="1687430"/>
                  <a:chOff x="1367513" y="1976441"/>
                  <a:chExt cx="3414211" cy="1687430"/>
                </a:xfrm>
              </p:grpSpPr>
              <p:grpSp>
                <p:nvGrpSpPr>
                  <p:cNvPr id="130" name="组合 129">
                    <a:extLst>
                      <a:ext uri="{FF2B5EF4-FFF2-40B4-BE49-F238E27FC236}">
                        <a16:creationId xmlns:a16="http://schemas.microsoft.com/office/drawing/2014/main" id="{97B61DD0-E6A7-FFCF-963D-5C075FF125E7}"/>
                      </a:ext>
                    </a:extLst>
                  </p:cNvPr>
                  <p:cNvGrpSpPr/>
                  <p:nvPr/>
                </p:nvGrpSpPr>
                <p:grpSpPr>
                  <a:xfrm>
                    <a:off x="1367513" y="1976441"/>
                    <a:ext cx="3414211" cy="1687430"/>
                    <a:chOff x="4482998" y="77021"/>
                    <a:chExt cx="3414211" cy="1687430"/>
                  </a:xfrm>
                </p:grpSpPr>
                <p:cxnSp>
                  <p:nvCxnSpPr>
                    <p:cNvPr id="133" name="直接箭头连接符 132">
                      <a:extLst>
                        <a:ext uri="{FF2B5EF4-FFF2-40B4-BE49-F238E27FC236}">
                          <a16:creationId xmlns:a16="http://schemas.microsoft.com/office/drawing/2014/main" id="{4E26CADA-731D-BA20-6A35-7386F13C9F4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8" y="158370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4" name="直接箭头连接符 133">
                      <a:extLst>
                        <a:ext uri="{FF2B5EF4-FFF2-40B4-BE49-F238E27FC236}">
                          <a16:creationId xmlns:a16="http://schemas.microsoft.com/office/drawing/2014/main" id="{5B031F10-F558-AE7C-1A45-2EEF18161A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81888"/>
                      <a:ext cx="0" cy="1401815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35" name="文本框 134">
                          <a:extLst>
                            <a:ext uri="{FF2B5EF4-FFF2-40B4-BE49-F238E27FC236}">
                              <a16:creationId xmlns:a16="http://schemas.microsoft.com/office/drawing/2014/main" id="{B7080482-BA13-8C72-9582-82DFDD352FB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82998" y="77021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35" name="文本框 134">
                          <a:extLst>
                            <a:ext uri="{FF2B5EF4-FFF2-40B4-BE49-F238E27FC236}">
                              <a16:creationId xmlns:a16="http://schemas.microsoft.com/office/drawing/2014/main" id="{B7080482-BA13-8C72-9582-82DFDD352FB4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82998" y="77021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36" name="文本框 135">
                          <a:extLst>
                            <a:ext uri="{FF2B5EF4-FFF2-40B4-BE49-F238E27FC236}">
                              <a16:creationId xmlns:a16="http://schemas.microsoft.com/office/drawing/2014/main" id="{51605F41-14B7-1505-1C92-65A633E3DF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595552" y="1456674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36" name="文本框 135">
                          <a:extLst>
                            <a:ext uri="{FF2B5EF4-FFF2-40B4-BE49-F238E27FC236}">
                              <a16:creationId xmlns:a16="http://schemas.microsoft.com/office/drawing/2014/main" id="{51605F41-14B7-1505-1C92-65A633E3DFC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595552" y="1456674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37" name="文本框 136">
                          <a:extLst>
                            <a:ext uri="{FF2B5EF4-FFF2-40B4-BE49-F238E27FC236}">
                              <a16:creationId xmlns:a16="http://schemas.microsoft.com/office/drawing/2014/main" id="{C01B0454-CBAF-3C8E-A6D2-1DD57DBEE00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75574" y="1373829"/>
                          <a:ext cx="30164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𝑜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37" name="文本框 136">
                          <a:extLst>
                            <a:ext uri="{FF2B5EF4-FFF2-40B4-BE49-F238E27FC236}">
                              <a16:creationId xmlns:a16="http://schemas.microsoft.com/office/drawing/2014/main" id="{C01B0454-CBAF-3C8E-A6D2-1DD57DBEE00A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75574" y="1373829"/>
                          <a:ext cx="301647" cy="307777"/>
                        </a:xfrm>
                        <a:prstGeom prst="rect">
                          <a:avLst/>
                        </a:prstGeom>
                        <a:blipFill>
                          <a:blip r:embed="rId5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38" name="文本框 137">
                          <a:extLst>
                            <a:ext uri="{FF2B5EF4-FFF2-40B4-BE49-F238E27FC236}">
                              <a16:creationId xmlns:a16="http://schemas.microsoft.com/office/drawing/2014/main" id="{23B234F8-817B-7D39-A97A-090C6B66202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589833" y="541153"/>
                          <a:ext cx="31678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38" name="文本框 137">
                          <a:extLst>
                            <a:ext uri="{FF2B5EF4-FFF2-40B4-BE49-F238E27FC236}">
                              <a16:creationId xmlns:a16="http://schemas.microsoft.com/office/drawing/2014/main" id="{23B234F8-817B-7D39-A97A-090C6B66202F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589833" y="541153"/>
                          <a:ext cx="316789" cy="307777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39" name="文本框 138">
                          <a:extLst>
                            <a:ext uri="{FF2B5EF4-FFF2-40B4-BE49-F238E27FC236}">
                              <a16:creationId xmlns:a16="http://schemas.microsoft.com/office/drawing/2014/main" id="{6FAA9BB8-CB25-D947-50DD-2E242AAEA64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594870" y="1061264"/>
                          <a:ext cx="316789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39" name="文本框 138">
                          <a:extLst>
                            <a:ext uri="{FF2B5EF4-FFF2-40B4-BE49-F238E27FC236}">
                              <a16:creationId xmlns:a16="http://schemas.microsoft.com/office/drawing/2014/main" id="{6FAA9BB8-CB25-D947-50DD-2E242AAEA64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594870" y="1061264"/>
                          <a:ext cx="316789" cy="307777"/>
                        </a:xfrm>
                        <a:prstGeom prst="rect">
                          <a:avLst/>
                        </a:prstGeom>
                        <a:blipFill>
                          <a:blip r:embed="rId2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cxnSp>
                <p:nvCxnSpPr>
                  <p:cNvPr id="131" name="直接连接符 130">
                    <a:extLst>
                      <a:ext uri="{FF2B5EF4-FFF2-40B4-BE49-F238E27FC236}">
                        <a16:creationId xmlns:a16="http://schemas.microsoft.com/office/drawing/2014/main" id="{C3B53FDB-C107-B3E5-461B-C15CD19657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59611" y="3140274"/>
                    <a:ext cx="197964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2" name="直接连接符 131">
                    <a:extLst>
                      <a:ext uri="{FF2B5EF4-FFF2-40B4-BE49-F238E27FC236}">
                        <a16:creationId xmlns:a16="http://schemas.microsoft.com/office/drawing/2014/main" id="{1AB39C79-0F63-D6D1-DBE2-0FC5557429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52088" y="2666172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2" name="组合 111">
                  <a:extLst>
                    <a:ext uri="{FF2B5EF4-FFF2-40B4-BE49-F238E27FC236}">
                      <a16:creationId xmlns:a16="http://schemas.microsoft.com/office/drawing/2014/main" id="{CD0367F5-DAC7-3801-5201-42C14EA4247C}"/>
                    </a:ext>
                  </a:extLst>
                </p:cNvPr>
                <p:cNvGrpSpPr/>
                <p:nvPr/>
              </p:nvGrpSpPr>
              <p:grpSpPr>
                <a:xfrm>
                  <a:off x="1343703" y="1952961"/>
                  <a:ext cx="3436867" cy="1738433"/>
                  <a:chOff x="1357557" y="3549837"/>
                  <a:chExt cx="3436867" cy="1738433"/>
                </a:xfrm>
              </p:grpSpPr>
              <p:grpSp>
                <p:nvGrpSpPr>
                  <p:cNvPr id="113" name="组合 112">
                    <a:extLst>
                      <a:ext uri="{FF2B5EF4-FFF2-40B4-BE49-F238E27FC236}">
                        <a16:creationId xmlns:a16="http://schemas.microsoft.com/office/drawing/2014/main" id="{5A013CA1-120F-AD0F-F716-A4B6591B44D4}"/>
                      </a:ext>
                    </a:extLst>
                  </p:cNvPr>
                  <p:cNvGrpSpPr/>
                  <p:nvPr/>
                </p:nvGrpSpPr>
                <p:grpSpPr>
                  <a:xfrm>
                    <a:off x="1357557" y="3549837"/>
                    <a:ext cx="3436867" cy="1738433"/>
                    <a:chOff x="4473042" y="81598"/>
                    <a:chExt cx="3436867" cy="1738433"/>
                  </a:xfrm>
                </p:grpSpPr>
                <p:cxnSp>
                  <p:nvCxnSpPr>
                    <p:cNvPr id="119" name="直接箭头连接符 118">
                      <a:extLst>
                        <a:ext uri="{FF2B5EF4-FFF2-40B4-BE49-F238E27FC236}">
                          <a16:creationId xmlns:a16="http://schemas.microsoft.com/office/drawing/2014/main" id="{3FCA0FE3-68C1-D74B-C3F8-B45102114B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8" y="158370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0" name="直接箭头连接符 119">
                      <a:extLst>
                        <a:ext uri="{FF2B5EF4-FFF2-40B4-BE49-F238E27FC236}">
                          <a16:creationId xmlns:a16="http://schemas.microsoft.com/office/drawing/2014/main" id="{6BBF6E84-6EB5-7FC4-6EE9-372E4DD72BD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81888"/>
                      <a:ext cx="0" cy="1401815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25" name="文本框 124">
                          <a:extLst>
                            <a:ext uri="{FF2B5EF4-FFF2-40B4-BE49-F238E27FC236}">
                              <a16:creationId xmlns:a16="http://schemas.microsoft.com/office/drawing/2014/main" id="{17AE6A9C-6F39-3A53-D4D5-EB84267B9D6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95698" y="81598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25" name="文本框 124">
                          <a:extLst>
                            <a:ext uri="{FF2B5EF4-FFF2-40B4-BE49-F238E27FC236}">
                              <a16:creationId xmlns:a16="http://schemas.microsoft.com/office/drawing/2014/main" id="{17AE6A9C-6F39-3A53-D4D5-EB84267B9D6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95698" y="81598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5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26" name="文本框 125">
                          <a:extLst>
                            <a:ext uri="{FF2B5EF4-FFF2-40B4-BE49-F238E27FC236}">
                              <a16:creationId xmlns:a16="http://schemas.microsoft.com/office/drawing/2014/main" id="{A48D5B6D-E7C8-66EE-602E-03874F859BA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608252" y="1512254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26" name="文本框 125">
                          <a:extLst>
                            <a:ext uri="{FF2B5EF4-FFF2-40B4-BE49-F238E27FC236}">
                              <a16:creationId xmlns:a16="http://schemas.microsoft.com/office/drawing/2014/main" id="{A48D5B6D-E7C8-66EE-602E-03874F859BAF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608252" y="1512254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27" name="文本框 126">
                          <a:extLst>
                            <a:ext uri="{FF2B5EF4-FFF2-40B4-BE49-F238E27FC236}">
                              <a16:creationId xmlns:a16="http://schemas.microsoft.com/office/drawing/2014/main" id="{DF98D86C-47B8-E51C-A026-7CE24D77AE9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95699" y="352427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27" name="文本框 126">
                          <a:extLst>
                            <a:ext uri="{FF2B5EF4-FFF2-40B4-BE49-F238E27FC236}">
                              <a16:creationId xmlns:a16="http://schemas.microsoft.com/office/drawing/2014/main" id="{DF98D86C-47B8-E51C-A026-7CE24D77AE99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95699" y="352427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1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28" name="文本框 127">
                          <a:extLst>
                            <a:ext uri="{FF2B5EF4-FFF2-40B4-BE49-F238E27FC236}">
                              <a16:creationId xmlns:a16="http://schemas.microsoft.com/office/drawing/2014/main" id="{6EB87910-36F7-BCBC-B63E-1025B40FDE1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92515" y="1111866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𝑑𝐿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28" name="文本框 127">
                          <a:extLst>
                            <a:ext uri="{FF2B5EF4-FFF2-40B4-BE49-F238E27FC236}">
                              <a16:creationId xmlns:a16="http://schemas.microsoft.com/office/drawing/2014/main" id="{6EB87910-36F7-BCBC-B63E-1025B40FDE1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92515" y="1111866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6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29" name="文本框 128">
                          <a:extLst>
                            <a:ext uri="{FF2B5EF4-FFF2-40B4-BE49-F238E27FC236}">
                              <a16:creationId xmlns:a16="http://schemas.microsoft.com/office/drawing/2014/main" id="{91988553-FC4C-AF6F-FD76-52F3DAB1E79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73042" y="822561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𝑑𝐿</m:t>
                                    </m:r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29" name="文本框 128">
                          <a:extLst>
                            <a:ext uri="{FF2B5EF4-FFF2-40B4-BE49-F238E27FC236}">
                              <a16:creationId xmlns:a16="http://schemas.microsoft.com/office/drawing/2014/main" id="{91988553-FC4C-AF6F-FD76-52F3DAB1E79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73042" y="822561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7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4" name="文本框 113">
                        <a:extLst>
                          <a:ext uri="{FF2B5EF4-FFF2-40B4-BE49-F238E27FC236}">
                            <a16:creationId xmlns:a16="http://schemas.microsoft.com/office/drawing/2014/main" id="{DAEEF543-47E9-9022-47AD-00C04106C8E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47928" y="4867956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14" name="文本框 113">
                        <a:extLst>
                          <a:ext uri="{FF2B5EF4-FFF2-40B4-BE49-F238E27FC236}">
                            <a16:creationId xmlns:a16="http://schemas.microsoft.com/office/drawing/2014/main" id="{DAEEF543-47E9-9022-47AD-00C04106C8E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47928" y="4867956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115" name="直接连接符 114">
                    <a:extLst>
                      <a:ext uri="{FF2B5EF4-FFF2-40B4-BE49-F238E27FC236}">
                        <a16:creationId xmlns:a16="http://schemas.microsoft.com/office/drawing/2014/main" id="{F645152A-55D7-DBE4-A4D2-B966240413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64788" y="4736695"/>
                    <a:ext cx="197964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直接连接符 115">
                    <a:extLst>
                      <a:ext uri="{FF2B5EF4-FFF2-40B4-BE49-F238E27FC236}">
                        <a16:creationId xmlns:a16="http://schemas.microsoft.com/office/drawing/2014/main" id="{09C3D968-0890-D947-6686-16CD317E13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6583" y="3999429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接连接符 116">
                    <a:extLst>
                      <a:ext uri="{FF2B5EF4-FFF2-40B4-BE49-F238E27FC236}">
                        <a16:creationId xmlns:a16="http://schemas.microsoft.com/office/drawing/2014/main" id="{F0281CAB-D391-CE8A-D3CE-9EF62D12CA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6583" y="4736029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8" name="直接连接符 117">
                    <a:extLst>
                      <a:ext uri="{FF2B5EF4-FFF2-40B4-BE49-F238E27FC236}">
                        <a16:creationId xmlns:a16="http://schemas.microsoft.com/office/drawing/2014/main" id="{926D42A3-293C-6E8B-29D1-6F1C4A91FA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4788" y="4523747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3" name="直接连接符 152">
                  <a:extLst>
                    <a:ext uri="{FF2B5EF4-FFF2-40B4-BE49-F238E27FC236}">
                      <a16:creationId xmlns:a16="http://schemas.microsoft.com/office/drawing/2014/main" id="{72EB4848-4A80-A70F-B120-71DBDAF19B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283" y="2054541"/>
                  <a:ext cx="9804" cy="2997401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直接连接符 155">
                  <a:extLst>
                    <a:ext uri="{FF2B5EF4-FFF2-40B4-BE49-F238E27FC236}">
                      <a16:creationId xmlns:a16="http://schemas.microsoft.com/office/drawing/2014/main" id="{900336CC-E2DC-E889-FFA4-F3AB474B61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80007" y="2054756"/>
                  <a:ext cx="9804" cy="2997401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5" name="直接连接符 254">
                  <a:extLst>
                    <a:ext uri="{FF2B5EF4-FFF2-40B4-BE49-F238E27FC236}">
                      <a16:creationId xmlns:a16="http://schemas.microsoft.com/office/drawing/2014/main" id="{1B9EAEC1-560F-095C-53F8-250A7993E2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86659" y="2053251"/>
                  <a:ext cx="9804" cy="2997401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1" name="直接连接符 260">
                  <a:extLst>
                    <a:ext uri="{FF2B5EF4-FFF2-40B4-BE49-F238E27FC236}">
                      <a16:creationId xmlns:a16="http://schemas.microsoft.com/office/drawing/2014/main" id="{7EDDA36A-05F1-9368-9B54-2E8FE7825F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15718" y="2054541"/>
                  <a:ext cx="9804" cy="2997401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2" name="直接连接符 261">
                  <a:extLst>
                    <a:ext uri="{FF2B5EF4-FFF2-40B4-BE49-F238E27FC236}">
                      <a16:creationId xmlns:a16="http://schemas.microsoft.com/office/drawing/2014/main" id="{8C396304-6EAB-E798-CDFC-430A80D79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4970" y="2053250"/>
                  <a:ext cx="9804" cy="2997401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E707602B-F5E6-EE59-99AE-6F600D32A6B6}"/>
                      </a:ext>
                    </a:extLst>
                  </p:cNvPr>
                  <p:cNvSpPr txBox="1"/>
                  <p:nvPr/>
                </p:nvSpPr>
                <p:spPr>
                  <a:xfrm>
                    <a:off x="1710243" y="3381150"/>
                    <a:ext cx="30165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zh-CN" alt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E707602B-F5E6-EE59-99AE-6F600D32A6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10243" y="3381150"/>
                    <a:ext cx="301657" cy="276999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F4673882-573E-2508-895B-19443452D910}"/>
                      </a:ext>
                    </a:extLst>
                  </p:cNvPr>
                  <p:cNvSpPr txBox="1"/>
                  <p:nvPr/>
                </p:nvSpPr>
                <p:spPr>
                  <a:xfrm>
                    <a:off x="1730771" y="4983913"/>
                    <a:ext cx="30165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zh-CN" alt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F4673882-573E-2508-895B-19443452D9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30771" y="4983913"/>
                    <a:ext cx="301657" cy="276999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52" name="任意多边形: 形状 151">
              <a:extLst>
                <a:ext uri="{FF2B5EF4-FFF2-40B4-BE49-F238E27FC236}">
                  <a16:creationId xmlns:a16="http://schemas.microsoft.com/office/drawing/2014/main" id="{09BE3E06-3921-CEBE-7EC5-654A502FBF0B}"/>
                </a:ext>
              </a:extLst>
            </p:cNvPr>
            <p:cNvSpPr/>
            <p:nvPr/>
          </p:nvSpPr>
          <p:spPr>
            <a:xfrm>
              <a:off x="6415617" y="2429933"/>
              <a:ext cx="518583" cy="733393"/>
            </a:xfrm>
            <a:custGeom>
              <a:avLst/>
              <a:gdLst>
                <a:gd name="connsiteX0" fmla="*/ 0 w 518583"/>
                <a:gd name="connsiteY0" fmla="*/ 732367 h 733393"/>
                <a:gd name="connsiteX1" fmla="*/ 116416 w 518583"/>
                <a:gd name="connsiteY1" fmla="*/ 702734 h 733393"/>
                <a:gd name="connsiteX2" fmla="*/ 254000 w 518583"/>
                <a:gd name="connsiteY2" fmla="*/ 529167 h 733393"/>
                <a:gd name="connsiteX3" fmla="*/ 518583 w 518583"/>
                <a:gd name="connsiteY3" fmla="*/ 0 h 733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8583" h="733393">
                  <a:moveTo>
                    <a:pt x="0" y="732367"/>
                  </a:moveTo>
                  <a:cubicBezTo>
                    <a:pt x="37041" y="734484"/>
                    <a:pt x="74083" y="736601"/>
                    <a:pt x="116416" y="702734"/>
                  </a:cubicBezTo>
                  <a:cubicBezTo>
                    <a:pt x="158749" y="668867"/>
                    <a:pt x="186972" y="646289"/>
                    <a:pt x="254000" y="529167"/>
                  </a:cubicBezTo>
                  <a:cubicBezTo>
                    <a:pt x="321028" y="412045"/>
                    <a:pt x="419805" y="206022"/>
                    <a:pt x="518583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8" name="任意多边形: 形状 257">
              <a:extLst>
                <a:ext uri="{FF2B5EF4-FFF2-40B4-BE49-F238E27FC236}">
                  <a16:creationId xmlns:a16="http://schemas.microsoft.com/office/drawing/2014/main" id="{20694F78-B715-8380-07C3-1E151A38436B}"/>
                </a:ext>
              </a:extLst>
            </p:cNvPr>
            <p:cNvSpPr/>
            <p:nvPr/>
          </p:nvSpPr>
          <p:spPr>
            <a:xfrm>
              <a:off x="6942667" y="2368081"/>
              <a:ext cx="1104900" cy="90763"/>
            </a:xfrm>
            <a:custGeom>
              <a:avLst/>
              <a:gdLst>
                <a:gd name="connsiteX0" fmla="*/ 0 w 1104900"/>
                <a:gd name="connsiteY0" fmla="*/ 55502 h 90763"/>
                <a:gd name="connsiteX1" fmla="*/ 71966 w 1104900"/>
                <a:gd name="connsiteY1" fmla="*/ 469 h 90763"/>
                <a:gd name="connsiteX2" fmla="*/ 156633 w 1104900"/>
                <a:gd name="connsiteY2" fmla="*/ 83019 h 90763"/>
                <a:gd name="connsiteX3" fmla="*/ 226483 w 1104900"/>
                <a:gd name="connsiteY3" fmla="*/ 87252 h 90763"/>
                <a:gd name="connsiteX4" fmla="*/ 1104900 w 1104900"/>
                <a:gd name="connsiteY4" fmla="*/ 89369 h 90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04900" h="90763">
                  <a:moveTo>
                    <a:pt x="0" y="55502"/>
                  </a:moveTo>
                  <a:cubicBezTo>
                    <a:pt x="22930" y="25692"/>
                    <a:pt x="45861" y="-4117"/>
                    <a:pt x="71966" y="469"/>
                  </a:cubicBezTo>
                  <a:cubicBezTo>
                    <a:pt x="98072" y="5055"/>
                    <a:pt x="130880" y="68555"/>
                    <a:pt x="156633" y="83019"/>
                  </a:cubicBezTo>
                  <a:cubicBezTo>
                    <a:pt x="182386" y="97483"/>
                    <a:pt x="226483" y="87252"/>
                    <a:pt x="226483" y="87252"/>
                  </a:cubicBezTo>
                  <a:lnTo>
                    <a:pt x="1104900" y="89369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0" name="任意多边形: 形状 259">
              <a:extLst>
                <a:ext uri="{FF2B5EF4-FFF2-40B4-BE49-F238E27FC236}">
                  <a16:creationId xmlns:a16="http://schemas.microsoft.com/office/drawing/2014/main" id="{9518E241-5F52-80E8-CDEC-56A60C120FEC}"/>
                </a:ext>
              </a:extLst>
            </p:cNvPr>
            <p:cNvSpPr/>
            <p:nvPr/>
          </p:nvSpPr>
          <p:spPr>
            <a:xfrm>
              <a:off x="8039100" y="2453217"/>
              <a:ext cx="668867" cy="586612"/>
            </a:xfrm>
            <a:custGeom>
              <a:avLst/>
              <a:gdLst>
                <a:gd name="connsiteX0" fmla="*/ 0 w 668867"/>
                <a:gd name="connsiteY0" fmla="*/ 0 h 586612"/>
                <a:gd name="connsiteX1" fmla="*/ 76200 w 668867"/>
                <a:gd name="connsiteY1" fmla="*/ 23283 h 586612"/>
                <a:gd name="connsiteX2" fmla="*/ 101600 w 668867"/>
                <a:gd name="connsiteY2" fmla="*/ 105833 h 586612"/>
                <a:gd name="connsiteX3" fmla="*/ 156633 w 668867"/>
                <a:gd name="connsiteY3" fmla="*/ 567266 h 586612"/>
                <a:gd name="connsiteX4" fmla="*/ 298450 w 668867"/>
                <a:gd name="connsiteY4" fmla="*/ 499533 h 586612"/>
                <a:gd name="connsiteX5" fmla="*/ 414867 w 668867"/>
                <a:gd name="connsiteY5" fmla="*/ 495300 h 586612"/>
                <a:gd name="connsiteX6" fmla="*/ 668867 w 668867"/>
                <a:gd name="connsiteY6" fmla="*/ 497416 h 586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8867" h="586612">
                  <a:moveTo>
                    <a:pt x="0" y="0"/>
                  </a:moveTo>
                  <a:cubicBezTo>
                    <a:pt x="29633" y="2822"/>
                    <a:pt x="59267" y="5644"/>
                    <a:pt x="76200" y="23283"/>
                  </a:cubicBezTo>
                  <a:cubicBezTo>
                    <a:pt x="93133" y="40922"/>
                    <a:pt x="88195" y="15169"/>
                    <a:pt x="101600" y="105833"/>
                  </a:cubicBezTo>
                  <a:cubicBezTo>
                    <a:pt x="115006" y="196497"/>
                    <a:pt x="123825" y="501649"/>
                    <a:pt x="156633" y="567266"/>
                  </a:cubicBezTo>
                  <a:cubicBezTo>
                    <a:pt x="189441" y="632883"/>
                    <a:pt x="255411" y="511527"/>
                    <a:pt x="298450" y="499533"/>
                  </a:cubicBezTo>
                  <a:cubicBezTo>
                    <a:pt x="341489" y="487539"/>
                    <a:pt x="414867" y="495300"/>
                    <a:pt x="414867" y="495300"/>
                  </a:cubicBezTo>
                  <a:lnTo>
                    <a:pt x="668867" y="49741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4" name="任意多边形: 形状 263">
              <a:extLst>
                <a:ext uri="{FF2B5EF4-FFF2-40B4-BE49-F238E27FC236}">
                  <a16:creationId xmlns:a16="http://schemas.microsoft.com/office/drawing/2014/main" id="{D37EEBA5-0301-A63D-C42F-7BCAA5EA7F78}"/>
                </a:ext>
              </a:extLst>
            </p:cNvPr>
            <p:cNvSpPr/>
            <p:nvPr/>
          </p:nvSpPr>
          <p:spPr>
            <a:xfrm>
              <a:off x="6405033" y="4172653"/>
              <a:ext cx="2286000" cy="748467"/>
            </a:xfrm>
            <a:custGeom>
              <a:avLst/>
              <a:gdLst>
                <a:gd name="connsiteX0" fmla="*/ 0 w 2286000"/>
                <a:gd name="connsiteY0" fmla="*/ 555980 h 748467"/>
                <a:gd name="connsiteX1" fmla="*/ 76200 w 2286000"/>
                <a:gd name="connsiteY1" fmla="*/ 678747 h 748467"/>
                <a:gd name="connsiteX2" fmla="*/ 207434 w 2286000"/>
                <a:gd name="connsiteY2" fmla="*/ 742247 h 748467"/>
                <a:gd name="connsiteX3" fmla="*/ 283634 w 2286000"/>
                <a:gd name="connsiteY3" fmla="*/ 742247 h 748467"/>
                <a:gd name="connsiteX4" fmla="*/ 419100 w 2286000"/>
                <a:gd name="connsiteY4" fmla="*/ 708380 h 748467"/>
                <a:gd name="connsiteX5" fmla="*/ 546100 w 2286000"/>
                <a:gd name="connsiteY5" fmla="*/ 632180 h 748467"/>
                <a:gd name="connsiteX6" fmla="*/ 1638300 w 2286000"/>
                <a:gd name="connsiteY6" fmla="*/ 73380 h 748467"/>
                <a:gd name="connsiteX7" fmla="*/ 1782234 w 2286000"/>
                <a:gd name="connsiteY7" fmla="*/ 5647 h 748467"/>
                <a:gd name="connsiteX8" fmla="*/ 1926167 w 2286000"/>
                <a:gd name="connsiteY8" fmla="*/ 64914 h 748467"/>
                <a:gd name="connsiteX9" fmla="*/ 2023534 w 2286000"/>
                <a:gd name="connsiteY9" fmla="*/ 64914 h 748467"/>
                <a:gd name="connsiteX10" fmla="*/ 2286000 w 2286000"/>
                <a:gd name="connsiteY10" fmla="*/ 73380 h 748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86000" h="748467">
                  <a:moveTo>
                    <a:pt x="0" y="555980"/>
                  </a:moveTo>
                  <a:cubicBezTo>
                    <a:pt x="20814" y="601841"/>
                    <a:pt x="41628" y="647703"/>
                    <a:pt x="76200" y="678747"/>
                  </a:cubicBezTo>
                  <a:cubicBezTo>
                    <a:pt x="110772" y="709791"/>
                    <a:pt x="172862" y="731664"/>
                    <a:pt x="207434" y="742247"/>
                  </a:cubicBezTo>
                  <a:cubicBezTo>
                    <a:pt x="242006" y="752830"/>
                    <a:pt x="248356" y="747891"/>
                    <a:pt x="283634" y="742247"/>
                  </a:cubicBezTo>
                  <a:cubicBezTo>
                    <a:pt x="318912" y="736603"/>
                    <a:pt x="375356" y="726724"/>
                    <a:pt x="419100" y="708380"/>
                  </a:cubicBezTo>
                  <a:cubicBezTo>
                    <a:pt x="462844" y="690036"/>
                    <a:pt x="546100" y="632180"/>
                    <a:pt x="546100" y="632180"/>
                  </a:cubicBezTo>
                  <a:lnTo>
                    <a:pt x="1638300" y="73380"/>
                  </a:lnTo>
                  <a:cubicBezTo>
                    <a:pt x="1844322" y="-31042"/>
                    <a:pt x="1734256" y="7058"/>
                    <a:pt x="1782234" y="5647"/>
                  </a:cubicBezTo>
                  <a:cubicBezTo>
                    <a:pt x="1830212" y="4236"/>
                    <a:pt x="1885950" y="55036"/>
                    <a:pt x="1926167" y="64914"/>
                  </a:cubicBezTo>
                  <a:cubicBezTo>
                    <a:pt x="1966384" y="74792"/>
                    <a:pt x="2023534" y="64914"/>
                    <a:pt x="2023534" y="64914"/>
                  </a:cubicBezTo>
                  <a:lnTo>
                    <a:pt x="2286000" y="7338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03515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DA920-A1D6-7454-B77F-80077BEAA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17B083A3-C106-F7BD-3A1D-B525DBA0E517}"/>
              </a:ext>
            </a:extLst>
          </p:cNvPr>
          <p:cNvGrpSpPr/>
          <p:nvPr/>
        </p:nvGrpSpPr>
        <p:grpSpPr>
          <a:xfrm>
            <a:off x="225317" y="1351064"/>
            <a:ext cx="3503336" cy="3876143"/>
            <a:chOff x="225317" y="1351064"/>
            <a:chExt cx="3503336" cy="3876143"/>
          </a:xfrm>
        </p:grpSpPr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F2BBF908-DF31-1DE8-2973-81B9700DFE4C}"/>
                </a:ext>
              </a:extLst>
            </p:cNvPr>
            <p:cNvGrpSpPr/>
            <p:nvPr/>
          </p:nvGrpSpPr>
          <p:grpSpPr>
            <a:xfrm>
              <a:off x="225317" y="1351064"/>
              <a:ext cx="3503336" cy="3876143"/>
              <a:chOff x="925164" y="1175269"/>
              <a:chExt cx="3503336" cy="3876143"/>
            </a:xfrm>
          </p:grpSpPr>
          <p:grpSp>
            <p:nvGrpSpPr>
              <p:cNvPr id="125" name="组合 124">
                <a:extLst>
                  <a:ext uri="{FF2B5EF4-FFF2-40B4-BE49-F238E27FC236}">
                    <a16:creationId xmlns:a16="http://schemas.microsoft.com/office/drawing/2014/main" id="{40C57F16-CEF9-8576-7E5F-322B88520D13}"/>
                  </a:ext>
                </a:extLst>
              </p:cNvPr>
              <p:cNvGrpSpPr/>
              <p:nvPr/>
            </p:nvGrpSpPr>
            <p:grpSpPr>
              <a:xfrm>
                <a:off x="925164" y="1175269"/>
                <a:ext cx="3503336" cy="3876143"/>
                <a:chOff x="1269334" y="1194319"/>
                <a:chExt cx="3503336" cy="3876143"/>
              </a:xfrm>
            </p:grpSpPr>
            <p:grpSp>
              <p:nvGrpSpPr>
                <p:cNvPr id="126" name="组合 125">
                  <a:extLst>
                    <a:ext uri="{FF2B5EF4-FFF2-40B4-BE49-F238E27FC236}">
                      <a16:creationId xmlns:a16="http://schemas.microsoft.com/office/drawing/2014/main" id="{357FFD55-37B2-F34A-F492-A989F1ADAE71}"/>
                    </a:ext>
                  </a:extLst>
                </p:cNvPr>
                <p:cNvGrpSpPr/>
                <p:nvPr/>
              </p:nvGrpSpPr>
              <p:grpSpPr>
                <a:xfrm>
                  <a:off x="1373663" y="1194319"/>
                  <a:ext cx="3399007" cy="958370"/>
                  <a:chOff x="1373663" y="1194319"/>
                  <a:chExt cx="3399007" cy="958370"/>
                </a:xfrm>
              </p:grpSpPr>
              <p:grpSp>
                <p:nvGrpSpPr>
                  <p:cNvPr id="150" name="组合 149">
                    <a:extLst>
                      <a:ext uri="{FF2B5EF4-FFF2-40B4-BE49-F238E27FC236}">
                        <a16:creationId xmlns:a16="http://schemas.microsoft.com/office/drawing/2014/main" id="{6B0371C8-6F82-3CEE-8A52-411B69C5B19D}"/>
                      </a:ext>
                    </a:extLst>
                  </p:cNvPr>
                  <p:cNvGrpSpPr/>
                  <p:nvPr/>
                </p:nvGrpSpPr>
                <p:grpSpPr>
                  <a:xfrm>
                    <a:off x="1373663" y="1194319"/>
                    <a:ext cx="3399007" cy="958370"/>
                    <a:chOff x="4489148" y="844566"/>
                    <a:chExt cx="3399007" cy="958370"/>
                  </a:xfrm>
                </p:grpSpPr>
                <p:cxnSp>
                  <p:nvCxnSpPr>
                    <p:cNvPr id="156" name="直接箭头连接符 155">
                      <a:extLst>
                        <a:ext uri="{FF2B5EF4-FFF2-40B4-BE49-F238E27FC236}">
                          <a16:creationId xmlns:a16="http://schemas.microsoft.com/office/drawing/2014/main" id="{C35886E4-D213-19E3-2333-45BA5532E45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8" y="158370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7" name="直接箭头连接符 156">
                      <a:extLst>
                        <a:ext uri="{FF2B5EF4-FFF2-40B4-BE49-F238E27FC236}">
                          <a16:creationId xmlns:a16="http://schemas.microsoft.com/office/drawing/2014/main" id="{3CB8B4BA-EE7C-A151-25DA-1879BC20C5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017960"/>
                      <a:ext cx="0" cy="565743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58" name="文本框 157">
                          <a:extLst>
                            <a:ext uri="{FF2B5EF4-FFF2-40B4-BE49-F238E27FC236}">
                              <a16:creationId xmlns:a16="http://schemas.microsoft.com/office/drawing/2014/main" id="{B8D55177-666B-E262-A801-BE9132E6B65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89148" y="844566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sub>
                                  <m:sup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∗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58" name="文本框 157">
                          <a:extLst>
                            <a:ext uri="{FF2B5EF4-FFF2-40B4-BE49-F238E27FC236}">
                              <a16:creationId xmlns:a16="http://schemas.microsoft.com/office/drawing/2014/main" id="{B8D55177-666B-E262-A801-BE9132E6B65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89148" y="844566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2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59" name="文本框 158">
                          <a:extLst>
                            <a:ext uri="{FF2B5EF4-FFF2-40B4-BE49-F238E27FC236}">
                              <a16:creationId xmlns:a16="http://schemas.microsoft.com/office/drawing/2014/main" id="{27318B97-7CCD-55E0-B4B1-0E220601874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586498" y="1495159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59" name="文本框 158">
                          <a:extLst>
                            <a:ext uri="{FF2B5EF4-FFF2-40B4-BE49-F238E27FC236}">
                              <a16:creationId xmlns:a16="http://schemas.microsoft.com/office/drawing/2014/main" id="{27318B97-7CCD-55E0-B4B1-0E2206018744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586498" y="1495159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cxnSp>
                <p:nvCxnSpPr>
                  <p:cNvPr id="151" name="直接连接符 150">
                    <a:extLst>
                      <a:ext uri="{FF2B5EF4-FFF2-40B4-BE49-F238E27FC236}">
                        <a16:creationId xmlns:a16="http://schemas.microsoft.com/office/drawing/2014/main" id="{9B81E14D-CD9B-0736-9A5D-B5A88BB764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61600" y="1579444"/>
                    <a:ext cx="197964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直接连接符 151">
                    <a:extLst>
                      <a:ext uri="{FF2B5EF4-FFF2-40B4-BE49-F238E27FC236}">
                        <a16:creationId xmlns:a16="http://schemas.microsoft.com/office/drawing/2014/main" id="{8C90EE1D-1985-23F6-73B7-C2DF8BEC0F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956136" y="1756746"/>
                    <a:ext cx="2441699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直接连接符 152">
                    <a:extLst>
                      <a:ext uri="{FF2B5EF4-FFF2-40B4-BE49-F238E27FC236}">
                        <a16:creationId xmlns:a16="http://schemas.microsoft.com/office/drawing/2014/main" id="{D066FB0B-20F9-8D23-C75E-E0142FF329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964547" y="1580037"/>
                    <a:ext cx="0" cy="176709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4" name="文本框 153">
                        <a:extLst>
                          <a:ext uri="{FF2B5EF4-FFF2-40B4-BE49-F238E27FC236}">
                            <a16:creationId xmlns:a16="http://schemas.microsoft.com/office/drawing/2014/main" id="{FAB4E51E-2475-2398-755F-A2F6E5CA93A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53388" y="1719371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54" name="文本框 153">
                        <a:extLst>
                          <a:ext uri="{FF2B5EF4-FFF2-40B4-BE49-F238E27FC236}">
                            <a16:creationId xmlns:a16="http://schemas.microsoft.com/office/drawing/2014/main" id="{FAB4E51E-2475-2398-755F-A2F6E5CA93A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53388" y="1719371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5" name="文本框 154">
                        <a:extLst>
                          <a:ext uri="{FF2B5EF4-FFF2-40B4-BE49-F238E27FC236}">
                            <a16:creationId xmlns:a16="http://schemas.microsoft.com/office/drawing/2014/main" id="{44FA479D-1758-F1D2-A370-35E21E1B900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18907" y="1327968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55" name="文本框 154">
                        <a:extLst>
                          <a:ext uri="{FF2B5EF4-FFF2-40B4-BE49-F238E27FC236}">
                            <a16:creationId xmlns:a16="http://schemas.microsoft.com/office/drawing/2014/main" id="{44FA479D-1758-F1D2-A370-35E21E1B900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18907" y="1327968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27" name="直接连接符 126">
                  <a:extLst>
                    <a:ext uri="{FF2B5EF4-FFF2-40B4-BE49-F238E27FC236}">
                      <a16:creationId xmlns:a16="http://schemas.microsoft.com/office/drawing/2014/main" id="{030AAB5A-CD8D-3D53-7EA9-BFDE306A63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964547" y="1769394"/>
                  <a:ext cx="4643" cy="3282548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28" name="组合 127">
                  <a:extLst>
                    <a:ext uri="{FF2B5EF4-FFF2-40B4-BE49-F238E27FC236}">
                      <a16:creationId xmlns:a16="http://schemas.microsoft.com/office/drawing/2014/main" id="{405750C4-F468-78C6-CEC9-FF5935621DB8}"/>
                    </a:ext>
                  </a:extLst>
                </p:cNvPr>
                <p:cNvGrpSpPr/>
                <p:nvPr/>
              </p:nvGrpSpPr>
              <p:grpSpPr>
                <a:xfrm>
                  <a:off x="1366359" y="3537505"/>
                  <a:ext cx="3380635" cy="1506682"/>
                  <a:chOff x="1367513" y="1976441"/>
                  <a:chExt cx="3380635" cy="1506682"/>
                </a:xfrm>
              </p:grpSpPr>
              <p:grpSp>
                <p:nvGrpSpPr>
                  <p:cNvPr id="141" name="组合 140">
                    <a:extLst>
                      <a:ext uri="{FF2B5EF4-FFF2-40B4-BE49-F238E27FC236}">
                        <a16:creationId xmlns:a16="http://schemas.microsoft.com/office/drawing/2014/main" id="{3FC7C928-2493-04F4-ABE5-3C0BD14CAC48}"/>
                      </a:ext>
                    </a:extLst>
                  </p:cNvPr>
                  <p:cNvGrpSpPr/>
                  <p:nvPr/>
                </p:nvGrpSpPr>
                <p:grpSpPr>
                  <a:xfrm>
                    <a:off x="1367513" y="1976441"/>
                    <a:ext cx="3380635" cy="1506682"/>
                    <a:chOff x="4482998" y="77021"/>
                    <a:chExt cx="3380635" cy="1506682"/>
                  </a:xfrm>
                </p:grpSpPr>
                <p:cxnSp>
                  <p:nvCxnSpPr>
                    <p:cNvPr id="144" name="直接箭头连接符 143">
                      <a:extLst>
                        <a:ext uri="{FF2B5EF4-FFF2-40B4-BE49-F238E27FC236}">
                          <a16:creationId xmlns:a16="http://schemas.microsoft.com/office/drawing/2014/main" id="{EECCC7A8-A115-E905-D57C-2282F8927A7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7" y="130430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5" name="直接箭头连接符 144">
                      <a:extLst>
                        <a:ext uri="{FF2B5EF4-FFF2-40B4-BE49-F238E27FC236}">
                          <a16:creationId xmlns:a16="http://schemas.microsoft.com/office/drawing/2014/main" id="{A88995A7-7075-0F6A-6F10-6F626737CDA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81888"/>
                      <a:ext cx="0" cy="1401815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46" name="文本框 145">
                          <a:extLst>
                            <a:ext uri="{FF2B5EF4-FFF2-40B4-BE49-F238E27FC236}">
                              <a16:creationId xmlns:a16="http://schemas.microsoft.com/office/drawing/2014/main" id="{B5608B31-DA6D-EDB2-2A93-6ECEE4C916C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82998" y="77021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46" name="文本框 145">
                          <a:extLst>
                            <a:ext uri="{FF2B5EF4-FFF2-40B4-BE49-F238E27FC236}">
                              <a16:creationId xmlns:a16="http://schemas.microsoft.com/office/drawing/2014/main" id="{B5608B31-DA6D-EDB2-2A93-6ECEE4C916C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82998" y="77021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6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47" name="文本框 146">
                          <a:extLst>
                            <a:ext uri="{FF2B5EF4-FFF2-40B4-BE49-F238E27FC236}">
                              <a16:creationId xmlns:a16="http://schemas.microsoft.com/office/drawing/2014/main" id="{19F0BA20-90D6-84C4-4A33-D9D1891FA3C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561976" y="1219940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47" name="文本框 146">
                          <a:extLst>
                            <a:ext uri="{FF2B5EF4-FFF2-40B4-BE49-F238E27FC236}">
                              <a16:creationId xmlns:a16="http://schemas.microsoft.com/office/drawing/2014/main" id="{19F0BA20-90D6-84C4-4A33-D9D1891FA3C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561976" y="1219940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48" name="文本框 147">
                          <a:extLst>
                            <a:ext uri="{FF2B5EF4-FFF2-40B4-BE49-F238E27FC236}">
                              <a16:creationId xmlns:a16="http://schemas.microsoft.com/office/drawing/2014/main" id="{96CAE62C-2246-90C9-3EB5-2484808EE5E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70027" y="1123081"/>
                          <a:ext cx="30164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𝑜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48" name="文本框 147">
                          <a:extLst>
                            <a:ext uri="{FF2B5EF4-FFF2-40B4-BE49-F238E27FC236}">
                              <a16:creationId xmlns:a16="http://schemas.microsoft.com/office/drawing/2014/main" id="{96CAE62C-2246-90C9-3EB5-2484808EE5E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70027" y="1123081"/>
                          <a:ext cx="301647" cy="307777"/>
                        </a:xfrm>
                        <a:prstGeom prst="rect">
                          <a:avLst/>
                        </a:prstGeom>
                        <a:blipFill>
                          <a:blip r:embed="rId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49" name="文本框 148">
                          <a:extLst>
                            <a:ext uri="{FF2B5EF4-FFF2-40B4-BE49-F238E27FC236}">
                              <a16:creationId xmlns:a16="http://schemas.microsoft.com/office/drawing/2014/main" id="{48ABEF5F-0B5A-A739-FDC7-7362C8059E7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520165" y="418864"/>
                          <a:ext cx="499621" cy="27699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49" name="文本框 148">
                          <a:extLst>
                            <a:ext uri="{FF2B5EF4-FFF2-40B4-BE49-F238E27FC236}">
                              <a16:creationId xmlns:a16="http://schemas.microsoft.com/office/drawing/2014/main" id="{48ABEF5F-0B5A-A739-FDC7-7362C8059E7F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520165" y="418864"/>
                          <a:ext cx="499621" cy="276999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22" name="文本框 121">
                          <a:extLst>
                            <a:ext uri="{FF2B5EF4-FFF2-40B4-BE49-F238E27FC236}">
                              <a16:creationId xmlns:a16="http://schemas.microsoft.com/office/drawing/2014/main" id="{D953BF9E-3707-3A92-B713-E2929E18D0A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544206" y="821300"/>
                          <a:ext cx="499621" cy="27699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22" name="文本框 121">
                          <a:extLst>
                            <a:ext uri="{FF2B5EF4-FFF2-40B4-BE49-F238E27FC236}">
                              <a16:creationId xmlns:a16="http://schemas.microsoft.com/office/drawing/2014/main" id="{D953BF9E-3707-3A92-B713-E2929E18D0A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544206" y="821300"/>
                          <a:ext cx="499621" cy="276999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cxnSp>
                <p:nvCxnSpPr>
                  <p:cNvPr id="142" name="直接连接符 141">
                    <a:extLst>
                      <a:ext uri="{FF2B5EF4-FFF2-40B4-BE49-F238E27FC236}">
                        <a16:creationId xmlns:a16="http://schemas.microsoft.com/office/drawing/2014/main" id="{701222EB-BDB8-5D22-4B73-7A3E626357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53883" y="2471366"/>
                    <a:ext cx="197964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0" name="直接连接符 119">
                    <a:extLst>
                      <a:ext uri="{FF2B5EF4-FFF2-40B4-BE49-F238E27FC236}">
                        <a16:creationId xmlns:a16="http://schemas.microsoft.com/office/drawing/2014/main" id="{E074851B-78AC-58D0-9B5D-8E140AF47B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54" y="2896515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29" name="组合 128">
                  <a:extLst>
                    <a:ext uri="{FF2B5EF4-FFF2-40B4-BE49-F238E27FC236}">
                      <a16:creationId xmlns:a16="http://schemas.microsoft.com/office/drawing/2014/main" id="{0E97F4CC-1CB9-5F0C-8F16-93551A7D1DA9}"/>
                    </a:ext>
                  </a:extLst>
                </p:cNvPr>
                <p:cNvGrpSpPr/>
                <p:nvPr/>
              </p:nvGrpSpPr>
              <p:grpSpPr>
                <a:xfrm>
                  <a:off x="1269334" y="1952961"/>
                  <a:ext cx="3466554" cy="1502105"/>
                  <a:chOff x="1283188" y="3549837"/>
                  <a:chExt cx="3466554" cy="1502105"/>
                </a:xfrm>
              </p:grpSpPr>
              <p:grpSp>
                <p:nvGrpSpPr>
                  <p:cNvPr id="130" name="组合 129">
                    <a:extLst>
                      <a:ext uri="{FF2B5EF4-FFF2-40B4-BE49-F238E27FC236}">
                        <a16:creationId xmlns:a16="http://schemas.microsoft.com/office/drawing/2014/main" id="{7C66A645-CF45-53F8-F5E2-B3D3E838C0B1}"/>
                      </a:ext>
                    </a:extLst>
                  </p:cNvPr>
                  <p:cNvGrpSpPr/>
                  <p:nvPr/>
                </p:nvGrpSpPr>
                <p:grpSpPr>
                  <a:xfrm>
                    <a:off x="1283188" y="3549837"/>
                    <a:ext cx="3466554" cy="1502105"/>
                    <a:chOff x="4398673" y="81598"/>
                    <a:chExt cx="3466554" cy="1502105"/>
                  </a:xfrm>
                </p:grpSpPr>
                <p:cxnSp>
                  <p:nvCxnSpPr>
                    <p:cNvPr id="135" name="直接箭头连接符 134">
                      <a:extLst>
                        <a:ext uri="{FF2B5EF4-FFF2-40B4-BE49-F238E27FC236}">
                          <a16:creationId xmlns:a16="http://schemas.microsoft.com/office/drawing/2014/main" id="{4DFC768C-E8E6-287B-BEF3-67EB2894B68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73658" y="802653"/>
                      <a:ext cx="2828041" cy="0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6" name="直接箭头连接符 135">
                      <a:extLst>
                        <a:ext uri="{FF2B5EF4-FFF2-40B4-BE49-F238E27FC236}">
                          <a16:creationId xmlns:a16="http://schemas.microsoft.com/office/drawing/2014/main" id="{038240BB-EDA2-E755-F4C4-58C766537E0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873658" y="181888"/>
                      <a:ext cx="0" cy="1401815"/>
                    </a:xfrm>
                    <a:prstGeom prst="straightConnector1">
                      <a:avLst/>
                    </a:prstGeom>
                    <a:ln w="6350">
                      <a:tailEnd type="triangle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37" name="文本框 136">
                          <a:extLst>
                            <a:ext uri="{FF2B5EF4-FFF2-40B4-BE49-F238E27FC236}">
                              <a16:creationId xmlns:a16="http://schemas.microsoft.com/office/drawing/2014/main" id="{3ABE0C9E-24B1-D9A7-E75B-F1A04867CB8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95698" y="81598"/>
                          <a:ext cx="49962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4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37" name="文本框 136">
                          <a:extLst>
                            <a:ext uri="{FF2B5EF4-FFF2-40B4-BE49-F238E27FC236}">
                              <a16:creationId xmlns:a16="http://schemas.microsoft.com/office/drawing/2014/main" id="{3ABE0C9E-24B1-D9A7-E75B-F1A04867CB8A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95698" y="81598"/>
                          <a:ext cx="499621" cy="307777"/>
                        </a:xfrm>
                        <a:prstGeom prst="rect">
                          <a:avLst/>
                        </a:prstGeom>
                        <a:blipFill>
                          <a:blip r:embed="rId10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38" name="文本框 137">
                          <a:extLst>
                            <a:ext uri="{FF2B5EF4-FFF2-40B4-BE49-F238E27FC236}">
                              <a16:creationId xmlns:a16="http://schemas.microsoft.com/office/drawing/2014/main" id="{9AE087B2-AD38-FBB8-4BC3-633D189804F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563570" y="763895"/>
                          <a:ext cx="30165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zh-CN" alt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38" name="文本框 137">
                          <a:extLst>
                            <a:ext uri="{FF2B5EF4-FFF2-40B4-BE49-F238E27FC236}">
                              <a16:creationId xmlns:a16="http://schemas.microsoft.com/office/drawing/2014/main" id="{9AE087B2-AD38-FBB8-4BC3-633D189804F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563570" y="763895"/>
                          <a:ext cx="301657" cy="307777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39" name="文本框 138">
                          <a:extLst>
                            <a:ext uri="{FF2B5EF4-FFF2-40B4-BE49-F238E27FC236}">
                              <a16:creationId xmlns:a16="http://schemas.microsoft.com/office/drawing/2014/main" id="{4A53DFF7-3F9B-64FF-A177-681EEFA515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78144" y="278500"/>
                          <a:ext cx="499621" cy="27699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𝑑𝐿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39" name="文本框 138">
                          <a:extLst>
                            <a:ext uri="{FF2B5EF4-FFF2-40B4-BE49-F238E27FC236}">
                              <a16:creationId xmlns:a16="http://schemas.microsoft.com/office/drawing/2014/main" id="{4A53DFF7-3F9B-64FF-A177-681EEFA515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78144" y="278500"/>
                          <a:ext cx="499621" cy="276999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40" name="文本框 139">
                          <a:extLst>
                            <a:ext uri="{FF2B5EF4-FFF2-40B4-BE49-F238E27FC236}">
                              <a16:creationId xmlns:a16="http://schemas.microsoft.com/office/drawing/2014/main" id="{F9DE15AE-5841-0F5E-C1B9-954CF71F624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98673" y="1220545"/>
                          <a:ext cx="499621" cy="27699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40" name="文本框 139">
                          <a:extLst>
                            <a:ext uri="{FF2B5EF4-FFF2-40B4-BE49-F238E27FC236}">
                              <a16:creationId xmlns:a16="http://schemas.microsoft.com/office/drawing/2014/main" id="{F9DE15AE-5841-0F5E-C1B9-954CF71F624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398673" y="1220545"/>
                          <a:ext cx="499621" cy="276999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11" name="文本框 110">
                          <a:extLst>
                            <a:ext uri="{FF2B5EF4-FFF2-40B4-BE49-F238E27FC236}">
                              <a16:creationId xmlns:a16="http://schemas.microsoft.com/office/drawing/2014/main" id="{EDF6845A-91A8-3C93-746B-4CA49115377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462903" y="423441"/>
                          <a:ext cx="499621" cy="27699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𝑑𝐿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111" name="文本框 110">
                          <a:extLst>
                            <a:ext uri="{FF2B5EF4-FFF2-40B4-BE49-F238E27FC236}">
                              <a16:creationId xmlns:a16="http://schemas.microsoft.com/office/drawing/2014/main" id="{EDF6845A-91A8-3C93-746B-4CA49115377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462903" y="423441"/>
                          <a:ext cx="499621" cy="276999"/>
                        </a:xfrm>
                        <a:prstGeom prst="rect">
                          <a:avLst/>
                        </a:prstGeom>
                        <a:blipFill>
                          <a:blip r:embed="rId14"/>
                          <a:stretch>
                            <a:fillRect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1" name="文本框 130">
                        <a:extLst>
                          <a:ext uri="{FF2B5EF4-FFF2-40B4-BE49-F238E27FC236}">
                            <a16:creationId xmlns:a16="http://schemas.microsoft.com/office/drawing/2014/main" id="{16ECCD77-FF87-9528-B183-A684FE5752E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25931" y="4132843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31" name="文本框 130">
                        <a:extLst>
                          <a:ext uri="{FF2B5EF4-FFF2-40B4-BE49-F238E27FC236}">
                            <a16:creationId xmlns:a16="http://schemas.microsoft.com/office/drawing/2014/main" id="{16ECCD77-FF87-9528-B183-A684FE5752E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25931" y="4132843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132" name="直接连接符 131">
                    <a:extLst>
                      <a:ext uri="{FF2B5EF4-FFF2-40B4-BE49-F238E27FC236}">
                        <a16:creationId xmlns:a16="http://schemas.microsoft.com/office/drawing/2014/main" id="{02C626DD-DEB1-3D40-CF8C-17E98349F5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62236" y="3857614"/>
                    <a:ext cx="218486" cy="0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直接连接符 133">
                    <a:extLst>
                      <a:ext uri="{FF2B5EF4-FFF2-40B4-BE49-F238E27FC236}">
                        <a16:creationId xmlns:a16="http://schemas.microsoft.com/office/drawing/2014/main" id="{946E590F-5B7E-07F6-180B-C40B10AC2A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58173" y="4876308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0" name="直接连接符 109">
                    <a:extLst>
                      <a:ext uri="{FF2B5EF4-FFF2-40B4-BE49-F238E27FC236}">
                        <a16:creationId xmlns:a16="http://schemas.microsoft.com/office/drawing/2014/main" id="{8FDCDA49-DFFC-74E1-3D45-7D62F79885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6583" y="4050478"/>
                    <a:ext cx="2549452" cy="0"/>
                  </a:xfrm>
                  <a:prstGeom prst="line">
                    <a:avLst/>
                  </a:prstGeom>
                  <a:ln w="8890">
                    <a:prstDash val="lgDash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15" name="直接连接符 114">
                  <a:extLst>
                    <a:ext uri="{FF2B5EF4-FFF2-40B4-BE49-F238E27FC236}">
                      <a16:creationId xmlns:a16="http://schemas.microsoft.com/office/drawing/2014/main" id="{9CAA6E0F-FF5C-5A55-8AAC-613E2A4464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30754" y="2106755"/>
                  <a:ext cx="0" cy="2963707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直接连接符 117">
                  <a:extLst>
                    <a:ext uri="{FF2B5EF4-FFF2-40B4-BE49-F238E27FC236}">
                      <a16:creationId xmlns:a16="http://schemas.microsoft.com/office/drawing/2014/main" id="{89EFFEB9-7D9D-AB86-93D3-105695A947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51404" y="2106755"/>
                  <a:ext cx="0" cy="2963707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直接连接符 161">
                  <a:extLst>
                    <a:ext uri="{FF2B5EF4-FFF2-40B4-BE49-F238E27FC236}">
                      <a16:creationId xmlns:a16="http://schemas.microsoft.com/office/drawing/2014/main" id="{1DF2B998-2FE6-BC7F-4B7C-2D4D0F311A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36220" y="2106754"/>
                  <a:ext cx="0" cy="2963707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直接连接符 166">
                  <a:extLst>
                    <a:ext uri="{FF2B5EF4-FFF2-40B4-BE49-F238E27FC236}">
                      <a16:creationId xmlns:a16="http://schemas.microsoft.com/office/drawing/2014/main" id="{1BAEBB12-3AE5-1EFC-B11B-C6527AEAA0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36417" y="2106755"/>
                  <a:ext cx="0" cy="2963707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直接连接符 167">
                  <a:extLst>
                    <a:ext uri="{FF2B5EF4-FFF2-40B4-BE49-F238E27FC236}">
                      <a16:creationId xmlns:a16="http://schemas.microsoft.com/office/drawing/2014/main" id="{D65CE1DD-A1BA-B1D7-EDF2-E019986B0D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4583" y="2106754"/>
                  <a:ext cx="0" cy="2963707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B885DAC1-71DA-EFA1-BEE2-3268AD747095}"/>
                      </a:ext>
                    </a:extLst>
                  </p:cNvPr>
                  <p:cNvSpPr txBox="1"/>
                  <p:nvPr/>
                </p:nvSpPr>
                <p:spPr>
                  <a:xfrm>
                    <a:off x="1368117" y="1853254"/>
                    <a:ext cx="30165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zh-CN" alt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B885DAC1-71DA-EFA1-BEE2-3268AD7470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8117" y="1853254"/>
                    <a:ext cx="301657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65DECDEA-8263-12B0-66E5-AACAC910ADA6}"/>
                      </a:ext>
                    </a:extLst>
                  </p:cNvPr>
                  <p:cNvSpPr txBox="1"/>
                  <p:nvPr/>
                </p:nvSpPr>
                <p:spPr>
                  <a:xfrm>
                    <a:off x="1372504" y="2609225"/>
                    <a:ext cx="30165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zh-CN" alt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65DECDEA-8263-12B0-66E5-AACAC910AD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72504" y="2609225"/>
                    <a:ext cx="301657" cy="27699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D6303C19-7279-92FD-BCDB-954B68F826CF}"/>
                      </a:ext>
                    </a:extLst>
                  </p:cNvPr>
                  <p:cNvSpPr txBox="1"/>
                  <p:nvPr/>
                </p:nvSpPr>
                <p:spPr>
                  <a:xfrm>
                    <a:off x="1393211" y="4681900"/>
                    <a:ext cx="30165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CN" sz="12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zh-CN" alt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D6303C19-7279-92FD-BCDB-954B68F826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3211" y="4681900"/>
                    <a:ext cx="301657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4" name="任意多边形: 形状 113">
              <a:extLst>
                <a:ext uri="{FF2B5EF4-FFF2-40B4-BE49-F238E27FC236}">
                  <a16:creationId xmlns:a16="http://schemas.microsoft.com/office/drawing/2014/main" id="{CB2689B2-5163-8AB4-80C9-01A7673CE2C7}"/>
                </a:ext>
              </a:extLst>
            </p:cNvPr>
            <p:cNvSpPr/>
            <p:nvPr/>
          </p:nvSpPr>
          <p:spPr>
            <a:xfrm>
              <a:off x="924983" y="2419350"/>
              <a:ext cx="281517" cy="1009650"/>
            </a:xfrm>
            <a:custGeom>
              <a:avLst/>
              <a:gdLst>
                <a:gd name="connsiteX0" fmla="*/ 0 w 281517"/>
                <a:gd name="connsiteY0" fmla="*/ 0 h 1009650"/>
                <a:gd name="connsiteX1" fmla="*/ 118534 w 281517"/>
                <a:gd name="connsiteY1" fmla="*/ 44450 h 1009650"/>
                <a:gd name="connsiteX2" fmla="*/ 167217 w 281517"/>
                <a:gd name="connsiteY2" fmla="*/ 192617 h 1009650"/>
                <a:gd name="connsiteX3" fmla="*/ 281517 w 281517"/>
                <a:gd name="connsiteY3" fmla="*/ 1009650 h 1009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1517" h="1009650">
                  <a:moveTo>
                    <a:pt x="0" y="0"/>
                  </a:moveTo>
                  <a:cubicBezTo>
                    <a:pt x="45332" y="6173"/>
                    <a:pt x="90665" y="12347"/>
                    <a:pt x="118534" y="44450"/>
                  </a:cubicBezTo>
                  <a:cubicBezTo>
                    <a:pt x="146404" y="76553"/>
                    <a:pt x="140053" y="31750"/>
                    <a:pt x="167217" y="192617"/>
                  </a:cubicBezTo>
                  <a:cubicBezTo>
                    <a:pt x="194381" y="353484"/>
                    <a:pt x="237949" y="681567"/>
                    <a:pt x="281517" y="100965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任意多边形: 形状 159">
              <a:extLst>
                <a:ext uri="{FF2B5EF4-FFF2-40B4-BE49-F238E27FC236}">
                  <a16:creationId xmlns:a16="http://schemas.microsoft.com/office/drawing/2014/main" id="{78374BFB-12FE-9A1F-DC37-F93FEF1E1404}"/>
                </a:ext>
              </a:extLst>
            </p:cNvPr>
            <p:cNvSpPr/>
            <p:nvPr/>
          </p:nvSpPr>
          <p:spPr>
            <a:xfrm>
              <a:off x="916517" y="4099967"/>
              <a:ext cx="1576916" cy="514366"/>
            </a:xfrm>
            <a:custGeom>
              <a:avLst/>
              <a:gdLst>
                <a:gd name="connsiteX0" fmla="*/ 0 w 1576916"/>
                <a:gd name="connsiteY0" fmla="*/ 88916 h 514366"/>
                <a:gd name="connsiteX1" fmla="*/ 86783 w 1576916"/>
                <a:gd name="connsiteY1" fmla="*/ 36000 h 514366"/>
                <a:gd name="connsiteX2" fmla="*/ 171450 w 1576916"/>
                <a:gd name="connsiteY2" fmla="*/ 16 h 514366"/>
                <a:gd name="connsiteX3" fmla="*/ 287866 w 1576916"/>
                <a:gd name="connsiteY3" fmla="*/ 40233 h 514366"/>
                <a:gd name="connsiteX4" fmla="*/ 1576916 w 1576916"/>
                <a:gd name="connsiteY4" fmla="*/ 514366 h 514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6916" h="514366">
                  <a:moveTo>
                    <a:pt x="0" y="88916"/>
                  </a:moveTo>
                  <a:cubicBezTo>
                    <a:pt x="29104" y="69866"/>
                    <a:pt x="58208" y="50817"/>
                    <a:pt x="86783" y="36000"/>
                  </a:cubicBezTo>
                  <a:cubicBezTo>
                    <a:pt x="115358" y="21183"/>
                    <a:pt x="137936" y="-689"/>
                    <a:pt x="171450" y="16"/>
                  </a:cubicBezTo>
                  <a:cubicBezTo>
                    <a:pt x="204964" y="721"/>
                    <a:pt x="287866" y="40233"/>
                    <a:pt x="287866" y="40233"/>
                  </a:cubicBezTo>
                  <a:lnTo>
                    <a:pt x="1576916" y="51436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1" name="任意多边形: 形状 160">
              <a:extLst>
                <a:ext uri="{FF2B5EF4-FFF2-40B4-BE49-F238E27FC236}">
                  <a16:creationId xmlns:a16="http://schemas.microsoft.com/office/drawing/2014/main" id="{946C8D80-815B-2221-75F2-99ADFF4E101C}"/>
                </a:ext>
              </a:extLst>
            </p:cNvPr>
            <p:cNvSpPr/>
            <p:nvPr/>
          </p:nvSpPr>
          <p:spPr>
            <a:xfrm>
              <a:off x="1204383" y="3390900"/>
              <a:ext cx="372534" cy="114567"/>
            </a:xfrm>
            <a:custGeom>
              <a:avLst/>
              <a:gdLst>
                <a:gd name="connsiteX0" fmla="*/ 0 w 372534"/>
                <a:gd name="connsiteY0" fmla="*/ 40217 h 114567"/>
                <a:gd name="connsiteX1" fmla="*/ 48684 w 372534"/>
                <a:gd name="connsiteY1" fmla="*/ 114300 h 114567"/>
                <a:gd name="connsiteX2" fmla="*/ 226484 w 372534"/>
                <a:gd name="connsiteY2" fmla="*/ 16933 h 114567"/>
                <a:gd name="connsiteX3" fmla="*/ 372534 w 372534"/>
                <a:gd name="connsiteY3" fmla="*/ 0 h 114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2534" h="114567">
                  <a:moveTo>
                    <a:pt x="0" y="40217"/>
                  </a:moveTo>
                  <a:cubicBezTo>
                    <a:pt x="5468" y="79199"/>
                    <a:pt x="10937" y="118181"/>
                    <a:pt x="48684" y="114300"/>
                  </a:cubicBezTo>
                  <a:cubicBezTo>
                    <a:pt x="86431" y="110419"/>
                    <a:pt x="172509" y="35983"/>
                    <a:pt x="226484" y="16933"/>
                  </a:cubicBezTo>
                  <a:cubicBezTo>
                    <a:pt x="280459" y="-2117"/>
                    <a:pt x="228954" y="4233"/>
                    <a:pt x="372534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3" name="任意多边形: 形状 162">
              <a:extLst>
                <a:ext uri="{FF2B5EF4-FFF2-40B4-BE49-F238E27FC236}">
                  <a16:creationId xmlns:a16="http://schemas.microsoft.com/office/drawing/2014/main" id="{B756E7C2-DF69-FCB5-8210-6DCC26343BA8}"/>
                </a:ext>
              </a:extLst>
            </p:cNvPr>
            <p:cNvSpPr/>
            <p:nvPr/>
          </p:nvSpPr>
          <p:spPr>
            <a:xfrm>
              <a:off x="1574800" y="3382433"/>
              <a:ext cx="918633" cy="8467"/>
            </a:xfrm>
            <a:custGeom>
              <a:avLst/>
              <a:gdLst>
                <a:gd name="connsiteX0" fmla="*/ 0 w 918633"/>
                <a:gd name="connsiteY0" fmla="*/ 8467 h 8467"/>
                <a:gd name="connsiteX1" fmla="*/ 918633 w 918633"/>
                <a:gd name="connsiteY1" fmla="*/ 0 h 8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8633" h="8467">
                  <a:moveTo>
                    <a:pt x="0" y="8467"/>
                  </a:moveTo>
                  <a:lnTo>
                    <a:pt x="918633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4" name="任意多边形: 形状 163">
              <a:extLst>
                <a:ext uri="{FF2B5EF4-FFF2-40B4-BE49-F238E27FC236}">
                  <a16:creationId xmlns:a16="http://schemas.microsoft.com/office/drawing/2014/main" id="{AACCAD54-FE9B-5E1C-DFDA-40F18D726ED5}"/>
                </a:ext>
              </a:extLst>
            </p:cNvPr>
            <p:cNvSpPr/>
            <p:nvPr/>
          </p:nvSpPr>
          <p:spPr>
            <a:xfrm>
              <a:off x="2489200" y="2614083"/>
              <a:ext cx="205317" cy="767146"/>
            </a:xfrm>
            <a:custGeom>
              <a:avLst/>
              <a:gdLst>
                <a:gd name="connsiteX0" fmla="*/ 0 w 205317"/>
                <a:gd name="connsiteY0" fmla="*/ 764117 h 767146"/>
                <a:gd name="connsiteX1" fmla="*/ 84667 w 205317"/>
                <a:gd name="connsiteY1" fmla="*/ 747184 h 767146"/>
                <a:gd name="connsiteX2" fmla="*/ 122767 w 205317"/>
                <a:gd name="connsiteY2" fmla="*/ 613834 h 767146"/>
                <a:gd name="connsiteX3" fmla="*/ 205317 w 205317"/>
                <a:gd name="connsiteY3" fmla="*/ 0 h 767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5317" h="767146">
                  <a:moveTo>
                    <a:pt x="0" y="764117"/>
                  </a:moveTo>
                  <a:cubicBezTo>
                    <a:pt x="32103" y="768174"/>
                    <a:pt x="64206" y="772231"/>
                    <a:pt x="84667" y="747184"/>
                  </a:cubicBezTo>
                  <a:cubicBezTo>
                    <a:pt x="105128" y="722137"/>
                    <a:pt x="102659" y="738365"/>
                    <a:pt x="122767" y="613834"/>
                  </a:cubicBezTo>
                  <a:cubicBezTo>
                    <a:pt x="142875" y="489303"/>
                    <a:pt x="182739" y="109008"/>
                    <a:pt x="205317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6" name="任意多边形: 形状 165">
              <a:extLst>
                <a:ext uri="{FF2B5EF4-FFF2-40B4-BE49-F238E27FC236}">
                  <a16:creationId xmlns:a16="http://schemas.microsoft.com/office/drawing/2014/main" id="{F9052941-F1B7-5E63-34A2-074C9751BB28}"/>
                </a:ext>
              </a:extLst>
            </p:cNvPr>
            <p:cNvSpPr/>
            <p:nvPr/>
          </p:nvSpPr>
          <p:spPr>
            <a:xfrm>
              <a:off x="2692400" y="2556912"/>
              <a:ext cx="518583" cy="53548"/>
            </a:xfrm>
            <a:custGeom>
              <a:avLst/>
              <a:gdLst>
                <a:gd name="connsiteX0" fmla="*/ 0 w 518583"/>
                <a:gd name="connsiteY0" fmla="*/ 52938 h 53548"/>
                <a:gd name="connsiteX1" fmla="*/ 38100 w 518583"/>
                <a:gd name="connsiteY1" fmla="*/ 21 h 53548"/>
                <a:gd name="connsiteX2" fmla="*/ 122767 w 518583"/>
                <a:gd name="connsiteY2" fmla="*/ 46588 h 53548"/>
                <a:gd name="connsiteX3" fmla="*/ 309033 w 518583"/>
                <a:gd name="connsiteY3" fmla="*/ 52938 h 53548"/>
                <a:gd name="connsiteX4" fmla="*/ 518583 w 518583"/>
                <a:gd name="connsiteY4" fmla="*/ 52938 h 53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8583" h="53548">
                  <a:moveTo>
                    <a:pt x="0" y="52938"/>
                  </a:moveTo>
                  <a:cubicBezTo>
                    <a:pt x="8819" y="27008"/>
                    <a:pt x="17639" y="1079"/>
                    <a:pt x="38100" y="21"/>
                  </a:cubicBezTo>
                  <a:cubicBezTo>
                    <a:pt x="58561" y="-1037"/>
                    <a:pt x="77612" y="37768"/>
                    <a:pt x="122767" y="46588"/>
                  </a:cubicBezTo>
                  <a:cubicBezTo>
                    <a:pt x="167923" y="55408"/>
                    <a:pt x="243064" y="51880"/>
                    <a:pt x="309033" y="52938"/>
                  </a:cubicBezTo>
                  <a:cubicBezTo>
                    <a:pt x="375002" y="53996"/>
                    <a:pt x="446792" y="53467"/>
                    <a:pt x="518583" y="52938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9" name="任意多边形: 形状 168">
              <a:extLst>
                <a:ext uri="{FF2B5EF4-FFF2-40B4-BE49-F238E27FC236}">
                  <a16:creationId xmlns:a16="http://schemas.microsoft.com/office/drawing/2014/main" id="{E0FADA14-156B-62B3-7073-B552AD9F3C1E}"/>
                </a:ext>
              </a:extLst>
            </p:cNvPr>
            <p:cNvSpPr/>
            <p:nvPr/>
          </p:nvSpPr>
          <p:spPr>
            <a:xfrm>
              <a:off x="2487083" y="4607731"/>
              <a:ext cx="745067" cy="80712"/>
            </a:xfrm>
            <a:custGeom>
              <a:avLst/>
              <a:gdLst>
                <a:gd name="connsiteX0" fmla="*/ 0 w 745067"/>
                <a:gd name="connsiteY0" fmla="*/ 4486 h 80712"/>
                <a:gd name="connsiteX1" fmla="*/ 207434 w 745067"/>
                <a:gd name="connsiteY1" fmla="*/ 80686 h 80712"/>
                <a:gd name="connsiteX2" fmla="*/ 357717 w 745067"/>
                <a:gd name="connsiteY2" fmla="*/ 12952 h 80712"/>
                <a:gd name="connsiteX3" fmla="*/ 469900 w 745067"/>
                <a:gd name="connsiteY3" fmla="*/ 252 h 80712"/>
                <a:gd name="connsiteX4" fmla="*/ 522817 w 745067"/>
                <a:gd name="connsiteY4" fmla="*/ 4486 h 80712"/>
                <a:gd name="connsiteX5" fmla="*/ 745067 w 745067"/>
                <a:gd name="connsiteY5" fmla="*/ 4486 h 8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5067" h="80712">
                  <a:moveTo>
                    <a:pt x="0" y="4486"/>
                  </a:moveTo>
                  <a:cubicBezTo>
                    <a:pt x="73907" y="41880"/>
                    <a:pt x="147815" y="79275"/>
                    <a:pt x="207434" y="80686"/>
                  </a:cubicBezTo>
                  <a:cubicBezTo>
                    <a:pt x="267053" y="82097"/>
                    <a:pt x="313973" y="26358"/>
                    <a:pt x="357717" y="12952"/>
                  </a:cubicBezTo>
                  <a:cubicBezTo>
                    <a:pt x="401461" y="-454"/>
                    <a:pt x="442383" y="1663"/>
                    <a:pt x="469900" y="252"/>
                  </a:cubicBezTo>
                  <a:cubicBezTo>
                    <a:pt x="497417" y="-1159"/>
                    <a:pt x="476956" y="3780"/>
                    <a:pt x="522817" y="4486"/>
                  </a:cubicBezTo>
                  <a:cubicBezTo>
                    <a:pt x="568678" y="5192"/>
                    <a:pt x="656872" y="4839"/>
                    <a:pt x="745067" y="448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70" name="组合 169">
            <a:extLst>
              <a:ext uri="{FF2B5EF4-FFF2-40B4-BE49-F238E27FC236}">
                <a16:creationId xmlns:a16="http://schemas.microsoft.com/office/drawing/2014/main" id="{77A91E88-9A6B-0DC7-3AA6-C8C0D1276427}"/>
              </a:ext>
            </a:extLst>
          </p:cNvPr>
          <p:cNvGrpSpPr/>
          <p:nvPr/>
        </p:nvGrpSpPr>
        <p:grpSpPr>
          <a:xfrm>
            <a:off x="5332575" y="1443157"/>
            <a:ext cx="3503336" cy="3849868"/>
            <a:chOff x="925164" y="1175269"/>
            <a:chExt cx="3503336" cy="3849868"/>
          </a:xfrm>
        </p:grpSpPr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47A58B4B-B2B0-5E05-F0F1-47C0AFBB1FDE}"/>
                </a:ext>
              </a:extLst>
            </p:cNvPr>
            <p:cNvGrpSpPr/>
            <p:nvPr/>
          </p:nvGrpSpPr>
          <p:grpSpPr>
            <a:xfrm>
              <a:off x="925164" y="1175269"/>
              <a:ext cx="3503336" cy="3849868"/>
              <a:chOff x="1269334" y="1194319"/>
              <a:chExt cx="3503336" cy="3849868"/>
            </a:xfrm>
          </p:grpSpPr>
          <p:grpSp>
            <p:nvGrpSpPr>
              <p:cNvPr id="175" name="组合 174">
                <a:extLst>
                  <a:ext uri="{FF2B5EF4-FFF2-40B4-BE49-F238E27FC236}">
                    <a16:creationId xmlns:a16="http://schemas.microsoft.com/office/drawing/2014/main" id="{24AC9FA0-A838-A733-7C11-5B4558E8147C}"/>
                  </a:ext>
                </a:extLst>
              </p:cNvPr>
              <p:cNvGrpSpPr/>
              <p:nvPr/>
            </p:nvGrpSpPr>
            <p:grpSpPr>
              <a:xfrm>
                <a:off x="1373663" y="1194319"/>
                <a:ext cx="3399007" cy="958370"/>
                <a:chOff x="1373663" y="1194319"/>
                <a:chExt cx="3399007" cy="958370"/>
              </a:xfrm>
            </p:grpSpPr>
            <p:grpSp>
              <p:nvGrpSpPr>
                <p:cNvPr id="208" name="组合 207">
                  <a:extLst>
                    <a:ext uri="{FF2B5EF4-FFF2-40B4-BE49-F238E27FC236}">
                      <a16:creationId xmlns:a16="http://schemas.microsoft.com/office/drawing/2014/main" id="{19105754-B8E8-A914-0AEB-5FC4E29A9AEA}"/>
                    </a:ext>
                  </a:extLst>
                </p:cNvPr>
                <p:cNvGrpSpPr/>
                <p:nvPr/>
              </p:nvGrpSpPr>
              <p:grpSpPr>
                <a:xfrm>
                  <a:off x="1373663" y="1194319"/>
                  <a:ext cx="3399007" cy="958370"/>
                  <a:chOff x="4489148" y="844566"/>
                  <a:chExt cx="3399007" cy="958370"/>
                </a:xfrm>
              </p:grpSpPr>
              <p:cxnSp>
                <p:nvCxnSpPr>
                  <p:cNvPr id="214" name="直接箭头连接符 213">
                    <a:extLst>
                      <a:ext uri="{FF2B5EF4-FFF2-40B4-BE49-F238E27FC236}">
                        <a16:creationId xmlns:a16="http://schemas.microsoft.com/office/drawing/2014/main" id="{330676B8-501E-3F80-8DB3-1C8FE6D4CA9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15837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5" name="直接箭头连接符 214">
                    <a:extLst>
                      <a:ext uri="{FF2B5EF4-FFF2-40B4-BE49-F238E27FC236}">
                        <a16:creationId xmlns:a16="http://schemas.microsoft.com/office/drawing/2014/main" id="{D70CDE43-D6BD-EA7A-A28D-A7438F2C12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017960"/>
                    <a:ext cx="0" cy="565743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6" name="文本框 215">
                        <a:extLst>
                          <a:ext uri="{FF2B5EF4-FFF2-40B4-BE49-F238E27FC236}">
                            <a16:creationId xmlns:a16="http://schemas.microsoft.com/office/drawing/2014/main" id="{0F46E8FF-C29F-C69F-D41C-95CCB43F1E8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89148" y="844566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16" name="文本框 215">
                        <a:extLst>
                          <a:ext uri="{FF2B5EF4-FFF2-40B4-BE49-F238E27FC236}">
                            <a16:creationId xmlns:a16="http://schemas.microsoft.com/office/drawing/2014/main" id="{0F46E8FF-C29F-C69F-D41C-95CCB43F1E8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89148" y="844566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7" name="文本框 216">
                        <a:extLst>
                          <a:ext uri="{FF2B5EF4-FFF2-40B4-BE49-F238E27FC236}">
                            <a16:creationId xmlns:a16="http://schemas.microsoft.com/office/drawing/2014/main" id="{C5DC419D-96AE-8AB3-B66F-9809786DB1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86498" y="1495159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17" name="文本框 216">
                        <a:extLst>
                          <a:ext uri="{FF2B5EF4-FFF2-40B4-BE49-F238E27FC236}">
                            <a16:creationId xmlns:a16="http://schemas.microsoft.com/office/drawing/2014/main" id="{C5DC419D-96AE-8AB3-B66F-9809786DB1E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86498" y="1495159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209" name="直接连接符 208">
                  <a:extLst>
                    <a:ext uri="{FF2B5EF4-FFF2-40B4-BE49-F238E27FC236}">
                      <a16:creationId xmlns:a16="http://schemas.microsoft.com/office/drawing/2014/main" id="{4B6E4DCE-097B-FC6A-EC3C-633207A6A4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61600" y="1579444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直接连接符 209">
                  <a:extLst>
                    <a:ext uri="{FF2B5EF4-FFF2-40B4-BE49-F238E27FC236}">
                      <a16:creationId xmlns:a16="http://schemas.microsoft.com/office/drawing/2014/main" id="{E770B9BE-721F-6190-5DE6-266C6AC13F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956136" y="1756746"/>
                  <a:ext cx="2441699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直接连接符 210">
                  <a:extLst>
                    <a:ext uri="{FF2B5EF4-FFF2-40B4-BE49-F238E27FC236}">
                      <a16:creationId xmlns:a16="http://schemas.microsoft.com/office/drawing/2014/main" id="{804F257E-F9EA-5DF6-C413-06288DD7B9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964547" y="1580037"/>
                  <a:ext cx="0" cy="176709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文本框 211">
                      <a:extLst>
                        <a:ext uri="{FF2B5EF4-FFF2-40B4-BE49-F238E27FC236}">
                          <a16:creationId xmlns:a16="http://schemas.microsoft.com/office/drawing/2014/main" id="{B1A52597-1D70-A321-F3A9-78F4027B62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53388" y="1719371"/>
                      <a:ext cx="301647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文本框 211">
                      <a:extLst>
                        <a:ext uri="{FF2B5EF4-FFF2-40B4-BE49-F238E27FC236}">
                          <a16:creationId xmlns:a16="http://schemas.microsoft.com/office/drawing/2014/main" id="{B1A52597-1D70-A321-F3A9-78F4027B62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53388" y="1719371"/>
                      <a:ext cx="301647" cy="307777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文本框 212">
                      <a:extLst>
                        <a:ext uri="{FF2B5EF4-FFF2-40B4-BE49-F238E27FC236}">
                          <a16:creationId xmlns:a16="http://schemas.microsoft.com/office/drawing/2014/main" id="{E3984807-FD0F-D3E4-BCA2-BF3AEAF53EB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8907" y="1327968"/>
                      <a:ext cx="49962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∗</m:t>
                                </m:r>
                              </m:sup>
                            </m:sSubSup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3" name="文本框 212">
                      <a:extLst>
                        <a:ext uri="{FF2B5EF4-FFF2-40B4-BE49-F238E27FC236}">
                          <a16:creationId xmlns:a16="http://schemas.microsoft.com/office/drawing/2014/main" id="{E3984807-FD0F-D3E4-BCA2-BF3AEAF53EB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8907" y="1327968"/>
                      <a:ext cx="499621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77" name="组合 176">
                <a:extLst>
                  <a:ext uri="{FF2B5EF4-FFF2-40B4-BE49-F238E27FC236}">
                    <a16:creationId xmlns:a16="http://schemas.microsoft.com/office/drawing/2014/main" id="{039A00EC-C321-DCF2-60BF-B0150202CD60}"/>
                  </a:ext>
                </a:extLst>
              </p:cNvPr>
              <p:cNvGrpSpPr/>
              <p:nvPr/>
            </p:nvGrpSpPr>
            <p:grpSpPr>
              <a:xfrm>
                <a:off x="1366359" y="3537505"/>
                <a:ext cx="3380635" cy="1506682"/>
                <a:chOff x="1367513" y="1976441"/>
                <a:chExt cx="3380635" cy="1506682"/>
              </a:xfrm>
            </p:grpSpPr>
            <p:grpSp>
              <p:nvGrpSpPr>
                <p:cNvPr id="197" name="组合 196">
                  <a:extLst>
                    <a:ext uri="{FF2B5EF4-FFF2-40B4-BE49-F238E27FC236}">
                      <a16:creationId xmlns:a16="http://schemas.microsoft.com/office/drawing/2014/main" id="{0A51DB6F-DF07-C8F2-44B8-E2F94A9D4EF3}"/>
                    </a:ext>
                  </a:extLst>
                </p:cNvPr>
                <p:cNvGrpSpPr/>
                <p:nvPr/>
              </p:nvGrpSpPr>
              <p:grpSpPr>
                <a:xfrm>
                  <a:off x="1367513" y="1976441"/>
                  <a:ext cx="3380635" cy="1506682"/>
                  <a:chOff x="4482998" y="77021"/>
                  <a:chExt cx="3380635" cy="1506682"/>
                </a:xfrm>
              </p:grpSpPr>
              <p:cxnSp>
                <p:nvCxnSpPr>
                  <p:cNvPr id="201" name="直接箭头连接符 200">
                    <a:extLst>
                      <a:ext uri="{FF2B5EF4-FFF2-40B4-BE49-F238E27FC236}">
                        <a16:creationId xmlns:a16="http://schemas.microsoft.com/office/drawing/2014/main" id="{C20DEF53-CE10-8B02-B70E-F57C05CFDE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7" y="130430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2" name="直接箭头连接符 201">
                    <a:extLst>
                      <a:ext uri="{FF2B5EF4-FFF2-40B4-BE49-F238E27FC236}">
                        <a16:creationId xmlns:a16="http://schemas.microsoft.com/office/drawing/2014/main" id="{3B847610-505D-088B-EB1B-3A84FFF921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81888"/>
                    <a:ext cx="0" cy="1401815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3" name="文本框 202">
                        <a:extLst>
                          <a:ext uri="{FF2B5EF4-FFF2-40B4-BE49-F238E27FC236}">
                            <a16:creationId xmlns:a16="http://schemas.microsoft.com/office/drawing/2014/main" id="{24D5171F-312E-DBAB-5C47-8BF6F787545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82998" y="77021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03" name="文本框 202">
                        <a:extLst>
                          <a:ext uri="{FF2B5EF4-FFF2-40B4-BE49-F238E27FC236}">
                            <a16:creationId xmlns:a16="http://schemas.microsoft.com/office/drawing/2014/main" id="{24D5171F-312E-DBAB-5C47-8BF6F787545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82998" y="77021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4" name="文本框 203">
                        <a:extLst>
                          <a:ext uri="{FF2B5EF4-FFF2-40B4-BE49-F238E27FC236}">
                            <a16:creationId xmlns:a16="http://schemas.microsoft.com/office/drawing/2014/main" id="{4DCDFE6C-D78F-9E56-9902-4D559DC34AF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61976" y="1219940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04" name="文本框 203">
                        <a:extLst>
                          <a:ext uri="{FF2B5EF4-FFF2-40B4-BE49-F238E27FC236}">
                            <a16:creationId xmlns:a16="http://schemas.microsoft.com/office/drawing/2014/main" id="{4DCDFE6C-D78F-9E56-9902-4D559DC34AF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61976" y="1219940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5" name="文本框 204">
                        <a:extLst>
                          <a:ext uri="{FF2B5EF4-FFF2-40B4-BE49-F238E27FC236}">
                            <a16:creationId xmlns:a16="http://schemas.microsoft.com/office/drawing/2014/main" id="{F9016ADA-4A6A-12DA-0529-E40C15C9044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670027" y="1123081"/>
                        <a:ext cx="30164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𝑜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05" name="文本框 204">
                        <a:extLst>
                          <a:ext uri="{FF2B5EF4-FFF2-40B4-BE49-F238E27FC236}">
                            <a16:creationId xmlns:a16="http://schemas.microsoft.com/office/drawing/2014/main" id="{F9016ADA-4A6A-12DA-0529-E40C15C904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670027" y="1123081"/>
                        <a:ext cx="301647" cy="307777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6" name="文本框 205">
                        <a:extLst>
                          <a:ext uri="{FF2B5EF4-FFF2-40B4-BE49-F238E27FC236}">
                            <a16:creationId xmlns:a16="http://schemas.microsoft.com/office/drawing/2014/main" id="{349C570A-E676-654A-7B39-58F960205AC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520165" y="418864"/>
                        <a:ext cx="499621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06" name="文本框 205">
                        <a:extLst>
                          <a:ext uri="{FF2B5EF4-FFF2-40B4-BE49-F238E27FC236}">
                            <a16:creationId xmlns:a16="http://schemas.microsoft.com/office/drawing/2014/main" id="{349C570A-E676-654A-7B39-58F960205AC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520165" y="418864"/>
                        <a:ext cx="499621" cy="276999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07" name="文本框 206">
                        <a:extLst>
                          <a:ext uri="{FF2B5EF4-FFF2-40B4-BE49-F238E27FC236}">
                            <a16:creationId xmlns:a16="http://schemas.microsoft.com/office/drawing/2014/main" id="{6FDC3A47-2594-6BB9-90ED-5888EA2E7CC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544206" y="821300"/>
                        <a:ext cx="499621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07" name="文本框 206">
                        <a:extLst>
                          <a:ext uri="{FF2B5EF4-FFF2-40B4-BE49-F238E27FC236}">
                            <a16:creationId xmlns:a16="http://schemas.microsoft.com/office/drawing/2014/main" id="{6FDC3A47-2594-6BB9-90ED-5888EA2E7C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544206" y="821300"/>
                        <a:ext cx="499621" cy="276999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198" name="直接连接符 197">
                  <a:extLst>
                    <a:ext uri="{FF2B5EF4-FFF2-40B4-BE49-F238E27FC236}">
                      <a16:creationId xmlns:a16="http://schemas.microsoft.com/office/drawing/2014/main" id="{5CC926DF-0986-1D84-8DAA-58E197C2DB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53883" y="2471366"/>
                  <a:ext cx="197964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接连接符 198">
                  <a:extLst>
                    <a:ext uri="{FF2B5EF4-FFF2-40B4-BE49-F238E27FC236}">
                      <a16:creationId xmlns:a16="http://schemas.microsoft.com/office/drawing/2014/main" id="{641231E2-B3C1-5405-D665-CF3E0405CA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172" y="2469079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直接连接符 199">
                  <a:extLst>
                    <a:ext uri="{FF2B5EF4-FFF2-40B4-BE49-F238E27FC236}">
                      <a16:creationId xmlns:a16="http://schemas.microsoft.com/office/drawing/2014/main" id="{19C880D0-2857-9315-829E-3EBE6EB866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54" y="2896515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8" name="组合 177">
                <a:extLst>
                  <a:ext uri="{FF2B5EF4-FFF2-40B4-BE49-F238E27FC236}">
                    <a16:creationId xmlns:a16="http://schemas.microsoft.com/office/drawing/2014/main" id="{43D1CF45-49DB-7488-7D72-A5035BE1A7FA}"/>
                  </a:ext>
                </a:extLst>
              </p:cNvPr>
              <p:cNvGrpSpPr/>
              <p:nvPr/>
            </p:nvGrpSpPr>
            <p:grpSpPr>
              <a:xfrm>
                <a:off x="1269334" y="1952961"/>
                <a:ext cx="3466554" cy="1502105"/>
                <a:chOff x="1283188" y="3549837"/>
                <a:chExt cx="3466554" cy="1502105"/>
              </a:xfrm>
            </p:grpSpPr>
            <p:grpSp>
              <p:nvGrpSpPr>
                <p:cNvPr id="184" name="组合 183">
                  <a:extLst>
                    <a:ext uri="{FF2B5EF4-FFF2-40B4-BE49-F238E27FC236}">
                      <a16:creationId xmlns:a16="http://schemas.microsoft.com/office/drawing/2014/main" id="{F034A6A9-67DF-E69A-27C4-F61D18D325C0}"/>
                    </a:ext>
                  </a:extLst>
                </p:cNvPr>
                <p:cNvGrpSpPr/>
                <p:nvPr/>
              </p:nvGrpSpPr>
              <p:grpSpPr>
                <a:xfrm>
                  <a:off x="1283188" y="3549837"/>
                  <a:ext cx="3466554" cy="1502105"/>
                  <a:chOff x="4398673" y="81598"/>
                  <a:chExt cx="3466554" cy="1502105"/>
                </a:xfrm>
              </p:grpSpPr>
              <p:cxnSp>
                <p:nvCxnSpPr>
                  <p:cNvPr id="190" name="直接箭头连接符 189">
                    <a:extLst>
                      <a:ext uri="{FF2B5EF4-FFF2-40B4-BE49-F238E27FC236}">
                        <a16:creationId xmlns:a16="http://schemas.microsoft.com/office/drawing/2014/main" id="{6B397C3B-8AED-6ACC-0CA3-0BD7B1DC67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73658" y="802653"/>
                    <a:ext cx="2828041" cy="0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1" name="直接箭头连接符 190">
                    <a:extLst>
                      <a:ext uri="{FF2B5EF4-FFF2-40B4-BE49-F238E27FC236}">
                        <a16:creationId xmlns:a16="http://schemas.microsoft.com/office/drawing/2014/main" id="{801477ED-0E24-4738-D649-C5AEDBDDF9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873658" y="181888"/>
                    <a:ext cx="0" cy="1401815"/>
                  </a:xfrm>
                  <a:prstGeom prst="straightConnector1">
                    <a:avLst/>
                  </a:prstGeom>
                  <a:ln w="635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2" name="文本框 191">
                        <a:extLst>
                          <a:ext uri="{FF2B5EF4-FFF2-40B4-BE49-F238E27FC236}">
                            <a16:creationId xmlns:a16="http://schemas.microsoft.com/office/drawing/2014/main" id="{AAB3163D-F935-3D0F-D5A7-6981EAA8787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95698" y="81598"/>
                        <a:ext cx="499621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2" name="文本框 191">
                        <a:extLst>
                          <a:ext uri="{FF2B5EF4-FFF2-40B4-BE49-F238E27FC236}">
                            <a16:creationId xmlns:a16="http://schemas.microsoft.com/office/drawing/2014/main" id="{AAB3163D-F935-3D0F-D5A7-6981EAA8787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95698" y="81598"/>
                        <a:ext cx="499621" cy="307777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3" name="文本框 192">
                        <a:extLst>
                          <a:ext uri="{FF2B5EF4-FFF2-40B4-BE49-F238E27FC236}">
                            <a16:creationId xmlns:a16="http://schemas.microsoft.com/office/drawing/2014/main" id="{4EA48D7F-7930-A2C9-D646-A2C219A31CA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63570" y="763895"/>
                        <a:ext cx="301657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4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oMath>
                          </m:oMathPara>
                        </a14:m>
                        <a:endParaRPr lang="zh-CN" alt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3" name="文本框 192">
                        <a:extLst>
                          <a:ext uri="{FF2B5EF4-FFF2-40B4-BE49-F238E27FC236}">
                            <a16:creationId xmlns:a16="http://schemas.microsoft.com/office/drawing/2014/main" id="{4EA48D7F-7930-A2C9-D646-A2C219A31CA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63570" y="763895"/>
                        <a:ext cx="301657" cy="30777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4" name="文本框 193">
                        <a:extLst>
                          <a:ext uri="{FF2B5EF4-FFF2-40B4-BE49-F238E27FC236}">
                            <a16:creationId xmlns:a16="http://schemas.microsoft.com/office/drawing/2014/main" id="{284759AC-7EAC-BD39-1552-96F1829C93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78144" y="278500"/>
                        <a:ext cx="499621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𝑑𝐿</m:t>
                                  </m:r>
                                  <m:r>
                                    <a:rPr lang="en-US" altLang="zh-CN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4" name="文本框 193">
                        <a:extLst>
                          <a:ext uri="{FF2B5EF4-FFF2-40B4-BE49-F238E27FC236}">
                            <a16:creationId xmlns:a16="http://schemas.microsoft.com/office/drawing/2014/main" id="{284759AC-7EAC-BD39-1552-96F1829C931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78144" y="278500"/>
                        <a:ext cx="499621" cy="276999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5" name="文本框 194">
                        <a:extLst>
                          <a:ext uri="{FF2B5EF4-FFF2-40B4-BE49-F238E27FC236}">
                            <a16:creationId xmlns:a16="http://schemas.microsoft.com/office/drawing/2014/main" id="{98F5CE77-2DAF-6757-BE9A-906B8A30BF2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398673" y="1220545"/>
                        <a:ext cx="499621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𝑑𝑚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5" name="文本框 194">
                        <a:extLst>
                          <a:ext uri="{FF2B5EF4-FFF2-40B4-BE49-F238E27FC236}">
                            <a16:creationId xmlns:a16="http://schemas.microsoft.com/office/drawing/2014/main" id="{98F5CE77-2DAF-6757-BE9A-906B8A30BF2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398673" y="1220545"/>
                        <a:ext cx="499621" cy="276999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6" name="文本框 195">
                        <a:extLst>
                          <a:ext uri="{FF2B5EF4-FFF2-40B4-BE49-F238E27FC236}">
                            <a16:creationId xmlns:a16="http://schemas.microsoft.com/office/drawing/2014/main" id="{08CCEA0B-8EF1-C219-B403-AF5894CB0B1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62903" y="423441"/>
                        <a:ext cx="499621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𝑑𝐿</m:t>
                                  </m:r>
                                  <m:r>
                                    <a:rPr lang="en-US" altLang="zh-CN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6" name="文本框 195">
                        <a:extLst>
                          <a:ext uri="{FF2B5EF4-FFF2-40B4-BE49-F238E27FC236}">
                            <a16:creationId xmlns:a16="http://schemas.microsoft.com/office/drawing/2014/main" id="{08CCEA0B-8EF1-C219-B403-AF5894CB0B1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462903" y="423441"/>
                        <a:ext cx="499621" cy="276999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5" name="文本框 184">
                      <a:extLst>
                        <a:ext uri="{FF2B5EF4-FFF2-40B4-BE49-F238E27FC236}">
                          <a16:creationId xmlns:a16="http://schemas.microsoft.com/office/drawing/2014/main" id="{54E9586A-3090-00EB-4C64-DFF5550041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25931" y="4132843"/>
                      <a:ext cx="301647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𝑜</m:t>
                            </m:r>
                          </m:oMath>
                        </m:oMathPara>
                      </a14:m>
                      <a:endParaRPr lang="zh-CN" alt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85" name="文本框 184">
                      <a:extLst>
                        <a:ext uri="{FF2B5EF4-FFF2-40B4-BE49-F238E27FC236}">
                          <a16:creationId xmlns:a16="http://schemas.microsoft.com/office/drawing/2014/main" id="{54E9586A-3090-00EB-4C64-DFF55500411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25931" y="4132843"/>
                      <a:ext cx="301647" cy="307777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86" name="直接连接符 185">
                  <a:extLst>
                    <a:ext uri="{FF2B5EF4-FFF2-40B4-BE49-F238E27FC236}">
                      <a16:creationId xmlns:a16="http://schemas.microsoft.com/office/drawing/2014/main" id="{884354C3-FCA2-0D0D-70CD-CAC54E3D2C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762236" y="3857614"/>
                  <a:ext cx="218486" cy="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直接连接符 186">
                  <a:extLst>
                    <a:ext uri="{FF2B5EF4-FFF2-40B4-BE49-F238E27FC236}">
                      <a16:creationId xmlns:a16="http://schemas.microsoft.com/office/drawing/2014/main" id="{21B82AB5-5A46-6BBC-1A75-6DB03A91D8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173" y="3862095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直接连接符 187">
                  <a:extLst>
                    <a:ext uri="{FF2B5EF4-FFF2-40B4-BE49-F238E27FC236}">
                      <a16:creationId xmlns:a16="http://schemas.microsoft.com/office/drawing/2014/main" id="{528A606C-EE4B-1994-E413-90CAB930C5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173" y="4876308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直接连接符 188">
                  <a:extLst>
                    <a:ext uri="{FF2B5EF4-FFF2-40B4-BE49-F238E27FC236}">
                      <a16:creationId xmlns:a16="http://schemas.microsoft.com/office/drawing/2014/main" id="{146C77AB-6F58-3EC1-49A7-429185E1C1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6583" y="4050478"/>
                  <a:ext cx="2549452" cy="0"/>
                </a:xfrm>
                <a:prstGeom prst="line">
                  <a:avLst/>
                </a:prstGeom>
                <a:ln w="8890">
                  <a:prstDash val="lgDash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文本框 171">
                  <a:extLst>
                    <a:ext uri="{FF2B5EF4-FFF2-40B4-BE49-F238E27FC236}">
                      <a16:creationId xmlns:a16="http://schemas.microsoft.com/office/drawing/2014/main" id="{281C58B0-06C0-9D4F-F6AE-114CC3F45440}"/>
                    </a:ext>
                  </a:extLst>
                </p:cNvPr>
                <p:cNvSpPr txBox="1"/>
                <p:nvPr/>
              </p:nvSpPr>
              <p:spPr>
                <a:xfrm>
                  <a:off x="1368117" y="1853254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2" name="文本框 171">
                  <a:extLst>
                    <a:ext uri="{FF2B5EF4-FFF2-40B4-BE49-F238E27FC236}">
                      <a16:creationId xmlns:a16="http://schemas.microsoft.com/office/drawing/2014/main" id="{281C58B0-06C0-9D4F-F6AE-114CC3F454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8117" y="1853254"/>
                  <a:ext cx="301657" cy="27699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文本框 172">
                  <a:extLst>
                    <a:ext uri="{FF2B5EF4-FFF2-40B4-BE49-F238E27FC236}">
                      <a16:creationId xmlns:a16="http://schemas.microsoft.com/office/drawing/2014/main" id="{6A237965-A358-E6BB-2BFB-39DE5E1133CA}"/>
                    </a:ext>
                  </a:extLst>
                </p:cNvPr>
                <p:cNvSpPr txBox="1"/>
                <p:nvPr/>
              </p:nvSpPr>
              <p:spPr>
                <a:xfrm>
                  <a:off x="1372504" y="2609225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3" name="文本框 172">
                  <a:extLst>
                    <a:ext uri="{FF2B5EF4-FFF2-40B4-BE49-F238E27FC236}">
                      <a16:creationId xmlns:a16="http://schemas.microsoft.com/office/drawing/2014/main" id="{6A237965-A358-E6BB-2BFB-39DE5E1133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2504" y="2609225"/>
                  <a:ext cx="301657" cy="276999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文本框 173">
                  <a:extLst>
                    <a:ext uri="{FF2B5EF4-FFF2-40B4-BE49-F238E27FC236}">
                      <a16:creationId xmlns:a16="http://schemas.microsoft.com/office/drawing/2014/main" id="{427CE90C-A09C-DEE6-A330-FDA41582D477}"/>
                    </a:ext>
                  </a:extLst>
                </p:cNvPr>
                <p:cNvSpPr txBox="1"/>
                <p:nvPr/>
              </p:nvSpPr>
              <p:spPr>
                <a:xfrm>
                  <a:off x="1393211" y="4681900"/>
                  <a:ext cx="301657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altLang="zh-CN" sz="1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CN" alt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4" name="文本框 173">
                  <a:extLst>
                    <a:ext uri="{FF2B5EF4-FFF2-40B4-BE49-F238E27FC236}">
                      <a16:creationId xmlns:a16="http://schemas.microsoft.com/office/drawing/2014/main" id="{427CE90C-A09C-DEE6-A330-FDA41582D4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211" y="4681900"/>
                  <a:ext cx="301657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546619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日期占位符 56">
            <a:extLst>
              <a:ext uri="{FF2B5EF4-FFF2-40B4-BE49-F238E27FC236}">
                <a16:creationId xmlns:a16="http://schemas.microsoft.com/office/drawing/2014/main" id="{F3B441FC-7762-F44D-C2CA-3032B2B68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2025/4/14</a:t>
            </a:r>
            <a:endParaRPr lang="zh-CN" altLang="en-US"/>
          </a:p>
        </p:txBody>
      </p:sp>
      <p:grpSp>
        <p:nvGrpSpPr>
          <p:cNvPr id="159" name="组合 158">
            <a:extLst>
              <a:ext uri="{FF2B5EF4-FFF2-40B4-BE49-F238E27FC236}">
                <a16:creationId xmlns:a16="http://schemas.microsoft.com/office/drawing/2014/main" id="{0A984CCE-63F4-49B6-300C-6D19DA6B3D9B}"/>
              </a:ext>
            </a:extLst>
          </p:cNvPr>
          <p:cNvGrpSpPr/>
          <p:nvPr/>
        </p:nvGrpSpPr>
        <p:grpSpPr>
          <a:xfrm>
            <a:off x="2798153" y="642230"/>
            <a:ext cx="1088048" cy="1227494"/>
            <a:chOff x="4032444" y="2734257"/>
            <a:chExt cx="2490755" cy="2809975"/>
          </a:xfrm>
        </p:grpSpPr>
        <p:sp>
          <p:nvSpPr>
            <p:cNvPr id="151" name="矩形: 圆角 150">
              <a:extLst>
                <a:ext uri="{FF2B5EF4-FFF2-40B4-BE49-F238E27FC236}">
                  <a16:creationId xmlns:a16="http://schemas.microsoft.com/office/drawing/2014/main" id="{113791AC-877E-F3DE-D4C6-5D75C2ED273F}"/>
                </a:ext>
              </a:extLst>
            </p:cNvPr>
            <p:cNvSpPr/>
            <p:nvPr/>
          </p:nvSpPr>
          <p:spPr>
            <a:xfrm>
              <a:off x="4428191" y="2734257"/>
              <a:ext cx="1699260" cy="59436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DC1FFF28-EC0C-B5F4-B566-94EF52A3A487}"/>
                </a:ext>
              </a:extLst>
            </p:cNvPr>
            <p:cNvSpPr/>
            <p:nvPr/>
          </p:nvSpPr>
          <p:spPr>
            <a:xfrm rot="72000000">
              <a:off x="3479994" y="3295380"/>
              <a:ext cx="1699260" cy="59436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3" name="矩形: 圆角 152">
              <a:extLst>
                <a:ext uri="{FF2B5EF4-FFF2-40B4-BE49-F238E27FC236}">
                  <a16:creationId xmlns:a16="http://schemas.microsoft.com/office/drawing/2014/main" id="{10DDDC93-CE87-312E-5C89-54DFD19E70EF}"/>
                </a:ext>
              </a:extLst>
            </p:cNvPr>
            <p:cNvSpPr/>
            <p:nvPr/>
          </p:nvSpPr>
          <p:spPr>
            <a:xfrm rot="-72000000">
              <a:off x="5376389" y="3292522"/>
              <a:ext cx="1699260" cy="59436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36145CB1-8779-1178-FD36-5975676720FF}"/>
                </a:ext>
              </a:extLst>
            </p:cNvPr>
            <p:cNvSpPr/>
            <p:nvPr/>
          </p:nvSpPr>
          <p:spPr>
            <a:xfrm rot="3600000">
              <a:off x="3479995" y="4391607"/>
              <a:ext cx="1699260" cy="59436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5" name="矩形: 圆角 154">
              <a:extLst>
                <a:ext uri="{FF2B5EF4-FFF2-40B4-BE49-F238E27FC236}">
                  <a16:creationId xmlns:a16="http://schemas.microsoft.com/office/drawing/2014/main" id="{D739EAED-5B5D-1057-2241-377E119DDED1}"/>
                </a:ext>
              </a:extLst>
            </p:cNvPr>
            <p:cNvSpPr/>
            <p:nvPr/>
          </p:nvSpPr>
          <p:spPr>
            <a:xfrm rot="-3600000">
              <a:off x="5376387" y="4391609"/>
              <a:ext cx="1699260" cy="59436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5BE4779D-5ECB-BDDE-C090-49124033D3F1}"/>
                </a:ext>
              </a:extLst>
            </p:cNvPr>
            <p:cNvSpPr/>
            <p:nvPr/>
          </p:nvSpPr>
          <p:spPr>
            <a:xfrm>
              <a:off x="4428191" y="4949872"/>
              <a:ext cx="1699260" cy="594360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8" name="六边形 157">
              <a:extLst>
                <a:ext uri="{FF2B5EF4-FFF2-40B4-BE49-F238E27FC236}">
                  <a16:creationId xmlns:a16="http://schemas.microsoft.com/office/drawing/2014/main" id="{CE193246-0891-8C75-3F06-3B464BAE3559}"/>
                </a:ext>
              </a:extLst>
            </p:cNvPr>
            <p:cNvSpPr/>
            <p:nvPr/>
          </p:nvSpPr>
          <p:spPr>
            <a:xfrm>
              <a:off x="4267711" y="3272571"/>
              <a:ext cx="2114039" cy="1733347"/>
            </a:xfrm>
            <a:prstGeom prst="hexagon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/>
                <a:t>圆角六边形</a:t>
              </a:r>
            </a:p>
          </p:txBody>
        </p:sp>
      </p:grpSp>
      <p:cxnSp>
        <p:nvCxnSpPr>
          <p:cNvPr id="187" name="直接箭头连接符 186">
            <a:extLst>
              <a:ext uri="{FF2B5EF4-FFF2-40B4-BE49-F238E27FC236}">
                <a16:creationId xmlns:a16="http://schemas.microsoft.com/office/drawing/2014/main" id="{B2E463A3-8E5A-5D2C-618D-D0CCF226CAA4}"/>
              </a:ext>
            </a:extLst>
          </p:cNvPr>
          <p:cNvCxnSpPr>
            <a:cxnSpLocks/>
            <a:endCxn id="200" idx="1"/>
          </p:cNvCxnSpPr>
          <p:nvPr/>
        </p:nvCxnSpPr>
        <p:spPr>
          <a:xfrm flipV="1">
            <a:off x="393946" y="750230"/>
            <a:ext cx="314954" cy="715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箭头连接符 187">
            <a:extLst>
              <a:ext uri="{FF2B5EF4-FFF2-40B4-BE49-F238E27FC236}">
                <a16:creationId xmlns:a16="http://schemas.microsoft.com/office/drawing/2014/main" id="{2D5A3688-1032-E57E-B153-160CFB86285D}"/>
              </a:ext>
            </a:extLst>
          </p:cNvPr>
          <p:cNvCxnSpPr>
            <a:cxnSpLocks/>
            <a:endCxn id="203" idx="1"/>
          </p:cNvCxnSpPr>
          <p:nvPr/>
        </p:nvCxnSpPr>
        <p:spPr>
          <a:xfrm>
            <a:off x="393946" y="975188"/>
            <a:ext cx="31495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箭头连接符 188">
            <a:extLst>
              <a:ext uri="{FF2B5EF4-FFF2-40B4-BE49-F238E27FC236}">
                <a16:creationId xmlns:a16="http://schemas.microsoft.com/office/drawing/2014/main" id="{F1DED454-58B7-D9F7-9282-56D078C2C788}"/>
              </a:ext>
            </a:extLst>
          </p:cNvPr>
          <p:cNvCxnSpPr>
            <a:cxnSpLocks/>
            <a:endCxn id="206" idx="1"/>
          </p:cNvCxnSpPr>
          <p:nvPr/>
        </p:nvCxnSpPr>
        <p:spPr>
          <a:xfrm>
            <a:off x="393946" y="1183207"/>
            <a:ext cx="314954" cy="97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箭头连接符 189">
            <a:extLst>
              <a:ext uri="{FF2B5EF4-FFF2-40B4-BE49-F238E27FC236}">
                <a16:creationId xmlns:a16="http://schemas.microsoft.com/office/drawing/2014/main" id="{AB3AEA6C-DF83-6E4B-767F-42DBE90E51E0}"/>
              </a:ext>
            </a:extLst>
          </p:cNvPr>
          <p:cNvCxnSpPr>
            <a:cxnSpLocks/>
            <a:endCxn id="200" idx="0"/>
          </p:cNvCxnSpPr>
          <p:nvPr/>
        </p:nvCxnSpPr>
        <p:spPr>
          <a:xfrm flipH="1">
            <a:off x="870900" y="359038"/>
            <a:ext cx="11273" cy="28319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直接箭头连接符 190">
            <a:extLst>
              <a:ext uri="{FF2B5EF4-FFF2-40B4-BE49-F238E27FC236}">
                <a16:creationId xmlns:a16="http://schemas.microsoft.com/office/drawing/2014/main" id="{F5B1A989-A6F6-E820-6AE6-673C7B7CDBE7}"/>
              </a:ext>
            </a:extLst>
          </p:cNvPr>
          <p:cNvCxnSpPr>
            <a:cxnSpLocks/>
            <a:endCxn id="201" idx="0"/>
          </p:cNvCxnSpPr>
          <p:nvPr/>
        </p:nvCxnSpPr>
        <p:spPr>
          <a:xfrm>
            <a:off x="1188049" y="359038"/>
            <a:ext cx="6851" cy="28319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E52C6D23-23C1-B74D-C8B6-3519004EF5A6}"/>
              </a:ext>
            </a:extLst>
          </p:cNvPr>
          <p:cNvCxnSpPr>
            <a:cxnSpLocks/>
            <a:endCxn id="202" idx="0"/>
          </p:cNvCxnSpPr>
          <p:nvPr/>
        </p:nvCxnSpPr>
        <p:spPr>
          <a:xfrm>
            <a:off x="1518900" y="357884"/>
            <a:ext cx="0" cy="28434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箭头连接符 192">
            <a:extLst>
              <a:ext uri="{FF2B5EF4-FFF2-40B4-BE49-F238E27FC236}">
                <a16:creationId xmlns:a16="http://schemas.microsoft.com/office/drawing/2014/main" id="{271C3DF2-C0AE-E291-D200-179BCF01E942}"/>
              </a:ext>
            </a:extLst>
          </p:cNvPr>
          <p:cNvCxnSpPr>
            <a:cxnSpLocks/>
            <a:endCxn id="202" idx="3"/>
          </p:cNvCxnSpPr>
          <p:nvPr/>
        </p:nvCxnSpPr>
        <p:spPr>
          <a:xfrm flipH="1" flipV="1">
            <a:off x="1680900" y="750230"/>
            <a:ext cx="310096" cy="686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箭头连接符 193">
            <a:extLst>
              <a:ext uri="{FF2B5EF4-FFF2-40B4-BE49-F238E27FC236}">
                <a16:creationId xmlns:a16="http://schemas.microsoft.com/office/drawing/2014/main" id="{8D9008F9-A84B-E01D-3DD9-8F09D261D291}"/>
              </a:ext>
            </a:extLst>
          </p:cNvPr>
          <p:cNvCxnSpPr>
            <a:cxnSpLocks/>
            <a:endCxn id="205" idx="3"/>
          </p:cNvCxnSpPr>
          <p:nvPr/>
        </p:nvCxnSpPr>
        <p:spPr>
          <a:xfrm flipH="1">
            <a:off x="1680900" y="973896"/>
            <a:ext cx="310096" cy="129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>
            <a:extLst>
              <a:ext uri="{FF2B5EF4-FFF2-40B4-BE49-F238E27FC236}">
                <a16:creationId xmlns:a16="http://schemas.microsoft.com/office/drawing/2014/main" id="{83DE44E5-EA96-F3A3-90D0-64D1041AA6D7}"/>
              </a:ext>
            </a:extLst>
          </p:cNvPr>
          <p:cNvCxnSpPr>
            <a:cxnSpLocks/>
            <a:endCxn id="208" idx="3"/>
          </p:cNvCxnSpPr>
          <p:nvPr/>
        </p:nvCxnSpPr>
        <p:spPr>
          <a:xfrm flipH="1">
            <a:off x="1680900" y="1192996"/>
            <a:ext cx="32157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D84E9A72-7542-4CA4-498B-1D3F33EA3720}"/>
              </a:ext>
            </a:extLst>
          </p:cNvPr>
          <p:cNvCxnSpPr>
            <a:cxnSpLocks/>
            <a:endCxn id="208" idx="2"/>
          </p:cNvCxnSpPr>
          <p:nvPr/>
        </p:nvCxnSpPr>
        <p:spPr>
          <a:xfrm flipV="1">
            <a:off x="1518900" y="1300996"/>
            <a:ext cx="0" cy="24547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箭头连接符 196">
            <a:extLst>
              <a:ext uri="{FF2B5EF4-FFF2-40B4-BE49-F238E27FC236}">
                <a16:creationId xmlns:a16="http://schemas.microsoft.com/office/drawing/2014/main" id="{B9C57C03-DED2-B697-B251-32E90CAA0C21}"/>
              </a:ext>
            </a:extLst>
          </p:cNvPr>
          <p:cNvCxnSpPr>
            <a:cxnSpLocks/>
            <a:endCxn id="207" idx="2"/>
          </p:cNvCxnSpPr>
          <p:nvPr/>
        </p:nvCxnSpPr>
        <p:spPr>
          <a:xfrm flipV="1">
            <a:off x="1194900" y="1300996"/>
            <a:ext cx="0" cy="2724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0FBD40C1-7507-B717-D484-797D53331283}"/>
              </a:ext>
            </a:extLst>
          </p:cNvPr>
          <p:cNvCxnSpPr>
            <a:cxnSpLocks/>
            <a:endCxn id="206" idx="2"/>
          </p:cNvCxnSpPr>
          <p:nvPr/>
        </p:nvCxnSpPr>
        <p:spPr>
          <a:xfrm flipV="1">
            <a:off x="870900" y="1300996"/>
            <a:ext cx="0" cy="2724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1" name="组合 210">
            <a:extLst>
              <a:ext uri="{FF2B5EF4-FFF2-40B4-BE49-F238E27FC236}">
                <a16:creationId xmlns:a16="http://schemas.microsoft.com/office/drawing/2014/main" id="{2C65D1DC-75BB-F7C8-A171-C57B38490F8B}"/>
              </a:ext>
            </a:extLst>
          </p:cNvPr>
          <p:cNvGrpSpPr/>
          <p:nvPr/>
        </p:nvGrpSpPr>
        <p:grpSpPr>
          <a:xfrm>
            <a:off x="706471" y="642230"/>
            <a:ext cx="974429" cy="658766"/>
            <a:chOff x="973171" y="2080173"/>
            <a:chExt cx="974429" cy="658766"/>
          </a:xfrm>
        </p:grpSpPr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74BA0383-2470-FB3A-1DFB-B917531BFDDA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九连框</a:t>
              </a:r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1CB5805F-9690-EA74-F990-83D3BD912D1A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380C1E08-07B6-0043-C574-7AEF15977196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059F2C23-D557-7693-F80A-1E66AECC0548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68EB6655-1BBA-A9A5-C179-96F7A873B386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5EC950FF-4184-3B76-F60F-7CE68A7DBFAC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B7061E9A-D957-22F5-37DF-416F11BFA04C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6" name="矩形 205">
              <a:extLst>
                <a:ext uri="{FF2B5EF4-FFF2-40B4-BE49-F238E27FC236}">
                  <a16:creationId xmlns:a16="http://schemas.microsoft.com/office/drawing/2014/main" id="{6FFF8A7A-9BB2-6B33-1C81-8B079EE61621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BB4F4ECB-41D4-3A1C-12ED-2C415AF86429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7ED3F62F-6B6E-D496-E516-83079724B325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9" name="直接箭头连接符 208">
              <a:extLst>
                <a:ext uri="{FF2B5EF4-FFF2-40B4-BE49-F238E27FC236}">
                  <a16:creationId xmlns:a16="http://schemas.microsoft.com/office/drawing/2014/main" id="{F0EC6CF7-3639-73E4-CD9F-170523E37178}"/>
                </a:ext>
              </a:extLst>
            </p:cNvPr>
            <p:cNvCxnSpPr>
              <a:cxnSpLocks/>
              <a:endCxn id="206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836873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51DA5-A47A-F4B2-045C-5530C39F6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日期占位符 56">
            <a:extLst>
              <a:ext uri="{FF2B5EF4-FFF2-40B4-BE49-F238E27FC236}">
                <a16:creationId xmlns:a16="http://schemas.microsoft.com/office/drawing/2014/main" id="{5EDC8182-F820-943A-313F-7C7408AAA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2025/4/14</a:t>
            </a:r>
            <a:endParaRPr lang="zh-CN" altLang="en-US"/>
          </a:p>
        </p:txBody>
      </p:sp>
      <p:grpSp>
        <p:nvGrpSpPr>
          <p:cNvPr id="293" name="组合 292">
            <a:extLst>
              <a:ext uri="{FF2B5EF4-FFF2-40B4-BE49-F238E27FC236}">
                <a16:creationId xmlns:a16="http://schemas.microsoft.com/office/drawing/2014/main" id="{07BA67FF-D331-927A-0366-B7948FB944EF}"/>
              </a:ext>
            </a:extLst>
          </p:cNvPr>
          <p:cNvGrpSpPr/>
          <p:nvPr/>
        </p:nvGrpSpPr>
        <p:grpSpPr>
          <a:xfrm>
            <a:off x="1466850" y="1147055"/>
            <a:ext cx="9391650" cy="2332840"/>
            <a:chOff x="1466850" y="1147055"/>
            <a:chExt cx="9391650" cy="2332840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99D54553-6664-5BF4-D4C0-C80FA9DE597F}"/>
                </a:ext>
              </a:extLst>
            </p:cNvPr>
            <p:cNvGrpSpPr/>
            <p:nvPr/>
          </p:nvGrpSpPr>
          <p:grpSpPr>
            <a:xfrm>
              <a:off x="2340009" y="1147055"/>
              <a:ext cx="974429" cy="658766"/>
              <a:chOff x="973171" y="2080173"/>
              <a:chExt cx="974429" cy="658766"/>
            </a:xfrm>
          </p:grpSpPr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040E6B84-852C-B73B-B527-D37F081D717A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调节器</a:t>
                </a:r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4C77FA7-9886-77C2-0655-C5F6D399CF9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D58F269F-6A30-ECB7-C33C-24E294279D14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1822AA07-D436-189B-DB11-74D2A4B980FE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39FD1B89-6CFB-D9EB-38E6-B12AA4E71EA3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BABAF79-380A-5E7D-EC9B-BCA19E65ADF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66042FAC-653A-B9A5-FDC0-8130BDA5DF83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0D73D302-9ADA-80C0-8EA6-C2AA33983C8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4A18D9C5-4341-C9D8-D509-044E821E6AD3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DD570853-1E8B-6C35-0859-C179A3553B2B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" name="直接箭头连接符 12">
                <a:extLst>
                  <a:ext uri="{FF2B5EF4-FFF2-40B4-BE49-F238E27FC236}">
                    <a16:creationId xmlns:a16="http://schemas.microsoft.com/office/drawing/2014/main" id="{E30416E8-F347-5280-2DBF-D886863FFAF2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DE493FCD-F7B4-49E0-5DB9-AF2C604EC42A}"/>
                </a:ext>
              </a:extLst>
            </p:cNvPr>
            <p:cNvCxnSpPr>
              <a:cxnSpLocks/>
              <a:endCxn id="10" idx="1"/>
            </p:cNvCxnSpPr>
            <p:nvPr/>
          </p:nvCxnSpPr>
          <p:spPr>
            <a:xfrm>
              <a:off x="1466850" y="1697821"/>
              <a:ext cx="875588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D7A24D03-83A7-ED6E-621C-5D906D284110}"/>
                </a:ext>
              </a:extLst>
            </p:cNvPr>
            <p:cNvGrpSpPr/>
            <p:nvPr/>
          </p:nvGrpSpPr>
          <p:grpSpPr>
            <a:xfrm>
              <a:off x="4181509" y="1147055"/>
              <a:ext cx="974429" cy="658766"/>
              <a:chOff x="973171" y="2080173"/>
              <a:chExt cx="974429" cy="658766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7FE69EBE-C2FE-C933-80E2-3168CEB0770C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模拟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调节器</a:t>
                </a:r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59E47B4B-E25A-6007-D6E8-42611D27223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3C9E655-5919-901F-0147-174D351DC4B1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6BFCBC1-48C8-EEB9-4EB3-FA75BD81269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3B5F7638-C62E-09ED-E969-E848666447F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68408259-604D-76FE-4016-47000B282788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D8B4C173-D0A8-FFEC-3997-231DAB796E6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C35928F3-7D51-92F0-A102-6A54DF24340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26D03519-071E-3D39-FBC9-A9FC3A2E32C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F0C22F08-98CE-ABA4-E029-35577D77273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E60CA825-A8E7-8F00-9518-31483F36741E}"/>
                  </a:ext>
                </a:extLst>
              </p:cNvPr>
              <p:cNvCxnSpPr>
                <a:cxnSpLocks/>
                <a:endCxn id="2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8E4CAC20-EEF4-9844-E41D-E02F0D6E8A52}"/>
                </a:ext>
              </a:extLst>
            </p:cNvPr>
            <p:cNvGrpSpPr/>
            <p:nvPr/>
          </p:nvGrpSpPr>
          <p:grpSpPr>
            <a:xfrm>
              <a:off x="5905500" y="1150630"/>
              <a:ext cx="974429" cy="658766"/>
              <a:chOff x="973171" y="2080173"/>
              <a:chExt cx="974429" cy="658766"/>
            </a:xfrm>
          </p:grpSpPr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3F41FB40-FC7A-9AAD-92E8-44334E3AB05A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编码器</a:t>
                </a:r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1986B28C-D72B-A516-0350-5237060193B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CFD4580A-FDA5-698D-DFE3-A9D8651C32B2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B90F32EE-B56C-1BB5-EB16-E55A9880C5AB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4A75E088-443F-B742-553A-0BD1118AF31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FCB8B02A-3409-DE58-7767-E518871BEB53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22EAD1AD-EE06-33D3-296C-C1C535B4510B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2962D664-2242-8C62-2A35-0C73012B823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A80492B8-7E94-57E7-AB6C-8919465133B9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B3813CF8-1C73-529B-190C-A82FF678443F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0" name="直接箭头连接符 39">
                <a:extLst>
                  <a:ext uri="{FF2B5EF4-FFF2-40B4-BE49-F238E27FC236}">
                    <a16:creationId xmlns:a16="http://schemas.microsoft.com/office/drawing/2014/main" id="{6177488C-DDDF-1E76-E898-99A415FE4424}"/>
                  </a:ext>
                </a:extLst>
              </p:cNvPr>
              <p:cNvCxnSpPr>
                <a:cxnSpLocks/>
                <a:endCxn id="3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80824F14-72DA-9DB3-7233-EA904D99092D}"/>
                </a:ext>
              </a:extLst>
            </p:cNvPr>
            <p:cNvGrpSpPr/>
            <p:nvPr/>
          </p:nvGrpSpPr>
          <p:grpSpPr>
            <a:xfrm>
              <a:off x="7520849" y="1150630"/>
              <a:ext cx="974429" cy="658766"/>
              <a:chOff x="973171" y="2080173"/>
              <a:chExt cx="974429" cy="658766"/>
            </a:xfrm>
          </p:grpSpPr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0F3136EE-6351-3A30-AD86-951B966E940D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多路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复用器</a:t>
                </a:r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2DC98F27-CDC0-89A1-45B4-652C98CEE97D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9CBF79E9-5831-1907-5B19-A2A08113DE1B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35824135-396A-032D-F3C4-62A915EAC79E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77653E22-A5D0-AD86-2D4A-93CE45BF806D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515E778F-31B7-18B3-EBF7-FB9C68CBEF6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C8EDBF3D-6D40-BFB7-8AF0-E4B71DEF9B53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0784C466-114C-FFAF-B012-B5BF7CEC6AC2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7196FC9F-1340-798B-9FC5-97A62B1EE628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F9CA7CE6-E7B5-D392-8D55-5A25491B7B7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2" name="直接箭头连接符 51">
                <a:extLst>
                  <a:ext uri="{FF2B5EF4-FFF2-40B4-BE49-F238E27FC236}">
                    <a16:creationId xmlns:a16="http://schemas.microsoft.com/office/drawing/2014/main" id="{49C14EB1-E543-E553-B64D-8650D99F7E78}"/>
                  </a:ext>
                </a:extLst>
              </p:cNvPr>
              <p:cNvCxnSpPr>
                <a:cxnSpLocks/>
                <a:endCxn id="4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26B28A9D-8190-6AD3-7A8A-09399FDEB27C}"/>
                </a:ext>
              </a:extLst>
            </p:cNvPr>
            <p:cNvGrpSpPr/>
            <p:nvPr/>
          </p:nvGrpSpPr>
          <p:grpSpPr>
            <a:xfrm>
              <a:off x="9074446" y="1150630"/>
              <a:ext cx="974429" cy="658766"/>
              <a:chOff x="973171" y="2080173"/>
              <a:chExt cx="974429" cy="658766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C1690FDA-073C-4A3C-A75E-C4FC5C563D0F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并</a:t>
                </a:r>
                <a:r>
                  <a:rPr lang="en-US" altLang="zh-CN" dirty="0">
                    <a:solidFill>
                      <a:schemeClr val="tx1"/>
                    </a:solidFill>
                  </a:rPr>
                  <a:t>/</a:t>
                </a:r>
                <a:r>
                  <a:rPr lang="zh-CN" altLang="en-US" dirty="0">
                    <a:solidFill>
                      <a:schemeClr val="tx1"/>
                    </a:solidFill>
                  </a:rPr>
                  <a:t>串</a:t>
                </a: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08F9AC1F-BC34-BA2A-8AA3-C7F35614D80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5570D4DB-2047-D091-0BF8-B0144FB92FC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B3516123-0B17-F79E-B2C4-C5B97FE953A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BDDEA352-6A5F-40FB-68C1-C6AFA40E5173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AA46C866-B558-0BEB-E33E-813D083EB755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FC83C0BC-06A5-9B03-7A34-2007B09CFE1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9BDCF05F-05B7-7B83-341B-542A226DA1C9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7610BD13-6B5F-7A59-30E1-D2695EAB5D2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32C226E9-170F-F581-1957-C2EC83EDCE7D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5" name="直接箭头连接符 64">
                <a:extLst>
                  <a:ext uri="{FF2B5EF4-FFF2-40B4-BE49-F238E27FC236}">
                    <a16:creationId xmlns:a16="http://schemas.microsoft.com/office/drawing/2014/main" id="{BEB185CA-1BD1-98A8-D0E4-5F78FC489589}"/>
                  </a:ext>
                </a:extLst>
              </p:cNvPr>
              <p:cNvCxnSpPr>
                <a:cxnSpLocks/>
                <a:endCxn id="6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02257A96-B86E-F3AA-5E5D-264D597ED21B}"/>
                </a:ext>
              </a:extLst>
            </p:cNvPr>
            <p:cNvGrpSpPr/>
            <p:nvPr/>
          </p:nvGrpSpPr>
          <p:grpSpPr>
            <a:xfrm>
              <a:off x="2428834" y="2817554"/>
              <a:ext cx="974429" cy="658766"/>
              <a:chOff x="973171" y="2080173"/>
              <a:chExt cx="974429" cy="658766"/>
            </a:xfrm>
          </p:grpSpPr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C3C95631-AEEC-4E74-B812-2128A3FD23C1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数字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合成器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227F12C6-A852-3113-984D-C0A85BFC27B2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3D167047-10BB-F531-CAD3-8176D43E8644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4D834621-CC5E-B0E9-EBDE-6CB171E29D9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51B68D5F-F50A-A695-0A17-A572F1C63A99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569BE470-B650-76CC-3D88-EEC438D6610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9450F2B-4E7D-BAF5-8C51-D08FDEEA878A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EE6E28CE-99AE-550D-8F00-17FF3457324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B91FC574-1389-19D8-8C3E-0CE400A216FD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2996EB72-FA75-2249-47D7-71D7EE9A240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7" name="直接箭头连接符 76">
                <a:extLst>
                  <a:ext uri="{FF2B5EF4-FFF2-40B4-BE49-F238E27FC236}">
                    <a16:creationId xmlns:a16="http://schemas.microsoft.com/office/drawing/2014/main" id="{0FFA409C-D30A-7E63-F3C6-323229B8CAB0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E3736BB1-CC39-0E9E-D222-863F93DAEBF5}"/>
                </a:ext>
              </a:extLst>
            </p:cNvPr>
            <p:cNvGrpSpPr/>
            <p:nvPr/>
          </p:nvGrpSpPr>
          <p:grpSpPr>
            <a:xfrm>
              <a:off x="4181509" y="2821129"/>
              <a:ext cx="974429" cy="658766"/>
              <a:chOff x="973171" y="2080173"/>
              <a:chExt cx="974429" cy="658766"/>
            </a:xfrm>
          </p:grpSpPr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C38A212A-7B97-F6BB-C979-3FED4B4F5BF4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程序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控制器</a:t>
                </a: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071137EE-E6FC-119C-038A-5D2544B80AA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57A204DC-B330-D3B4-F0BE-980E3A49F475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C65B7FE0-6AF7-C20B-98EA-E4B7BB9C926F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C15E113C-2C95-2F9B-B3A9-D2A396E48D1C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22BCA89E-8BD3-9EC8-3534-5F0C99D18B43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9D0BAE33-F12F-41B3-C263-111BBB5B4B0B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5479AE39-46C4-F29E-7329-3378C52893E5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D1C53F1E-4390-5E5D-7265-4658D1697FA5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6466FE67-5A1F-80BE-52DA-A2BA6660227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0" name="直接箭头连接符 89">
                <a:extLst>
                  <a:ext uri="{FF2B5EF4-FFF2-40B4-BE49-F238E27FC236}">
                    <a16:creationId xmlns:a16="http://schemas.microsoft.com/office/drawing/2014/main" id="{9B323770-D55E-D113-9ED8-F05E77AA76E8}"/>
                  </a:ext>
                </a:extLst>
              </p:cNvPr>
              <p:cNvCxnSpPr>
                <a:cxnSpLocks/>
                <a:endCxn id="8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1" name="组合 90">
              <a:extLst>
                <a:ext uri="{FF2B5EF4-FFF2-40B4-BE49-F238E27FC236}">
                  <a16:creationId xmlns:a16="http://schemas.microsoft.com/office/drawing/2014/main" id="{F59CB7CD-5660-ACC6-2296-600AB33C3084}"/>
                </a:ext>
              </a:extLst>
            </p:cNvPr>
            <p:cNvGrpSpPr/>
            <p:nvPr/>
          </p:nvGrpSpPr>
          <p:grpSpPr>
            <a:xfrm>
              <a:off x="6014393" y="2821129"/>
              <a:ext cx="974429" cy="658766"/>
              <a:chOff x="973171" y="2080173"/>
              <a:chExt cx="974429" cy="658766"/>
            </a:xfrm>
          </p:grpSpPr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BD5F3C18-AD7F-D17B-2DE3-3370980001A3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同位码产生器</a:t>
                </a:r>
              </a:p>
            </p:txBody>
          </p:sp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27B7AADE-30C6-D1EC-9904-EA58CF387846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4A70BB49-3940-261E-60BE-04BC16062D1F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EB341504-0D01-0518-C91A-7AF97CC0DE5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82E0B43F-C9B0-0AE6-420B-8723B7310B3A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DC18A43-E2E2-FDEA-6E15-536D1D19875E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E36DAA3D-899C-A033-386D-D0ADAE5CA1AF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DE963B3A-4246-BDA9-1EA3-24FB69B870B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CB4EACC0-6DDF-455F-B608-B125D535CF8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DF8DCAD0-AB9F-9346-C2A8-18F15281B40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2" name="直接箭头连接符 101">
                <a:extLst>
                  <a:ext uri="{FF2B5EF4-FFF2-40B4-BE49-F238E27FC236}">
                    <a16:creationId xmlns:a16="http://schemas.microsoft.com/office/drawing/2014/main" id="{67A63763-4683-1EFC-FFEF-BB75D78853A6}"/>
                  </a:ext>
                </a:extLst>
              </p:cNvPr>
              <p:cNvCxnSpPr>
                <a:cxnSpLocks/>
                <a:endCxn id="9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74E3F0EA-77BF-147B-B8A5-B09423696935}"/>
                </a:ext>
              </a:extLst>
            </p:cNvPr>
            <p:cNvGrpSpPr/>
            <p:nvPr/>
          </p:nvGrpSpPr>
          <p:grpSpPr>
            <a:xfrm>
              <a:off x="9074446" y="2821129"/>
              <a:ext cx="974429" cy="658766"/>
              <a:chOff x="973171" y="2080173"/>
              <a:chExt cx="974429" cy="658766"/>
            </a:xfrm>
          </p:grpSpPr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32FE139C-9C78-9F00-58B5-15CECE2884EE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调制器发射机</a:t>
                </a:r>
              </a:p>
            </p:txBody>
          </p:sp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DE648FFE-1247-F30B-27D0-A9829D52EBB2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4B9F4D1E-62B4-12D7-6948-F91FFFC98261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04957D43-8773-47BE-264E-23DEDFE631A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6D74AD31-16F2-5C8E-F5AF-F965D69487BC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0FF4BC4D-CFA8-49DE-A61B-D15DD6A9B37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49A0CE68-013D-05FA-E7D7-B5ECA3FF529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D3C5D734-398A-0061-3B9C-244B241013CB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19237B66-7558-8EE6-C436-5771C1CD3F07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" name="矩形 219">
                <a:extLst>
                  <a:ext uri="{FF2B5EF4-FFF2-40B4-BE49-F238E27FC236}">
                    <a16:creationId xmlns:a16="http://schemas.microsoft.com/office/drawing/2014/main" id="{BCD92CAA-0438-433C-CF9A-7EC8D3A94C99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21" name="直接箭头连接符 220">
                <a:extLst>
                  <a:ext uri="{FF2B5EF4-FFF2-40B4-BE49-F238E27FC236}">
                    <a16:creationId xmlns:a16="http://schemas.microsoft.com/office/drawing/2014/main" id="{D2B90100-E688-7D01-E4D6-FE2B537FD58D}"/>
                  </a:ext>
                </a:extLst>
              </p:cNvPr>
              <p:cNvCxnSpPr>
                <a:cxnSpLocks/>
                <a:endCxn id="12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22" name="直接箭头连接符 221">
              <a:extLst>
                <a:ext uri="{FF2B5EF4-FFF2-40B4-BE49-F238E27FC236}">
                  <a16:creationId xmlns:a16="http://schemas.microsoft.com/office/drawing/2014/main" id="{33353A34-4F2C-0085-6361-8B3BA0635D16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1466850" y="1255055"/>
              <a:ext cx="875588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箭头连接符 224">
              <a:extLst>
                <a:ext uri="{FF2B5EF4-FFF2-40B4-BE49-F238E27FC236}">
                  <a16:creationId xmlns:a16="http://schemas.microsoft.com/office/drawing/2014/main" id="{862E6AFD-B320-10C4-62AF-6A21B68C3AFE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1466850" y="1480013"/>
              <a:ext cx="875588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箭头连接符 230">
              <a:extLst>
                <a:ext uri="{FF2B5EF4-FFF2-40B4-BE49-F238E27FC236}">
                  <a16:creationId xmlns:a16="http://schemas.microsoft.com/office/drawing/2014/main" id="{F22A9953-651D-0D5A-F2D3-06619D44A61B}"/>
                </a:ext>
              </a:extLst>
            </p:cNvPr>
            <p:cNvCxnSpPr>
              <a:cxnSpLocks/>
              <a:stCxn id="6" idx="3"/>
              <a:endCxn id="19" idx="1"/>
            </p:cNvCxnSpPr>
            <p:nvPr/>
          </p:nvCxnSpPr>
          <p:spPr>
            <a:xfrm>
              <a:off x="3314438" y="1255055"/>
              <a:ext cx="8695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接箭头连接符 233">
              <a:extLst>
                <a:ext uri="{FF2B5EF4-FFF2-40B4-BE49-F238E27FC236}">
                  <a16:creationId xmlns:a16="http://schemas.microsoft.com/office/drawing/2014/main" id="{539FBBCB-CE65-3022-C99A-7F19C170BFFB}"/>
                </a:ext>
              </a:extLst>
            </p:cNvPr>
            <p:cNvCxnSpPr>
              <a:cxnSpLocks/>
            </p:cNvCxnSpPr>
            <p:nvPr/>
          </p:nvCxnSpPr>
          <p:spPr>
            <a:xfrm>
              <a:off x="3323963" y="1255055"/>
              <a:ext cx="8695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接箭头连接符 234">
              <a:extLst>
                <a:ext uri="{FF2B5EF4-FFF2-40B4-BE49-F238E27FC236}">
                  <a16:creationId xmlns:a16="http://schemas.microsoft.com/office/drawing/2014/main" id="{A634AC1F-D74B-1DC1-00E0-4B74BB923948}"/>
                </a:ext>
              </a:extLst>
            </p:cNvPr>
            <p:cNvCxnSpPr>
              <a:cxnSpLocks/>
              <a:stCxn id="9" idx="3"/>
              <a:endCxn id="22" idx="1"/>
            </p:cNvCxnSpPr>
            <p:nvPr/>
          </p:nvCxnSpPr>
          <p:spPr>
            <a:xfrm>
              <a:off x="3314438" y="1480013"/>
              <a:ext cx="8695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箭头连接符 237">
              <a:extLst>
                <a:ext uri="{FF2B5EF4-FFF2-40B4-BE49-F238E27FC236}">
                  <a16:creationId xmlns:a16="http://schemas.microsoft.com/office/drawing/2014/main" id="{2CDA877F-5755-D587-1583-B9F023F48D4D}"/>
                </a:ext>
              </a:extLst>
            </p:cNvPr>
            <p:cNvCxnSpPr>
              <a:cxnSpLocks/>
              <a:stCxn id="12" idx="3"/>
              <a:endCxn id="25" idx="1"/>
            </p:cNvCxnSpPr>
            <p:nvPr/>
          </p:nvCxnSpPr>
          <p:spPr>
            <a:xfrm>
              <a:off x="3314438" y="1697821"/>
              <a:ext cx="8695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直接箭头连接符 241">
              <a:extLst>
                <a:ext uri="{FF2B5EF4-FFF2-40B4-BE49-F238E27FC236}">
                  <a16:creationId xmlns:a16="http://schemas.microsoft.com/office/drawing/2014/main" id="{72E78A10-F8A6-C631-8A14-29BCFED93BFF}"/>
                </a:ext>
              </a:extLst>
            </p:cNvPr>
            <p:cNvCxnSpPr>
              <a:cxnSpLocks/>
              <a:stCxn id="24" idx="3"/>
              <a:endCxn id="34" idx="1"/>
            </p:cNvCxnSpPr>
            <p:nvPr/>
          </p:nvCxnSpPr>
          <p:spPr>
            <a:xfrm>
              <a:off x="5155938" y="1480013"/>
              <a:ext cx="751991" cy="35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直接箭头连接符 244">
              <a:extLst>
                <a:ext uri="{FF2B5EF4-FFF2-40B4-BE49-F238E27FC236}">
                  <a16:creationId xmlns:a16="http://schemas.microsoft.com/office/drawing/2014/main" id="{E96F563D-F120-4CFF-8377-296FD7B92B41}"/>
                </a:ext>
              </a:extLst>
            </p:cNvPr>
            <p:cNvCxnSpPr>
              <a:cxnSpLocks/>
              <a:stCxn id="36" idx="3"/>
              <a:endCxn id="46" idx="1"/>
            </p:cNvCxnSpPr>
            <p:nvPr/>
          </p:nvCxnSpPr>
          <p:spPr>
            <a:xfrm>
              <a:off x="6879929" y="1483588"/>
              <a:ext cx="64334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接箭头连接符 248">
              <a:extLst>
                <a:ext uri="{FF2B5EF4-FFF2-40B4-BE49-F238E27FC236}">
                  <a16:creationId xmlns:a16="http://schemas.microsoft.com/office/drawing/2014/main" id="{2FE02F31-509E-B63F-53BB-AE61704B7B7A}"/>
                </a:ext>
              </a:extLst>
            </p:cNvPr>
            <p:cNvCxnSpPr>
              <a:cxnSpLocks/>
              <a:stCxn id="48" idx="3"/>
              <a:endCxn id="54" idx="1"/>
            </p:cNvCxnSpPr>
            <p:nvPr/>
          </p:nvCxnSpPr>
          <p:spPr>
            <a:xfrm flipV="1">
              <a:off x="8495278" y="1474630"/>
              <a:ext cx="579168" cy="89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A5839A32-D91E-28FE-AE37-EE93AE9822C9}"/>
                </a:ext>
              </a:extLst>
            </p:cNvPr>
            <p:cNvCxnSpPr>
              <a:cxnSpLocks/>
              <a:endCxn id="74" idx="1"/>
            </p:cNvCxnSpPr>
            <p:nvPr/>
          </p:nvCxnSpPr>
          <p:spPr>
            <a:xfrm>
              <a:off x="1571625" y="3355171"/>
              <a:ext cx="859638" cy="131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直接箭头连接符 252">
              <a:extLst>
                <a:ext uri="{FF2B5EF4-FFF2-40B4-BE49-F238E27FC236}">
                  <a16:creationId xmlns:a16="http://schemas.microsoft.com/office/drawing/2014/main" id="{D6649DF2-01DA-FFF1-A56F-50F39C60DBC7}"/>
                </a:ext>
              </a:extLst>
            </p:cNvPr>
            <p:cNvCxnSpPr>
              <a:cxnSpLocks/>
              <a:endCxn id="68" idx="1"/>
            </p:cNvCxnSpPr>
            <p:nvPr/>
          </p:nvCxnSpPr>
          <p:spPr>
            <a:xfrm>
              <a:off x="1571625" y="2912405"/>
              <a:ext cx="859638" cy="131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直接箭头连接符 253">
              <a:extLst>
                <a:ext uri="{FF2B5EF4-FFF2-40B4-BE49-F238E27FC236}">
                  <a16:creationId xmlns:a16="http://schemas.microsoft.com/office/drawing/2014/main" id="{BED87FF9-4ECE-E3A1-EAAC-4FD9A574EF7F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1571625" y="3137363"/>
              <a:ext cx="859638" cy="131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接箭头连接符 257">
              <a:extLst>
                <a:ext uri="{FF2B5EF4-FFF2-40B4-BE49-F238E27FC236}">
                  <a16:creationId xmlns:a16="http://schemas.microsoft.com/office/drawing/2014/main" id="{29EFBE43-C50B-17C1-4B13-2F2A8DDB52C1}"/>
                </a:ext>
              </a:extLst>
            </p:cNvPr>
            <p:cNvCxnSpPr>
              <a:cxnSpLocks/>
              <a:stCxn id="67" idx="0"/>
              <a:endCxn id="49" idx="2"/>
            </p:cNvCxnSpPr>
            <p:nvPr/>
          </p:nvCxnSpPr>
          <p:spPr>
            <a:xfrm rot="5400000" flipH="1" flipV="1">
              <a:off x="4795977" y="-71747"/>
              <a:ext cx="1008158" cy="4770444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接箭头连接符 260">
              <a:extLst>
                <a:ext uri="{FF2B5EF4-FFF2-40B4-BE49-F238E27FC236}">
                  <a16:creationId xmlns:a16="http://schemas.microsoft.com/office/drawing/2014/main" id="{2A0B10DB-A733-E6CA-2B46-35B18F85798E}"/>
                </a:ext>
              </a:extLst>
            </p:cNvPr>
            <p:cNvCxnSpPr>
              <a:cxnSpLocks/>
              <a:stCxn id="73" idx="3"/>
              <a:endCxn id="79" idx="1"/>
            </p:cNvCxnSpPr>
            <p:nvPr/>
          </p:nvCxnSpPr>
          <p:spPr>
            <a:xfrm flipV="1">
              <a:off x="3403263" y="3145129"/>
              <a:ext cx="778246" cy="538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直接箭头连接符 264">
              <a:extLst>
                <a:ext uri="{FF2B5EF4-FFF2-40B4-BE49-F238E27FC236}">
                  <a16:creationId xmlns:a16="http://schemas.microsoft.com/office/drawing/2014/main" id="{15B66BD1-E1F4-E65E-B658-F85685AD0E38}"/>
                </a:ext>
              </a:extLst>
            </p:cNvPr>
            <p:cNvCxnSpPr>
              <a:cxnSpLocks/>
              <a:stCxn id="80" idx="0"/>
              <a:endCxn id="25" idx="2"/>
            </p:cNvCxnSpPr>
            <p:nvPr/>
          </p:nvCxnSpPr>
          <p:spPr>
            <a:xfrm flipV="1">
              <a:off x="4345938" y="1805821"/>
              <a:ext cx="0" cy="101530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直接箭头连接符 268">
              <a:extLst>
                <a:ext uri="{FF2B5EF4-FFF2-40B4-BE49-F238E27FC236}">
                  <a16:creationId xmlns:a16="http://schemas.microsoft.com/office/drawing/2014/main" id="{38C19D8D-8B30-BDD6-E9FD-D12F1563D895}"/>
                </a:ext>
              </a:extLst>
            </p:cNvPr>
            <p:cNvCxnSpPr>
              <a:cxnSpLocks/>
              <a:stCxn id="81" idx="0"/>
              <a:endCxn id="38" idx="2"/>
            </p:cNvCxnSpPr>
            <p:nvPr/>
          </p:nvCxnSpPr>
          <p:spPr>
            <a:xfrm rot="5400000" flipH="1" flipV="1">
              <a:off x="5026067" y="1453268"/>
              <a:ext cx="1011733" cy="1723991"/>
            </a:xfrm>
            <a:prstGeom prst="bentConnector3">
              <a:avLst>
                <a:gd name="adj1" fmla="val 39644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箭头连接符 268">
              <a:extLst>
                <a:ext uri="{FF2B5EF4-FFF2-40B4-BE49-F238E27FC236}">
                  <a16:creationId xmlns:a16="http://schemas.microsoft.com/office/drawing/2014/main" id="{97CC2DCA-117F-EF9D-B20F-EF98C1597656}"/>
                </a:ext>
              </a:extLst>
            </p:cNvPr>
            <p:cNvCxnSpPr>
              <a:cxnSpLocks/>
              <a:stCxn id="82" idx="0"/>
              <a:endCxn id="50" idx="2"/>
            </p:cNvCxnSpPr>
            <p:nvPr/>
          </p:nvCxnSpPr>
          <p:spPr>
            <a:xfrm rot="5400000" flipH="1" flipV="1">
              <a:off x="5995742" y="807593"/>
              <a:ext cx="1011733" cy="3015340"/>
            </a:xfrm>
            <a:prstGeom prst="bentConnector3">
              <a:avLst>
                <a:gd name="adj1" fmla="val 28346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直接箭头连接符 278">
              <a:extLst>
                <a:ext uri="{FF2B5EF4-FFF2-40B4-BE49-F238E27FC236}">
                  <a16:creationId xmlns:a16="http://schemas.microsoft.com/office/drawing/2014/main" id="{0AAF949D-A3C4-AA11-B1EE-2BE6209ED63C}"/>
                </a:ext>
              </a:extLst>
            </p:cNvPr>
            <p:cNvCxnSpPr>
              <a:cxnSpLocks/>
              <a:stCxn id="86" idx="3"/>
              <a:endCxn id="96" idx="1"/>
            </p:cNvCxnSpPr>
            <p:nvPr/>
          </p:nvCxnSpPr>
          <p:spPr>
            <a:xfrm>
              <a:off x="5155938" y="3154087"/>
              <a:ext cx="86088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直接箭头连接符 268">
              <a:extLst>
                <a:ext uri="{FF2B5EF4-FFF2-40B4-BE49-F238E27FC236}">
                  <a16:creationId xmlns:a16="http://schemas.microsoft.com/office/drawing/2014/main" id="{434F5149-DC04-4B7A-79BB-F33DCF1033AC}"/>
                </a:ext>
              </a:extLst>
            </p:cNvPr>
            <p:cNvCxnSpPr>
              <a:cxnSpLocks/>
              <a:stCxn id="98" idx="3"/>
              <a:endCxn id="51" idx="2"/>
            </p:cNvCxnSpPr>
            <p:nvPr/>
          </p:nvCxnSpPr>
          <p:spPr>
            <a:xfrm flipV="1">
              <a:off x="6988822" y="1809396"/>
              <a:ext cx="1344456" cy="134469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77A09781-9FA0-FD65-CF0C-EA1CE2BDA5FE}"/>
                </a:ext>
              </a:extLst>
            </p:cNvPr>
            <p:cNvCxnSpPr>
              <a:cxnSpLocks/>
              <a:stCxn id="63" idx="2"/>
              <a:endCxn id="106" idx="0"/>
            </p:cNvCxnSpPr>
            <p:nvPr/>
          </p:nvCxnSpPr>
          <p:spPr>
            <a:xfrm>
              <a:off x="9562875" y="1809396"/>
              <a:ext cx="0" cy="101173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直接箭头连接符 289">
              <a:extLst>
                <a:ext uri="{FF2B5EF4-FFF2-40B4-BE49-F238E27FC236}">
                  <a16:creationId xmlns:a16="http://schemas.microsoft.com/office/drawing/2014/main" id="{805AF9B1-C1BF-049D-86C6-1809ACD5A44B}"/>
                </a:ext>
              </a:extLst>
            </p:cNvPr>
            <p:cNvCxnSpPr>
              <a:cxnSpLocks/>
              <a:stCxn id="110" idx="3"/>
            </p:cNvCxnSpPr>
            <p:nvPr/>
          </p:nvCxnSpPr>
          <p:spPr>
            <a:xfrm>
              <a:off x="10048875" y="3154087"/>
              <a:ext cx="80962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4" name="组合 333">
            <a:extLst>
              <a:ext uri="{FF2B5EF4-FFF2-40B4-BE49-F238E27FC236}">
                <a16:creationId xmlns:a16="http://schemas.microsoft.com/office/drawing/2014/main" id="{EAFFBD2C-054F-2FE5-BDA1-40968CF99633}"/>
              </a:ext>
            </a:extLst>
          </p:cNvPr>
          <p:cNvGrpSpPr/>
          <p:nvPr/>
        </p:nvGrpSpPr>
        <p:grpSpPr>
          <a:xfrm>
            <a:off x="1855223" y="4418410"/>
            <a:ext cx="2569893" cy="1924791"/>
            <a:chOff x="1855223" y="4418410"/>
            <a:chExt cx="2569893" cy="1924791"/>
          </a:xfrm>
        </p:grpSpPr>
        <p:cxnSp>
          <p:nvCxnSpPr>
            <p:cNvPr id="299" name="直接箭头连接符 298">
              <a:extLst>
                <a:ext uri="{FF2B5EF4-FFF2-40B4-BE49-F238E27FC236}">
                  <a16:creationId xmlns:a16="http://schemas.microsoft.com/office/drawing/2014/main" id="{8C40EC43-4D26-5ACD-1E49-289E073DECF8}"/>
                </a:ext>
              </a:extLst>
            </p:cNvPr>
            <p:cNvCxnSpPr>
              <a:cxnSpLocks/>
              <a:stCxn id="305" idx="3"/>
              <a:endCxn id="318" idx="1"/>
            </p:cNvCxnSpPr>
            <p:nvPr/>
          </p:nvCxnSpPr>
          <p:spPr>
            <a:xfrm flipV="1">
              <a:off x="2342438" y="4733042"/>
              <a:ext cx="1596678" cy="5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1" name="组合 300">
              <a:extLst>
                <a:ext uri="{FF2B5EF4-FFF2-40B4-BE49-F238E27FC236}">
                  <a16:creationId xmlns:a16="http://schemas.microsoft.com/office/drawing/2014/main" id="{5F858F17-305E-C914-2757-BC298C9C62A5}"/>
                </a:ext>
              </a:extLst>
            </p:cNvPr>
            <p:cNvGrpSpPr/>
            <p:nvPr/>
          </p:nvGrpSpPr>
          <p:grpSpPr>
            <a:xfrm>
              <a:off x="1855223" y="4424047"/>
              <a:ext cx="487215" cy="1919154"/>
              <a:chOff x="973171" y="2080173"/>
              <a:chExt cx="974429" cy="658766"/>
            </a:xfrm>
          </p:grpSpPr>
          <p:sp>
            <p:nvSpPr>
              <p:cNvPr id="302" name="矩形 301">
                <a:extLst>
                  <a:ext uri="{FF2B5EF4-FFF2-40B4-BE49-F238E27FC236}">
                    <a16:creationId xmlns:a16="http://schemas.microsoft.com/office/drawing/2014/main" id="{06649300-44C7-4D87-98D3-473C2F680076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遥控端</a:t>
                </a:r>
              </a:p>
            </p:txBody>
          </p:sp>
          <p:sp>
            <p:nvSpPr>
              <p:cNvPr id="303" name="矩形 302">
                <a:extLst>
                  <a:ext uri="{FF2B5EF4-FFF2-40B4-BE49-F238E27FC236}">
                    <a16:creationId xmlns:a16="http://schemas.microsoft.com/office/drawing/2014/main" id="{EBD87EC4-9AF7-7847-0E6B-64ABD57AEC28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" name="矩形 303">
                <a:extLst>
                  <a:ext uri="{FF2B5EF4-FFF2-40B4-BE49-F238E27FC236}">
                    <a16:creationId xmlns:a16="http://schemas.microsoft.com/office/drawing/2014/main" id="{2507CA33-5A03-7D37-DB28-C432E4C1395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" name="矩形 304">
                <a:extLst>
                  <a:ext uri="{FF2B5EF4-FFF2-40B4-BE49-F238E27FC236}">
                    <a16:creationId xmlns:a16="http://schemas.microsoft.com/office/drawing/2014/main" id="{34A93143-4816-B366-36E9-4C810BB64D0F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" name="矩形 305">
                <a:extLst>
                  <a:ext uri="{FF2B5EF4-FFF2-40B4-BE49-F238E27FC236}">
                    <a16:creationId xmlns:a16="http://schemas.microsoft.com/office/drawing/2014/main" id="{15B4D171-2CB9-1CB3-323C-24000F61A94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" name="矩形 306">
                <a:extLst>
                  <a:ext uri="{FF2B5EF4-FFF2-40B4-BE49-F238E27FC236}">
                    <a16:creationId xmlns:a16="http://schemas.microsoft.com/office/drawing/2014/main" id="{7BBE0608-D894-0255-21D3-FF1A07087B4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" name="矩形 307">
                <a:extLst>
                  <a:ext uri="{FF2B5EF4-FFF2-40B4-BE49-F238E27FC236}">
                    <a16:creationId xmlns:a16="http://schemas.microsoft.com/office/drawing/2014/main" id="{2272F473-8430-DB5E-948E-C532C7ACB0C8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" name="矩形 308">
                <a:extLst>
                  <a:ext uri="{FF2B5EF4-FFF2-40B4-BE49-F238E27FC236}">
                    <a16:creationId xmlns:a16="http://schemas.microsoft.com/office/drawing/2014/main" id="{6E8905E7-A15F-9863-D376-269BF0D15E9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" name="矩形 309">
                <a:extLst>
                  <a:ext uri="{FF2B5EF4-FFF2-40B4-BE49-F238E27FC236}">
                    <a16:creationId xmlns:a16="http://schemas.microsoft.com/office/drawing/2014/main" id="{D85AD885-DC19-CECD-A011-F8B606642E9B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" name="矩形 310">
                <a:extLst>
                  <a:ext uri="{FF2B5EF4-FFF2-40B4-BE49-F238E27FC236}">
                    <a16:creationId xmlns:a16="http://schemas.microsoft.com/office/drawing/2014/main" id="{24F77150-F149-D145-14FD-46BB7FB2E1BF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2" name="直接箭头连接符 311">
                <a:extLst>
                  <a:ext uri="{FF2B5EF4-FFF2-40B4-BE49-F238E27FC236}">
                    <a16:creationId xmlns:a16="http://schemas.microsoft.com/office/drawing/2014/main" id="{C2D96590-8892-178B-F295-D6D303E607A5}"/>
                  </a:ext>
                </a:extLst>
              </p:cNvPr>
              <p:cNvCxnSpPr>
                <a:cxnSpLocks/>
                <a:endCxn id="30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6" name="组合 315">
              <a:extLst>
                <a:ext uri="{FF2B5EF4-FFF2-40B4-BE49-F238E27FC236}">
                  <a16:creationId xmlns:a16="http://schemas.microsoft.com/office/drawing/2014/main" id="{3972AEC1-4DB8-1674-CA21-A9057C89D174}"/>
                </a:ext>
              </a:extLst>
            </p:cNvPr>
            <p:cNvGrpSpPr/>
            <p:nvPr/>
          </p:nvGrpSpPr>
          <p:grpSpPr>
            <a:xfrm>
              <a:off x="3937901" y="4418410"/>
              <a:ext cx="487215" cy="1919154"/>
              <a:chOff x="973171" y="2080173"/>
              <a:chExt cx="974429" cy="658766"/>
            </a:xfrm>
          </p:grpSpPr>
          <p:sp>
            <p:nvSpPr>
              <p:cNvPr id="317" name="矩形 316">
                <a:extLst>
                  <a:ext uri="{FF2B5EF4-FFF2-40B4-BE49-F238E27FC236}">
                    <a16:creationId xmlns:a16="http://schemas.microsoft.com/office/drawing/2014/main" id="{B78DBC32-75B0-1A6A-534E-8F1D5B4A05CC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被遥控端</a:t>
                </a:r>
              </a:p>
            </p:txBody>
          </p:sp>
          <p:sp>
            <p:nvSpPr>
              <p:cNvPr id="318" name="矩形 317">
                <a:extLst>
                  <a:ext uri="{FF2B5EF4-FFF2-40B4-BE49-F238E27FC236}">
                    <a16:creationId xmlns:a16="http://schemas.microsoft.com/office/drawing/2014/main" id="{EAE3835B-064D-98E5-8BAD-8128F80B0417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" name="矩形 318">
                <a:extLst>
                  <a:ext uri="{FF2B5EF4-FFF2-40B4-BE49-F238E27FC236}">
                    <a16:creationId xmlns:a16="http://schemas.microsoft.com/office/drawing/2014/main" id="{EACBBBC8-31E4-A947-8834-012378AA92C4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" name="矩形 319">
                <a:extLst>
                  <a:ext uri="{FF2B5EF4-FFF2-40B4-BE49-F238E27FC236}">
                    <a16:creationId xmlns:a16="http://schemas.microsoft.com/office/drawing/2014/main" id="{94408EA5-97D5-3122-C2E1-E50D397AF781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" name="矩形 320">
                <a:extLst>
                  <a:ext uri="{FF2B5EF4-FFF2-40B4-BE49-F238E27FC236}">
                    <a16:creationId xmlns:a16="http://schemas.microsoft.com/office/drawing/2014/main" id="{BEB67798-F5E1-D483-D509-1298B0C1AC3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" name="矩形 321">
                <a:extLst>
                  <a:ext uri="{FF2B5EF4-FFF2-40B4-BE49-F238E27FC236}">
                    <a16:creationId xmlns:a16="http://schemas.microsoft.com/office/drawing/2014/main" id="{1D7C4CD9-4B6F-34E7-20A7-F32E4495744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" name="矩形 322">
                <a:extLst>
                  <a:ext uri="{FF2B5EF4-FFF2-40B4-BE49-F238E27FC236}">
                    <a16:creationId xmlns:a16="http://schemas.microsoft.com/office/drawing/2014/main" id="{A814CA2D-0378-CCF5-E985-C984DF0FB89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" name="矩形 323">
                <a:extLst>
                  <a:ext uri="{FF2B5EF4-FFF2-40B4-BE49-F238E27FC236}">
                    <a16:creationId xmlns:a16="http://schemas.microsoft.com/office/drawing/2014/main" id="{10ED6BC6-4188-8379-D9D3-E76AC4937482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" name="矩形 324">
                <a:extLst>
                  <a:ext uri="{FF2B5EF4-FFF2-40B4-BE49-F238E27FC236}">
                    <a16:creationId xmlns:a16="http://schemas.microsoft.com/office/drawing/2014/main" id="{3292E867-9CE7-F1E8-CDB7-7D4F51E03C9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20283017-42ED-74E8-49E6-7D49E647A11E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27" name="直接箭头连接符 326">
                <a:extLst>
                  <a:ext uri="{FF2B5EF4-FFF2-40B4-BE49-F238E27FC236}">
                    <a16:creationId xmlns:a16="http://schemas.microsoft.com/office/drawing/2014/main" id="{A499CA07-7489-BB80-F8F3-BD1DD2C17DD1}"/>
                  </a:ext>
                </a:extLst>
              </p:cNvPr>
              <p:cNvCxnSpPr>
                <a:cxnSpLocks/>
                <a:endCxn id="32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29" name="文本框 328">
              <a:extLst>
                <a:ext uri="{FF2B5EF4-FFF2-40B4-BE49-F238E27FC236}">
                  <a16:creationId xmlns:a16="http://schemas.microsoft.com/office/drawing/2014/main" id="{660875A2-DCE9-426A-AC81-638C11EFD1AE}"/>
                </a:ext>
              </a:extLst>
            </p:cNvPr>
            <p:cNvSpPr txBox="1"/>
            <p:nvPr/>
          </p:nvSpPr>
          <p:spPr>
            <a:xfrm>
              <a:off x="2411831" y="4460406"/>
              <a:ext cx="145789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/>
                <a:t>遥控、遥调指令</a:t>
              </a:r>
            </a:p>
          </p:txBody>
        </p:sp>
        <p:cxnSp>
          <p:nvCxnSpPr>
            <p:cNvPr id="330" name="直接箭头连接符 329">
              <a:extLst>
                <a:ext uri="{FF2B5EF4-FFF2-40B4-BE49-F238E27FC236}">
                  <a16:creationId xmlns:a16="http://schemas.microsoft.com/office/drawing/2014/main" id="{6AC8642D-D630-2F85-FC9A-13FD1DB4A25A}"/>
                </a:ext>
              </a:extLst>
            </p:cNvPr>
            <p:cNvCxnSpPr>
              <a:cxnSpLocks/>
              <a:stCxn id="311" idx="3"/>
              <a:endCxn id="324" idx="1"/>
            </p:cNvCxnSpPr>
            <p:nvPr/>
          </p:nvCxnSpPr>
          <p:spPr>
            <a:xfrm flipV="1">
              <a:off x="2342438" y="6022933"/>
              <a:ext cx="1596678" cy="5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1" name="文本框 330">
              <a:extLst>
                <a:ext uri="{FF2B5EF4-FFF2-40B4-BE49-F238E27FC236}">
                  <a16:creationId xmlns:a16="http://schemas.microsoft.com/office/drawing/2014/main" id="{FCB35F5F-312F-1748-68D1-DDF87A2960F6}"/>
                </a:ext>
              </a:extLst>
            </p:cNvPr>
            <p:cNvSpPr txBox="1"/>
            <p:nvPr/>
          </p:nvSpPr>
          <p:spPr>
            <a:xfrm>
              <a:off x="2411831" y="5706923"/>
              <a:ext cx="145789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/>
                <a:t>遥测、遥信指令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90306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" name="组合 440">
            <a:extLst>
              <a:ext uri="{FF2B5EF4-FFF2-40B4-BE49-F238E27FC236}">
                <a16:creationId xmlns:a16="http://schemas.microsoft.com/office/drawing/2014/main" id="{C685D97D-8700-F474-52C0-EE4A5A2CCF2A}"/>
              </a:ext>
            </a:extLst>
          </p:cNvPr>
          <p:cNvGrpSpPr/>
          <p:nvPr/>
        </p:nvGrpSpPr>
        <p:grpSpPr>
          <a:xfrm>
            <a:off x="836635" y="780102"/>
            <a:ext cx="9612290" cy="2450048"/>
            <a:chOff x="836635" y="780102"/>
            <a:chExt cx="9612290" cy="2450048"/>
          </a:xfrm>
        </p:grpSpPr>
        <p:grpSp>
          <p:nvGrpSpPr>
            <p:cNvPr id="336" name="组合 335">
              <a:extLst>
                <a:ext uri="{FF2B5EF4-FFF2-40B4-BE49-F238E27FC236}">
                  <a16:creationId xmlns:a16="http://schemas.microsoft.com/office/drawing/2014/main" id="{C9E6EDF8-3ED3-DF81-4C6F-348B9ADCC027}"/>
                </a:ext>
              </a:extLst>
            </p:cNvPr>
            <p:cNvGrpSpPr/>
            <p:nvPr/>
          </p:nvGrpSpPr>
          <p:grpSpPr>
            <a:xfrm>
              <a:off x="1003374" y="1200976"/>
              <a:ext cx="974429" cy="658766"/>
              <a:chOff x="973171" y="2080173"/>
              <a:chExt cx="974429" cy="658766"/>
            </a:xfrm>
          </p:grpSpPr>
          <p:sp>
            <p:nvSpPr>
              <p:cNvPr id="337" name="矩形 336">
                <a:extLst>
                  <a:ext uri="{FF2B5EF4-FFF2-40B4-BE49-F238E27FC236}">
                    <a16:creationId xmlns:a16="http://schemas.microsoft.com/office/drawing/2014/main" id="{E8E81B8D-14CE-3A53-4612-3381DA5C6E82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记录器显示器</a:t>
                </a:r>
              </a:p>
            </p:txBody>
          </p:sp>
          <p:sp>
            <p:nvSpPr>
              <p:cNvPr id="338" name="矩形 337">
                <a:extLst>
                  <a:ext uri="{FF2B5EF4-FFF2-40B4-BE49-F238E27FC236}">
                    <a16:creationId xmlns:a16="http://schemas.microsoft.com/office/drawing/2014/main" id="{CE72B7F1-A063-3604-6C03-85BC7220DD4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" name="矩形 338">
                <a:extLst>
                  <a:ext uri="{FF2B5EF4-FFF2-40B4-BE49-F238E27FC236}">
                    <a16:creationId xmlns:a16="http://schemas.microsoft.com/office/drawing/2014/main" id="{4BA49E69-E347-5C58-9E6F-8F1DC6E5D14D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" name="矩形 339">
                <a:extLst>
                  <a:ext uri="{FF2B5EF4-FFF2-40B4-BE49-F238E27FC236}">
                    <a16:creationId xmlns:a16="http://schemas.microsoft.com/office/drawing/2014/main" id="{70D38AE8-501D-9AD3-A95A-C8EA6F8FB60D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" name="矩形 340">
                <a:extLst>
                  <a:ext uri="{FF2B5EF4-FFF2-40B4-BE49-F238E27FC236}">
                    <a16:creationId xmlns:a16="http://schemas.microsoft.com/office/drawing/2014/main" id="{A1F25B4D-3523-ABC5-263D-414CD40147A9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" name="矩形 341">
                <a:extLst>
                  <a:ext uri="{FF2B5EF4-FFF2-40B4-BE49-F238E27FC236}">
                    <a16:creationId xmlns:a16="http://schemas.microsoft.com/office/drawing/2014/main" id="{8D07C481-04B0-D70D-625B-25B5288F4166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" name="矩形 342">
                <a:extLst>
                  <a:ext uri="{FF2B5EF4-FFF2-40B4-BE49-F238E27FC236}">
                    <a16:creationId xmlns:a16="http://schemas.microsoft.com/office/drawing/2014/main" id="{310A1805-E37A-B09F-DCB7-A5FF6E0420A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" name="矩形 343">
                <a:extLst>
                  <a:ext uri="{FF2B5EF4-FFF2-40B4-BE49-F238E27FC236}">
                    <a16:creationId xmlns:a16="http://schemas.microsoft.com/office/drawing/2014/main" id="{044F8DE3-D972-107C-1376-9271ED456161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" name="矩形 344">
                <a:extLst>
                  <a:ext uri="{FF2B5EF4-FFF2-40B4-BE49-F238E27FC236}">
                    <a16:creationId xmlns:a16="http://schemas.microsoft.com/office/drawing/2014/main" id="{87667F58-10B7-E3B4-1D83-158EC5267DD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" name="矩形 345">
                <a:extLst>
                  <a:ext uri="{FF2B5EF4-FFF2-40B4-BE49-F238E27FC236}">
                    <a16:creationId xmlns:a16="http://schemas.microsoft.com/office/drawing/2014/main" id="{B36D85D8-B00B-F13C-3DD1-1E6ACC6FDDC5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47" name="直接箭头连接符 346">
                <a:extLst>
                  <a:ext uri="{FF2B5EF4-FFF2-40B4-BE49-F238E27FC236}">
                    <a16:creationId xmlns:a16="http://schemas.microsoft.com/office/drawing/2014/main" id="{A7ACE564-58FE-DCB9-76F2-11170D40B329}"/>
                  </a:ext>
                </a:extLst>
              </p:cNvPr>
              <p:cNvCxnSpPr>
                <a:cxnSpLocks/>
                <a:endCxn id="34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8" name="组合 347">
              <a:extLst>
                <a:ext uri="{FF2B5EF4-FFF2-40B4-BE49-F238E27FC236}">
                  <a16:creationId xmlns:a16="http://schemas.microsoft.com/office/drawing/2014/main" id="{98819020-17BF-AAB9-D838-83A3B2506833}"/>
                </a:ext>
              </a:extLst>
            </p:cNvPr>
            <p:cNvGrpSpPr/>
            <p:nvPr/>
          </p:nvGrpSpPr>
          <p:grpSpPr>
            <a:xfrm>
              <a:off x="2498799" y="1200413"/>
              <a:ext cx="1144019" cy="658766"/>
              <a:chOff x="973171" y="2080173"/>
              <a:chExt cx="974429" cy="658766"/>
            </a:xfrm>
          </p:grpSpPr>
          <p:sp>
            <p:nvSpPr>
              <p:cNvPr id="349" name="矩形 348">
                <a:extLst>
                  <a:ext uri="{FF2B5EF4-FFF2-40B4-BE49-F238E27FC236}">
                    <a16:creationId xmlns:a16="http://schemas.microsoft.com/office/drawing/2014/main" id="{CE9FD0C2-BB36-81DA-C486-007CD46EA428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反变换器</a:t>
                </a:r>
              </a:p>
            </p:txBody>
          </p:sp>
          <p:sp>
            <p:nvSpPr>
              <p:cNvPr id="350" name="矩形 349">
                <a:extLst>
                  <a:ext uri="{FF2B5EF4-FFF2-40B4-BE49-F238E27FC236}">
                    <a16:creationId xmlns:a16="http://schemas.microsoft.com/office/drawing/2014/main" id="{D03231F7-D19E-F2DE-A38F-72D7975DE584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" name="矩形 350">
                <a:extLst>
                  <a:ext uri="{FF2B5EF4-FFF2-40B4-BE49-F238E27FC236}">
                    <a16:creationId xmlns:a16="http://schemas.microsoft.com/office/drawing/2014/main" id="{EAC2B40D-7728-0F1A-751C-6F08095A59D1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" name="矩形 351">
                <a:extLst>
                  <a:ext uri="{FF2B5EF4-FFF2-40B4-BE49-F238E27FC236}">
                    <a16:creationId xmlns:a16="http://schemas.microsoft.com/office/drawing/2014/main" id="{5D040EEE-0EC3-55F6-3C26-CA7AB9E3F941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" name="矩形 352">
                <a:extLst>
                  <a:ext uri="{FF2B5EF4-FFF2-40B4-BE49-F238E27FC236}">
                    <a16:creationId xmlns:a16="http://schemas.microsoft.com/office/drawing/2014/main" id="{1043BBF8-E345-E3CA-8A53-26701713E6B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" name="矩形 353">
                <a:extLst>
                  <a:ext uri="{FF2B5EF4-FFF2-40B4-BE49-F238E27FC236}">
                    <a16:creationId xmlns:a16="http://schemas.microsoft.com/office/drawing/2014/main" id="{9602D200-A49A-B84F-6601-8F608273CD4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" name="矩形 354">
                <a:extLst>
                  <a:ext uri="{FF2B5EF4-FFF2-40B4-BE49-F238E27FC236}">
                    <a16:creationId xmlns:a16="http://schemas.microsoft.com/office/drawing/2014/main" id="{21BFC262-9B47-0025-34D5-A7FFA1C7FB71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" name="矩形 355">
                <a:extLst>
                  <a:ext uri="{FF2B5EF4-FFF2-40B4-BE49-F238E27FC236}">
                    <a16:creationId xmlns:a16="http://schemas.microsoft.com/office/drawing/2014/main" id="{43543915-1E65-DD33-A273-853C506EB7C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" name="矩形 356">
                <a:extLst>
                  <a:ext uri="{FF2B5EF4-FFF2-40B4-BE49-F238E27FC236}">
                    <a16:creationId xmlns:a16="http://schemas.microsoft.com/office/drawing/2014/main" id="{3756EDBA-F573-A7EE-69C3-EB69C1BD4AD3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" name="矩形 357">
                <a:extLst>
                  <a:ext uri="{FF2B5EF4-FFF2-40B4-BE49-F238E27FC236}">
                    <a16:creationId xmlns:a16="http://schemas.microsoft.com/office/drawing/2014/main" id="{ACE7C315-1BC1-A90B-F96A-CDB2B575B428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59" name="直接箭头连接符 358">
                <a:extLst>
                  <a:ext uri="{FF2B5EF4-FFF2-40B4-BE49-F238E27FC236}">
                    <a16:creationId xmlns:a16="http://schemas.microsoft.com/office/drawing/2014/main" id="{B7339201-2009-4FB6-5D5D-FFB8A612A129}"/>
                  </a:ext>
                </a:extLst>
              </p:cNvPr>
              <p:cNvCxnSpPr>
                <a:cxnSpLocks/>
                <a:endCxn id="35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F999F2BE-6780-18F0-71DF-670E0B6DFA1D}"/>
                </a:ext>
              </a:extLst>
            </p:cNvPr>
            <p:cNvGrpSpPr/>
            <p:nvPr/>
          </p:nvGrpSpPr>
          <p:grpSpPr>
            <a:xfrm>
              <a:off x="5116314" y="1195030"/>
              <a:ext cx="974429" cy="658766"/>
              <a:chOff x="973171" y="2080173"/>
              <a:chExt cx="974429" cy="658766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B1A9C216-5BEE-2290-9F0B-87B29F247A1F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变换器</a:t>
                </a: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67C5942-727E-3AB6-DAAC-FA543DB77DC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8273CBC0-833B-B627-1898-DAD709F35145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4592F7A6-0058-16CA-C601-1C3C51CF0F00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21F631E2-2494-C668-A268-D2AC06E73ED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543741D2-B2F7-B50C-7F93-C5CD4F3C8459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9A1CBD1-DDFE-3765-3F5F-6385B374C4CE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2EDC9AE9-391F-494D-EF98-8374E1EDB9BF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8F360E85-A338-4B5D-01C7-014F5D45FCD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FB11E88C-B32D-31FA-33D7-0CFCD894B939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E43531A5-B317-B634-A316-2983096CD983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BB14C718-2EAB-EDC6-8FF7-CE74B9679F14}"/>
                </a:ext>
              </a:extLst>
            </p:cNvPr>
            <p:cNvGrpSpPr/>
            <p:nvPr/>
          </p:nvGrpSpPr>
          <p:grpSpPr>
            <a:xfrm>
              <a:off x="7097514" y="1203988"/>
              <a:ext cx="974429" cy="658766"/>
              <a:chOff x="973171" y="2080173"/>
              <a:chExt cx="974429" cy="658766"/>
            </a:xfrm>
          </p:grpSpPr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AABB4DE7-BE47-03E5-1BF6-72D61B513C19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传感器</a:t>
                </a:r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8D9B0E7F-40EE-0691-5363-F195FEF9A7E4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F2CB69AA-11DE-FC0D-368E-E932EB2A17C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19EFFF14-BBF1-6EAA-A8B8-28D833C161D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5C56056C-DC84-5D00-B18D-BB52C760A9A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DB9D0668-2085-0D5D-5ADE-AEE20DF16457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2023BA0A-0B21-1AE6-1479-E5FA5400A98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25FFB0D7-C1C1-058F-3DCB-D77F26984994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42C82BEF-E6FC-D77D-6858-4EE812F631C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4E8BC13E-9877-F996-8A8D-E3871EA79DF6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" name="直接箭头连接符 38">
                <a:extLst>
                  <a:ext uri="{FF2B5EF4-FFF2-40B4-BE49-F238E27FC236}">
                    <a16:creationId xmlns:a16="http://schemas.microsoft.com/office/drawing/2014/main" id="{E3796324-A288-C9D1-1CDC-9A41B5C88E7A}"/>
                  </a:ext>
                </a:extLst>
              </p:cNvPr>
              <p:cNvCxnSpPr>
                <a:cxnSpLocks/>
                <a:endCxn id="3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85714CF3-2E94-9D82-5026-3BE0B42CCB12}"/>
                </a:ext>
              </a:extLst>
            </p:cNvPr>
            <p:cNvGrpSpPr/>
            <p:nvPr/>
          </p:nvGrpSpPr>
          <p:grpSpPr>
            <a:xfrm>
              <a:off x="9002426" y="1215199"/>
              <a:ext cx="1165017" cy="658766"/>
              <a:chOff x="973171" y="2080173"/>
              <a:chExt cx="974429" cy="658766"/>
            </a:xfrm>
          </p:grpSpPr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DA90EB8-0238-A930-9E62-AA22E2D97BA7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被控对象</a:t>
                </a:r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74A189B6-5A19-FF56-A47E-E25EBB1D66B6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1BBA3AFF-F4EF-946E-1F0A-A6E34890FE0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1041D276-70EB-A88F-F18F-9640FA27B2C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0254EDD6-C6BE-9392-A24F-BBDCA2B07D2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94474E98-DD4D-0272-4954-69E9803F4863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EA18D3D4-6CD4-1AD5-AA97-33B257B73E0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42109827-DBFC-7DB2-6B2A-8313724E21C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775BF279-48B2-592B-C734-F057EE06D79B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DCFFAB41-3413-1389-2FCF-697685B52064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1" name="直接箭头连接符 50">
                <a:extLst>
                  <a:ext uri="{FF2B5EF4-FFF2-40B4-BE49-F238E27FC236}">
                    <a16:creationId xmlns:a16="http://schemas.microsoft.com/office/drawing/2014/main" id="{042AFB84-89B1-6ADC-5EF3-8C1F6CF1E568}"/>
                  </a:ext>
                </a:extLst>
              </p:cNvPr>
              <p:cNvCxnSpPr>
                <a:cxnSpLocks/>
                <a:endCxn id="4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69DE539C-8202-1B09-528B-6B86FC3DB842}"/>
                </a:ext>
              </a:extLst>
            </p:cNvPr>
            <p:cNvGrpSpPr/>
            <p:nvPr/>
          </p:nvGrpSpPr>
          <p:grpSpPr>
            <a:xfrm>
              <a:off x="1017587" y="2379911"/>
              <a:ext cx="1134494" cy="658766"/>
              <a:chOff x="973171" y="2080173"/>
              <a:chExt cx="974429" cy="658766"/>
            </a:xfrm>
          </p:grpSpPr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270A6C2D-304B-606A-6C86-B2BAD05BAE0B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计算机指令发生器</a:t>
                </a:r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7AADB35C-483A-3844-B4E9-D4F1B5547876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29CC3130-B44A-EF70-2322-BF7956FA96B4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282921A7-C703-CD57-348D-ECA67CCBC794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0299AD7C-E875-7E7D-FD43-2C696C45D1C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FF0D1941-2021-5CBF-F881-38FA75965372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AD24EF81-2A29-A891-C7E6-AE847BDED1B6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222BE51-1EEA-9EF9-8737-630F61F9AA5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3142145C-283D-EA2C-E757-44C49D2AB955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73D9C096-5CB6-898B-5EC8-54D7503547B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3" name="直接箭头连接符 62">
                <a:extLst>
                  <a:ext uri="{FF2B5EF4-FFF2-40B4-BE49-F238E27FC236}">
                    <a16:creationId xmlns:a16="http://schemas.microsoft.com/office/drawing/2014/main" id="{E36F2603-FC04-67C8-8B8B-D1D9D48D78CA}"/>
                  </a:ext>
                </a:extLst>
              </p:cNvPr>
              <p:cNvCxnSpPr>
                <a:cxnSpLocks/>
                <a:endCxn id="6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0" name="组合 319">
              <a:extLst>
                <a:ext uri="{FF2B5EF4-FFF2-40B4-BE49-F238E27FC236}">
                  <a16:creationId xmlns:a16="http://schemas.microsoft.com/office/drawing/2014/main" id="{019CA7EF-2816-5D8C-FF6B-A086ABB20104}"/>
                </a:ext>
              </a:extLst>
            </p:cNvPr>
            <p:cNvGrpSpPr/>
            <p:nvPr/>
          </p:nvGrpSpPr>
          <p:grpSpPr>
            <a:xfrm>
              <a:off x="2598737" y="2389436"/>
              <a:ext cx="1134494" cy="658766"/>
              <a:chOff x="973171" y="2080173"/>
              <a:chExt cx="974429" cy="658766"/>
            </a:xfrm>
          </p:grpSpPr>
          <p:sp>
            <p:nvSpPr>
              <p:cNvPr id="321" name="矩形 320">
                <a:extLst>
                  <a:ext uri="{FF2B5EF4-FFF2-40B4-BE49-F238E27FC236}">
                    <a16:creationId xmlns:a16="http://schemas.microsoft.com/office/drawing/2014/main" id="{04E02E7E-7632-2C86-8B6C-AD5F0F41AEC8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变换器</a:t>
                </a:r>
              </a:p>
            </p:txBody>
          </p:sp>
          <p:sp>
            <p:nvSpPr>
              <p:cNvPr id="322" name="矩形 321">
                <a:extLst>
                  <a:ext uri="{FF2B5EF4-FFF2-40B4-BE49-F238E27FC236}">
                    <a16:creationId xmlns:a16="http://schemas.microsoft.com/office/drawing/2014/main" id="{1B33B2C2-D717-218B-0FC5-7BE2BF2FDDA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" name="矩形 322">
                <a:extLst>
                  <a:ext uri="{FF2B5EF4-FFF2-40B4-BE49-F238E27FC236}">
                    <a16:creationId xmlns:a16="http://schemas.microsoft.com/office/drawing/2014/main" id="{27BDF801-6438-B8ED-C80F-DB06524B789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" name="矩形 323">
                <a:extLst>
                  <a:ext uri="{FF2B5EF4-FFF2-40B4-BE49-F238E27FC236}">
                    <a16:creationId xmlns:a16="http://schemas.microsoft.com/office/drawing/2014/main" id="{1953808B-D0C6-850C-14C1-5B5D1E4508EF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" name="矩形 324">
                <a:extLst>
                  <a:ext uri="{FF2B5EF4-FFF2-40B4-BE49-F238E27FC236}">
                    <a16:creationId xmlns:a16="http://schemas.microsoft.com/office/drawing/2014/main" id="{72E46A0C-C2EE-FDBD-8890-AF5ADAC56FB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8F79900B-9A06-D674-4D43-4692B954A306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" name="矩形 326">
                <a:extLst>
                  <a:ext uri="{FF2B5EF4-FFF2-40B4-BE49-F238E27FC236}">
                    <a16:creationId xmlns:a16="http://schemas.microsoft.com/office/drawing/2014/main" id="{BEBC2068-359C-D043-C24C-AD6CAA31B61A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" name="矩形 327">
                <a:extLst>
                  <a:ext uri="{FF2B5EF4-FFF2-40B4-BE49-F238E27FC236}">
                    <a16:creationId xmlns:a16="http://schemas.microsoft.com/office/drawing/2014/main" id="{6011000A-ADE1-E81D-2FA9-16BB2F3964E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" name="矩形 328">
                <a:extLst>
                  <a:ext uri="{FF2B5EF4-FFF2-40B4-BE49-F238E27FC236}">
                    <a16:creationId xmlns:a16="http://schemas.microsoft.com/office/drawing/2014/main" id="{4EB03189-A06E-B167-4DDA-223BD3BF32F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" name="矩形 329">
                <a:extLst>
                  <a:ext uri="{FF2B5EF4-FFF2-40B4-BE49-F238E27FC236}">
                    <a16:creationId xmlns:a16="http://schemas.microsoft.com/office/drawing/2014/main" id="{C5340593-92F0-A592-32EE-8916321514F8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31" name="直接箭头连接符 330">
                <a:extLst>
                  <a:ext uri="{FF2B5EF4-FFF2-40B4-BE49-F238E27FC236}">
                    <a16:creationId xmlns:a16="http://schemas.microsoft.com/office/drawing/2014/main" id="{16C80829-2808-1C20-C27A-6254C7CDA2D6}"/>
                  </a:ext>
                </a:extLst>
              </p:cNvPr>
              <p:cNvCxnSpPr>
                <a:cxnSpLocks/>
                <a:endCxn id="32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2" name="组合 331">
              <a:extLst>
                <a:ext uri="{FF2B5EF4-FFF2-40B4-BE49-F238E27FC236}">
                  <a16:creationId xmlns:a16="http://schemas.microsoft.com/office/drawing/2014/main" id="{0380F3D3-7F1A-85DD-244D-D7B92C023DBA}"/>
                </a:ext>
              </a:extLst>
            </p:cNvPr>
            <p:cNvGrpSpPr/>
            <p:nvPr/>
          </p:nvGrpSpPr>
          <p:grpSpPr>
            <a:xfrm>
              <a:off x="5121571" y="2383486"/>
              <a:ext cx="1134494" cy="658766"/>
              <a:chOff x="973171" y="2080173"/>
              <a:chExt cx="974429" cy="658766"/>
            </a:xfrm>
          </p:grpSpPr>
          <p:sp>
            <p:nvSpPr>
              <p:cNvPr id="333" name="矩形 332">
                <a:extLst>
                  <a:ext uri="{FF2B5EF4-FFF2-40B4-BE49-F238E27FC236}">
                    <a16:creationId xmlns:a16="http://schemas.microsoft.com/office/drawing/2014/main" id="{30B17F4F-65F7-18ED-FAE8-07617086DF8D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反变换器</a:t>
                </a:r>
              </a:p>
            </p:txBody>
          </p:sp>
          <p:sp>
            <p:nvSpPr>
              <p:cNvPr id="334" name="矩形 333">
                <a:extLst>
                  <a:ext uri="{FF2B5EF4-FFF2-40B4-BE49-F238E27FC236}">
                    <a16:creationId xmlns:a16="http://schemas.microsoft.com/office/drawing/2014/main" id="{23C3FD83-05EB-DF14-81A6-B6DFBC30951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" name="矩形 334">
                <a:extLst>
                  <a:ext uri="{FF2B5EF4-FFF2-40B4-BE49-F238E27FC236}">
                    <a16:creationId xmlns:a16="http://schemas.microsoft.com/office/drawing/2014/main" id="{5122F515-9E51-E785-608D-7D686D67E82B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" name="矩形 359">
                <a:extLst>
                  <a:ext uri="{FF2B5EF4-FFF2-40B4-BE49-F238E27FC236}">
                    <a16:creationId xmlns:a16="http://schemas.microsoft.com/office/drawing/2014/main" id="{01B93967-1C2A-C526-30F2-E2C1BF7A4E7F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" name="矩形 360">
                <a:extLst>
                  <a:ext uri="{FF2B5EF4-FFF2-40B4-BE49-F238E27FC236}">
                    <a16:creationId xmlns:a16="http://schemas.microsoft.com/office/drawing/2014/main" id="{88F6CD70-383B-A725-2ED4-1953A92F4962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" name="矩形 361">
                <a:extLst>
                  <a:ext uri="{FF2B5EF4-FFF2-40B4-BE49-F238E27FC236}">
                    <a16:creationId xmlns:a16="http://schemas.microsoft.com/office/drawing/2014/main" id="{114601E1-E88C-F054-347B-1BCE5AF4F456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" name="矩形 362">
                <a:extLst>
                  <a:ext uri="{FF2B5EF4-FFF2-40B4-BE49-F238E27FC236}">
                    <a16:creationId xmlns:a16="http://schemas.microsoft.com/office/drawing/2014/main" id="{FF945916-AFA0-7BBC-66A8-23F80689574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" name="矩形 363">
                <a:extLst>
                  <a:ext uri="{FF2B5EF4-FFF2-40B4-BE49-F238E27FC236}">
                    <a16:creationId xmlns:a16="http://schemas.microsoft.com/office/drawing/2014/main" id="{381FEC08-27F5-CDCC-5626-5AFF6722357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" name="矩形 364">
                <a:extLst>
                  <a:ext uri="{FF2B5EF4-FFF2-40B4-BE49-F238E27FC236}">
                    <a16:creationId xmlns:a16="http://schemas.microsoft.com/office/drawing/2014/main" id="{4B205ACE-43FB-CA96-3ADD-6C1EEF3C7FB3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" name="矩形 365">
                <a:extLst>
                  <a:ext uri="{FF2B5EF4-FFF2-40B4-BE49-F238E27FC236}">
                    <a16:creationId xmlns:a16="http://schemas.microsoft.com/office/drawing/2014/main" id="{57689C48-BCC1-6E46-8C6D-2859E3896D7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67" name="直接箭头连接符 366">
                <a:extLst>
                  <a:ext uri="{FF2B5EF4-FFF2-40B4-BE49-F238E27FC236}">
                    <a16:creationId xmlns:a16="http://schemas.microsoft.com/office/drawing/2014/main" id="{84DE3690-20EC-CD2A-3E92-311B7911FAF6}"/>
                  </a:ext>
                </a:extLst>
              </p:cNvPr>
              <p:cNvCxnSpPr>
                <a:cxnSpLocks/>
                <a:endCxn id="36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8" name="组合 367">
              <a:extLst>
                <a:ext uri="{FF2B5EF4-FFF2-40B4-BE49-F238E27FC236}">
                  <a16:creationId xmlns:a16="http://schemas.microsoft.com/office/drawing/2014/main" id="{F77CA29A-8C89-B4A1-4B0E-2CEC3A0BBB10}"/>
                </a:ext>
              </a:extLst>
            </p:cNvPr>
            <p:cNvGrpSpPr/>
            <p:nvPr/>
          </p:nvGrpSpPr>
          <p:grpSpPr>
            <a:xfrm>
              <a:off x="7102771" y="2393011"/>
              <a:ext cx="1134494" cy="658766"/>
              <a:chOff x="973171" y="2080173"/>
              <a:chExt cx="974429" cy="658766"/>
            </a:xfrm>
          </p:grpSpPr>
          <p:sp>
            <p:nvSpPr>
              <p:cNvPr id="369" name="矩形 368">
                <a:extLst>
                  <a:ext uri="{FF2B5EF4-FFF2-40B4-BE49-F238E27FC236}">
                    <a16:creationId xmlns:a16="http://schemas.microsoft.com/office/drawing/2014/main" id="{D694F8D5-7A3D-1D28-A476-6139D40FE2B0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执行器</a:t>
                </a:r>
              </a:p>
            </p:txBody>
          </p:sp>
          <p:sp>
            <p:nvSpPr>
              <p:cNvPr id="370" name="矩形 369">
                <a:extLst>
                  <a:ext uri="{FF2B5EF4-FFF2-40B4-BE49-F238E27FC236}">
                    <a16:creationId xmlns:a16="http://schemas.microsoft.com/office/drawing/2014/main" id="{5B27DD75-BEF5-694C-33A3-1BD6BC82DA2B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" name="矩形 370">
                <a:extLst>
                  <a:ext uri="{FF2B5EF4-FFF2-40B4-BE49-F238E27FC236}">
                    <a16:creationId xmlns:a16="http://schemas.microsoft.com/office/drawing/2014/main" id="{F072C50A-6848-3DC7-3465-45E762F4138E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C42D956A-FF93-D26A-A3B7-1BE38231D2F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" name="矩形 372">
                <a:extLst>
                  <a:ext uri="{FF2B5EF4-FFF2-40B4-BE49-F238E27FC236}">
                    <a16:creationId xmlns:a16="http://schemas.microsoft.com/office/drawing/2014/main" id="{4CA69BB2-1A9D-6F0B-6A39-EF0C96DBD432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" name="矩形 373">
                <a:extLst>
                  <a:ext uri="{FF2B5EF4-FFF2-40B4-BE49-F238E27FC236}">
                    <a16:creationId xmlns:a16="http://schemas.microsoft.com/office/drawing/2014/main" id="{3A7F9B40-1FBA-B6E5-83F1-19ACB525F7B1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" name="矩形 374">
                <a:extLst>
                  <a:ext uri="{FF2B5EF4-FFF2-40B4-BE49-F238E27FC236}">
                    <a16:creationId xmlns:a16="http://schemas.microsoft.com/office/drawing/2014/main" id="{4C886835-8138-4195-92C0-8C41FCA1AABA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" name="矩形 375">
                <a:extLst>
                  <a:ext uri="{FF2B5EF4-FFF2-40B4-BE49-F238E27FC236}">
                    <a16:creationId xmlns:a16="http://schemas.microsoft.com/office/drawing/2014/main" id="{BD8AEBD3-482D-EC92-C7EC-789826BD431F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" name="矩形 376">
                <a:extLst>
                  <a:ext uri="{FF2B5EF4-FFF2-40B4-BE49-F238E27FC236}">
                    <a16:creationId xmlns:a16="http://schemas.microsoft.com/office/drawing/2014/main" id="{52AC4BD3-84EC-5652-984C-583962E15D1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" name="矩形 377">
                <a:extLst>
                  <a:ext uri="{FF2B5EF4-FFF2-40B4-BE49-F238E27FC236}">
                    <a16:creationId xmlns:a16="http://schemas.microsoft.com/office/drawing/2014/main" id="{C52B1F58-528E-DD5C-3D80-54FF2A6F521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9" name="直接箭头连接符 378">
                <a:extLst>
                  <a:ext uri="{FF2B5EF4-FFF2-40B4-BE49-F238E27FC236}">
                    <a16:creationId xmlns:a16="http://schemas.microsoft.com/office/drawing/2014/main" id="{382D1920-B019-E516-0996-3BFB7399C344}"/>
                  </a:ext>
                </a:extLst>
              </p:cNvPr>
              <p:cNvCxnSpPr>
                <a:cxnSpLocks/>
                <a:endCxn id="37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0" name="组合 379">
              <a:extLst>
                <a:ext uri="{FF2B5EF4-FFF2-40B4-BE49-F238E27FC236}">
                  <a16:creationId xmlns:a16="http://schemas.microsoft.com/office/drawing/2014/main" id="{AF4E10BB-C9B9-EDA7-E2C1-937D3E032CFC}"/>
                </a:ext>
              </a:extLst>
            </p:cNvPr>
            <p:cNvGrpSpPr/>
            <p:nvPr/>
          </p:nvGrpSpPr>
          <p:grpSpPr>
            <a:xfrm>
              <a:off x="9188746" y="2412061"/>
              <a:ext cx="1134494" cy="658766"/>
              <a:chOff x="973171" y="2080173"/>
              <a:chExt cx="974429" cy="658766"/>
            </a:xfrm>
          </p:grpSpPr>
          <p:sp>
            <p:nvSpPr>
              <p:cNvPr id="381" name="矩形 380">
                <a:extLst>
                  <a:ext uri="{FF2B5EF4-FFF2-40B4-BE49-F238E27FC236}">
                    <a16:creationId xmlns:a16="http://schemas.microsoft.com/office/drawing/2014/main" id="{A10136B2-1116-A287-87B6-39E78F0C959A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被控对象</a:t>
                </a:r>
              </a:p>
            </p:txBody>
          </p:sp>
          <p:sp>
            <p:nvSpPr>
              <p:cNvPr id="382" name="矩形 381">
                <a:extLst>
                  <a:ext uri="{FF2B5EF4-FFF2-40B4-BE49-F238E27FC236}">
                    <a16:creationId xmlns:a16="http://schemas.microsoft.com/office/drawing/2014/main" id="{38950154-0442-0407-3EA4-73E5DA8D3528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" name="矩形 382">
                <a:extLst>
                  <a:ext uri="{FF2B5EF4-FFF2-40B4-BE49-F238E27FC236}">
                    <a16:creationId xmlns:a16="http://schemas.microsoft.com/office/drawing/2014/main" id="{7599F8EB-FA3F-6451-F231-AEAB4D2573B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" name="矩形 383">
                <a:extLst>
                  <a:ext uri="{FF2B5EF4-FFF2-40B4-BE49-F238E27FC236}">
                    <a16:creationId xmlns:a16="http://schemas.microsoft.com/office/drawing/2014/main" id="{5AAC4756-7E4C-3642-D703-555446C5FF1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" name="矩形 384">
                <a:extLst>
                  <a:ext uri="{FF2B5EF4-FFF2-40B4-BE49-F238E27FC236}">
                    <a16:creationId xmlns:a16="http://schemas.microsoft.com/office/drawing/2014/main" id="{E480864A-EDF3-BD9A-6C49-42C37DD3D58C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" name="矩形 385">
                <a:extLst>
                  <a:ext uri="{FF2B5EF4-FFF2-40B4-BE49-F238E27FC236}">
                    <a16:creationId xmlns:a16="http://schemas.microsoft.com/office/drawing/2014/main" id="{6C3D44E2-C8D6-4469-5102-B886477E758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" name="矩形 386">
                <a:extLst>
                  <a:ext uri="{FF2B5EF4-FFF2-40B4-BE49-F238E27FC236}">
                    <a16:creationId xmlns:a16="http://schemas.microsoft.com/office/drawing/2014/main" id="{90816C0A-F1DF-BDE1-F969-CAC1A85975AF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" name="矩形 387">
                <a:extLst>
                  <a:ext uri="{FF2B5EF4-FFF2-40B4-BE49-F238E27FC236}">
                    <a16:creationId xmlns:a16="http://schemas.microsoft.com/office/drawing/2014/main" id="{BF6AD405-40A8-B46E-7CDB-F18D807362B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" name="矩形 388">
                <a:extLst>
                  <a:ext uri="{FF2B5EF4-FFF2-40B4-BE49-F238E27FC236}">
                    <a16:creationId xmlns:a16="http://schemas.microsoft.com/office/drawing/2014/main" id="{9EA74F53-CFFA-C520-AFEF-064AB07121DA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" name="矩形 389">
                <a:extLst>
                  <a:ext uri="{FF2B5EF4-FFF2-40B4-BE49-F238E27FC236}">
                    <a16:creationId xmlns:a16="http://schemas.microsoft.com/office/drawing/2014/main" id="{94FDFA43-59FB-E75F-3C81-3F6685D8367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1" name="直接箭头连接符 390">
                <a:extLst>
                  <a:ext uri="{FF2B5EF4-FFF2-40B4-BE49-F238E27FC236}">
                    <a16:creationId xmlns:a16="http://schemas.microsoft.com/office/drawing/2014/main" id="{A65059A1-D5D6-B3D4-6EC6-B6DA8E5EEC59}"/>
                  </a:ext>
                </a:extLst>
              </p:cNvPr>
              <p:cNvCxnSpPr>
                <a:cxnSpLocks/>
                <a:endCxn id="38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92" name="直接箭头连接符 391">
              <a:extLst>
                <a:ext uri="{FF2B5EF4-FFF2-40B4-BE49-F238E27FC236}">
                  <a16:creationId xmlns:a16="http://schemas.microsoft.com/office/drawing/2014/main" id="{48C128BA-32F0-8310-7797-A645AB7BD97B}"/>
                </a:ext>
              </a:extLst>
            </p:cNvPr>
            <p:cNvCxnSpPr>
              <a:cxnSpLocks/>
              <a:stCxn id="59" idx="3"/>
              <a:endCxn id="325" idx="1"/>
            </p:cNvCxnSpPr>
            <p:nvPr/>
          </p:nvCxnSpPr>
          <p:spPr>
            <a:xfrm>
              <a:off x="2152081" y="2712869"/>
              <a:ext cx="449484" cy="952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直接箭头连接符 395">
              <a:extLst>
                <a:ext uri="{FF2B5EF4-FFF2-40B4-BE49-F238E27FC236}">
                  <a16:creationId xmlns:a16="http://schemas.microsoft.com/office/drawing/2014/main" id="{B3C3077B-E0F0-2211-E0F5-2DF4FFDCDD11}"/>
                </a:ext>
              </a:extLst>
            </p:cNvPr>
            <p:cNvCxnSpPr>
              <a:cxnSpLocks/>
              <a:stCxn id="321" idx="3"/>
              <a:endCxn id="361" idx="1"/>
            </p:cNvCxnSpPr>
            <p:nvPr/>
          </p:nvCxnSpPr>
          <p:spPr>
            <a:xfrm>
              <a:off x="3730403" y="2713436"/>
              <a:ext cx="1393996" cy="300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直接箭头连接符 398">
              <a:extLst>
                <a:ext uri="{FF2B5EF4-FFF2-40B4-BE49-F238E27FC236}">
                  <a16:creationId xmlns:a16="http://schemas.microsoft.com/office/drawing/2014/main" id="{433DF1A3-336B-5C33-CFBA-0F486F75F6CE}"/>
                </a:ext>
              </a:extLst>
            </p:cNvPr>
            <p:cNvCxnSpPr>
              <a:cxnSpLocks/>
              <a:stCxn id="363" idx="3"/>
              <a:endCxn id="369" idx="1"/>
            </p:cNvCxnSpPr>
            <p:nvPr/>
          </p:nvCxnSpPr>
          <p:spPr>
            <a:xfrm>
              <a:off x="6256065" y="2716444"/>
              <a:ext cx="846706" cy="5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直接箭头连接符 401">
              <a:extLst>
                <a:ext uri="{FF2B5EF4-FFF2-40B4-BE49-F238E27FC236}">
                  <a16:creationId xmlns:a16="http://schemas.microsoft.com/office/drawing/2014/main" id="{DA170D4B-B2CD-A71D-D803-9C6B3A06F15A}"/>
                </a:ext>
              </a:extLst>
            </p:cNvPr>
            <p:cNvCxnSpPr>
              <a:cxnSpLocks/>
              <a:stCxn id="375" idx="3"/>
              <a:endCxn id="385" idx="1"/>
            </p:cNvCxnSpPr>
            <p:nvPr/>
          </p:nvCxnSpPr>
          <p:spPr>
            <a:xfrm>
              <a:off x="8237265" y="2725969"/>
              <a:ext cx="954309" cy="190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直接箭头连接符 410">
              <a:extLst>
                <a:ext uri="{FF2B5EF4-FFF2-40B4-BE49-F238E27FC236}">
                  <a16:creationId xmlns:a16="http://schemas.microsoft.com/office/drawing/2014/main" id="{ABF2B4C8-D3AF-98DB-77E5-4D61D272E3CF}"/>
                </a:ext>
              </a:extLst>
            </p:cNvPr>
            <p:cNvCxnSpPr>
              <a:cxnSpLocks/>
              <a:stCxn id="29" idx="1"/>
              <a:endCxn id="23" idx="3"/>
            </p:cNvCxnSpPr>
            <p:nvPr/>
          </p:nvCxnSpPr>
          <p:spPr>
            <a:xfrm flipH="1">
              <a:off x="6090743" y="1527988"/>
              <a:ext cx="100677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直接箭头连接符 416">
              <a:extLst>
                <a:ext uri="{FF2B5EF4-FFF2-40B4-BE49-F238E27FC236}">
                  <a16:creationId xmlns:a16="http://schemas.microsoft.com/office/drawing/2014/main" id="{0A895C53-6CA7-B6DC-4BE7-33A4DD980A11}"/>
                </a:ext>
              </a:extLst>
            </p:cNvPr>
            <p:cNvCxnSpPr>
              <a:cxnSpLocks/>
              <a:stCxn id="41" idx="1"/>
              <a:endCxn id="35" idx="3"/>
            </p:cNvCxnSpPr>
            <p:nvPr/>
          </p:nvCxnSpPr>
          <p:spPr>
            <a:xfrm flipH="1" flipV="1">
              <a:off x="8071943" y="1536946"/>
              <a:ext cx="930483" cy="22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直接箭头连接符 420">
              <a:extLst>
                <a:ext uri="{FF2B5EF4-FFF2-40B4-BE49-F238E27FC236}">
                  <a16:creationId xmlns:a16="http://schemas.microsoft.com/office/drawing/2014/main" id="{B42AA8C4-FB9A-E6D2-F77A-37DD09300743}"/>
                </a:ext>
              </a:extLst>
            </p:cNvPr>
            <p:cNvCxnSpPr>
              <a:cxnSpLocks/>
              <a:stCxn id="383" idx="0"/>
              <a:endCxn id="25" idx="2"/>
            </p:cNvCxnSpPr>
            <p:nvPr/>
          </p:nvCxnSpPr>
          <p:spPr>
            <a:xfrm rot="16200000" flipV="1">
              <a:off x="7401943" y="56597"/>
              <a:ext cx="558265" cy="4152664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直接箭头连接符 428">
              <a:extLst>
                <a:ext uri="{FF2B5EF4-FFF2-40B4-BE49-F238E27FC236}">
                  <a16:creationId xmlns:a16="http://schemas.microsoft.com/office/drawing/2014/main" id="{20E7B34A-11A1-F7A2-E245-4D6DBF2143E5}"/>
                </a:ext>
              </a:extLst>
            </p:cNvPr>
            <p:cNvCxnSpPr>
              <a:cxnSpLocks/>
              <a:stCxn id="21" idx="1"/>
              <a:endCxn id="355" idx="3"/>
            </p:cNvCxnSpPr>
            <p:nvPr/>
          </p:nvCxnSpPr>
          <p:spPr>
            <a:xfrm flipH="1">
              <a:off x="3642818" y="1527988"/>
              <a:ext cx="1475925" cy="538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直接箭头连接符 431">
              <a:extLst>
                <a:ext uri="{FF2B5EF4-FFF2-40B4-BE49-F238E27FC236}">
                  <a16:creationId xmlns:a16="http://schemas.microsoft.com/office/drawing/2014/main" id="{FC0252FA-1EE7-7AC7-E726-062495158A0C}"/>
                </a:ext>
              </a:extLst>
            </p:cNvPr>
            <p:cNvCxnSpPr>
              <a:cxnSpLocks/>
              <a:stCxn id="353" idx="1"/>
              <a:endCxn id="343" idx="3"/>
            </p:cNvCxnSpPr>
            <p:nvPr/>
          </p:nvCxnSpPr>
          <p:spPr>
            <a:xfrm flipH="1">
              <a:off x="1977803" y="1533371"/>
              <a:ext cx="523848" cy="5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5" name="文本框 434">
              <a:extLst>
                <a:ext uri="{FF2B5EF4-FFF2-40B4-BE49-F238E27FC236}">
                  <a16:creationId xmlns:a16="http://schemas.microsoft.com/office/drawing/2014/main" id="{7C122230-BB0A-6ABC-35E8-C2ACBABBBA54}"/>
                </a:ext>
              </a:extLst>
            </p:cNvPr>
            <p:cNvSpPr txBox="1"/>
            <p:nvPr/>
          </p:nvSpPr>
          <p:spPr>
            <a:xfrm>
              <a:off x="3975995" y="1220211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/>
                <a:t>遥测信道</a:t>
              </a:r>
            </a:p>
          </p:txBody>
        </p:sp>
        <p:sp>
          <p:nvSpPr>
            <p:cNvPr id="436" name="文本框 435">
              <a:extLst>
                <a:ext uri="{FF2B5EF4-FFF2-40B4-BE49-F238E27FC236}">
                  <a16:creationId xmlns:a16="http://schemas.microsoft.com/office/drawing/2014/main" id="{91EA5371-4B79-63B2-C4CF-338D124FAE6B}"/>
                </a:ext>
              </a:extLst>
            </p:cNvPr>
            <p:cNvSpPr txBox="1"/>
            <p:nvPr/>
          </p:nvSpPr>
          <p:spPr>
            <a:xfrm>
              <a:off x="3929374" y="2394172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/>
                <a:t>遥控信道</a:t>
              </a:r>
            </a:p>
          </p:txBody>
        </p:sp>
        <p:sp>
          <p:nvSpPr>
            <p:cNvPr id="437" name="文本框 436">
              <a:extLst>
                <a:ext uri="{FF2B5EF4-FFF2-40B4-BE49-F238E27FC236}">
                  <a16:creationId xmlns:a16="http://schemas.microsoft.com/office/drawing/2014/main" id="{D8840E90-CDE1-21B5-25AF-CD0F11A0C99D}"/>
                </a:ext>
              </a:extLst>
            </p:cNvPr>
            <p:cNvSpPr txBox="1"/>
            <p:nvPr/>
          </p:nvSpPr>
          <p:spPr>
            <a:xfrm>
              <a:off x="7130014" y="780104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/>
                <a:t>被控端</a:t>
              </a:r>
            </a:p>
          </p:txBody>
        </p:sp>
        <p:sp>
          <p:nvSpPr>
            <p:cNvPr id="438" name="文本框 437">
              <a:extLst>
                <a:ext uri="{FF2B5EF4-FFF2-40B4-BE49-F238E27FC236}">
                  <a16:creationId xmlns:a16="http://schemas.microsoft.com/office/drawing/2014/main" id="{109CCE77-974F-AA0A-7828-8BF24345073C}"/>
                </a:ext>
              </a:extLst>
            </p:cNvPr>
            <p:cNvSpPr txBox="1"/>
            <p:nvPr/>
          </p:nvSpPr>
          <p:spPr>
            <a:xfrm>
              <a:off x="1878089" y="792045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/>
                <a:t>控制端</a:t>
              </a:r>
            </a:p>
          </p:txBody>
        </p:sp>
        <p:sp>
          <p:nvSpPr>
            <p:cNvPr id="439" name="矩形 438">
              <a:extLst>
                <a:ext uri="{FF2B5EF4-FFF2-40B4-BE49-F238E27FC236}">
                  <a16:creationId xmlns:a16="http://schemas.microsoft.com/office/drawing/2014/main" id="{829A49C0-EF4D-DE2B-AD17-5AE99AA5105E}"/>
                </a:ext>
              </a:extLst>
            </p:cNvPr>
            <p:cNvSpPr/>
            <p:nvPr/>
          </p:nvSpPr>
          <p:spPr>
            <a:xfrm>
              <a:off x="836635" y="780102"/>
              <a:ext cx="3020989" cy="2438105"/>
            </a:xfrm>
            <a:prstGeom prst="rect">
              <a:avLst/>
            </a:prstGeom>
            <a:noFill/>
            <a:ln w="1905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0" name="矩形 439">
              <a:extLst>
                <a:ext uri="{FF2B5EF4-FFF2-40B4-BE49-F238E27FC236}">
                  <a16:creationId xmlns:a16="http://schemas.microsoft.com/office/drawing/2014/main" id="{3BE3A82D-3A68-2732-7DFA-AC52D4F4BBB2}"/>
                </a:ext>
              </a:extLst>
            </p:cNvPr>
            <p:cNvSpPr/>
            <p:nvPr/>
          </p:nvSpPr>
          <p:spPr>
            <a:xfrm>
              <a:off x="4997177" y="792045"/>
              <a:ext cx="5451748" cy="2438105"/>
            </a:xfrm>
            <a:prstGeom prst="rect">
              <a:avLst/>
            </a:prstGeom>
            <a:noFill/>
            <a:ln w="1905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442" name="日期占位符 441">
            <a:extLst>
              <a:ext uri="{FF2B5EF4-FFF2-40B4-BE49-F238E27FC236}">
                <a16:creationId xmlns:a16="http://schemas.microsoft.com/office/drawing/2014/main" id="{B2ECD3C7-DF5B-BD1B-228E-81406DD36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2025/4/14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42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285AD-5221-D63F-847E-F33B3FEEE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7112D694-45F6-0A64-B1E9-1B30CC795B04}"/>
              </a:ext>
            </a:extLst>
          </p:cNvPr>
          <p:cNvGrpSpPr/>
          <p:nvPr/>
        </p:nvGrpSpPr>
        <p:grpSpPr>
          <a:xfrm>
            <a:off x="836635" y="780102"/>
            <a:ext cx="9612290" cy="2450048"/>
            <a:chOff x="836635" y="780102"/>
            <a:chExt cx="9612290" cy="2450048"/>
          </a:xfrm>
        </p:grpSpPr>
        <p:grpSp>
          <p:nvGrpSpPr>
            <p:cNvPr id="336" name="组合 335">
              <a:extLst>
                <a:ext uri="{FF2B5EF4-FFF2-40B4-BE49-F238E27FC236}">
                  <a16:creationId xmlns:a16="http://schemas.microsoft.com/office/drawing/2014/main" id="{4EA195C2-748E-4186-C5CD-93E204D0C468}"/>
                </a:ext>
              </a:extLst>
            </p:cNvPr>
            <p:cNvGrpSpPr/>
            <p:nvPr/>
          </p:nvGrpSpPr>
          <p:grpSpPr>
            <a:xfrm>
              <a:off x="1003374" y="1200976"/>
              <a:ext cx="974429" cy="658766"/>
              <a:chOff x="973171" y="2080173"/>
              <a:chExt cx="974429" cy="658766"/>
            </a:xfrm>
          </p:grpSpPr>
          <p:sp>
            <p:nvSpPr>
              <p:cNvPr id="337" name="矩形 336">
                <a:extLst>
                  <a:ext uri="{FF2B5EF4-FFF2-40B4-BE49-F238E27FC236}">
                    <a16:creationId xmlns:a16="http://schemas.microsoft.com/office/drawing/2014/main" id="{A33358A4-AD31-5EE3-D6C4-A971CB0E10E1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记录器显示器</a:t>
                </a:r>
              </a:p>
            </p:txBody>
          </p:sp>
          <p:sp>
            <p:nvSpPr>
              <p:cNvPr id="338" name="矩形 337">
                <a:extLst>
                  <a:ext uri="{FF2B5EF4-FFF2-40B4-BE49-F238E27FC236}">
                    <a16:creationId xmlns:a16="http://schemas.microsoft.com/office/drawing/2014/main" id="{B5E1FA9C-6098-F10E-6722-8A2844031AA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" name="矩形 338">
                <a:extLst>
                  <a:ext uri="{FF2B5EF4-FFF2-40B4-BE49-F238E27FC236}">
                    <a16:creationId xmlns:a16="http://schemas.microsoft.com/office/drawing/2014/main" id="{C10B6756-CDB3-4ECE-FEFC-B8F61901224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" name="矩形 339">
                <a:extLst>
                  <a:ext uri="{FF2B5EF4-FFF2-40B4-BE49-F238E27FC236}">
                    <a16:creationId xmlns:a16="http://schemas.microsoft.com/office/drawing/2014/main" id="{D2D19CCA-C1A3-B253-E217-8BAEAE6A8ED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" name="矩形 340">
                <a:extLst>
                  <a:ext uri="{FF2B5EF4-FFF2-40B4-BE49-F238E27FC236}">
                    <a16:creationId xmlns:a16="http://schemas.microsoft.com/office/drawing/2014/main" id="{5F83D9D2-6DCC-F001-391B-704D23149B59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" name="矩形 341">
                <a:extLst>
                  <a:ext uri="{FF2B5EF4-FFF2-40B4-BE49-F238E27FC236}">
                    <a16:creationId xmlns:a16="http://schemas.microsoft.com/office/drawing/2014/main" id="{31D0265A-4331-E727-4A6F-BED68BE70A96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" name="矩形 342">
                <a:extLst>
                  <a:ext uri="{FF2B5EF4-FFF2-40B4-BE49-F238E27FC236}">
                    <a16:creationId xmlns:a16="http://schemas.microsoft.com/office/drawing/2014/main" id="{DA5B24DD-6E11-3848-327A-94015620C4FB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" name="矩形 343">
                <a:extLst>
                  <a:ext uri="{FF2B5EF4-FFF2-40B4-BE49-F238E27FC236}">
                    <a16:creationId xmlns:a16="http://schemas.microsoft.com/office/drawing/2014/main" id="{0A3C8EDB-B6E9-0EBC-ABE3-E179627DD365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" name="矩形 344">
                <a:extLst>
                  <a:ext uri="{FF2B5EF4-FFF2-40B4-BE49-F238E27FC236}">
                    <a16:creationId xmlns:a16="http://schemas.microsoft.com/office/drawing/2014/main" id="{A8AF6A6C-6AB7-AFA5-B8FD-A940F83849D7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" name="矩形 345">
                <a:extLst>
                  <a:ext uri="{FF2B5EF4-FFF2-40B4-BE49-F238E27FC236}">
                    <a16:creationId xmlns:a16="http://schemas.microsoft.com/office/drawing/2014/main" id="{85FE801F-139D-CCB4-819A-541E568554B6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47" name="直接箭头连接符 346">
                <a:extLst>
                  <a:ext uri="{FF2B5EF4-FFF2-40B4-BE49-F238E27FC236}">
                    <a16:creationId xmlns:a16="http://schemas.microsoft.com/office/drawing/2014/main" id="{051D2BD6-A7C5-AC72-8C39-6FC1562EFB6A}"/>
                  </a:ext>
                </a:extLst>
              </p:cNvPr>
              <p:cNvCxnSpPr>
                <a:cxnSpLocks/>
                <a:endCxn id="34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8" name="组合 347">
              <a:extLst>
                <a:ext uri="{FF2B5EF4-FFF2-40B4-BE49-F238E27FC236}">
                  <a16:creationId xmlns:a16="http://schemas.microsoft.com/office/drawing/2014/main" id="{90ABBB7F-B026-DAAC-1ED1-08584E99E4C6}"/>
                </a:ext>
              </a:extLst>
            </p:cNvPr>
            <p:cNvGrpSpPr/>
            <p:nvPr/>
          </p:nvGrpSpPr>
          <p:grpSpPr>
            <a:xfrm>
              <a:off x="2498799" y="1200413"/>
              <a:ext cx="1144019" cy="658766"/>
              <a:chOff x="973171" y="2080173"/>
              <a:chExt cx="974429" cy="658766"/>
            </a:xfrm>
          </p:grpSpPr>
          <p:sp>
            <p:nvSpPr>
              <p:cNvPr id="349" name="矩形 348">
                <a:extLst>
                  <a:ext uri="{FF2B5EF4-FFF2-40B4-BE49-F238E27FC236}">
                    <a16:creationId xmlns:a16="http://schemas.microsoft.com/office/drawing/2014/main" id="{5B891FC9-F365-2B61-C303-59B4FDFA6D76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反变换器</a:t>
                </a:r>
              </a:p>
            </p:txBody>
          </p:sp>
          <p:sp>
            <p:nvSpPr>
              <p:cNvPr id="350" name="矩形 349">
                <a:extLst>
                  <a:ext uri="{FF2B5EF4-FFF2-40B4-BE49-F238E27FC236}">
                    <a16:creationId xmlns:a16="http://schemas.microsoft.com/office/drawing/2014/main" id="{9B8029DF-0FCB-BD99-2D22-F5EF09E0DC7E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" name="矩形 350">
                <a:extLst>
                  <a:ext uri="{FF2B5EF4-FFF2-40B4-BE49-F238E27FC236}">
                    <a16:creationId xmlns:a16="http://schemas.microsoft.com/office/drawing/2014/main" id="{44996612-8F1E-5241-D965-AA3FED21093E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" name="矩形 351">
                <a:extLst>
                  <a:ext uri="{FF2B5EF4-FFF2-40B4-BE49-F238E27FC236}">
                    <a16:creationId xmlns:a16="http://schemas.microsoft.com/office/drawing/2014/main" id="{360B447B-D6A8-8E8B-D3C4-EAB361BC5A3C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" name="矩形 352">
                <a:extLst>
                  <a:ext uri="{FF2B5EF4-FFF2-40B4-BE49-F238E27FC236}">
                    <a16:creationId xmlns:a16="http://schemas.microsoft.com/office/drawing/2014/main" id="{69F14633-DDAF-8F2C-8098-CF74C65C175D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" name="矩形 353">
                <a:extLst>
                  <a:ext uri="{FF2B5EF4-FFF2-40B4-BE49-F238E27FC236}">
                    <a16:creationId xmlns:a16="http://schemas.microsoft.com/office/drawing/2014/main" id="{22B44154-9E52-EDDD-FD42-66AFCD5B6FF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" name="矩形 354">
                <a:extLst>
                  <a:ext uri="{FF2B5EF4-FFF2-40B4-BE49-F238E27FC236}">
                    <a16:creationId xmlns:a16="http://schemas.microsoft.com/office/drawing/2014/main" id="{BB22806F-E4DA-5F8E-DE68-982909DC6A9F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" name="矩形 355">
                <a:extLst>
                  <a:ext uri="{FF2B5EF4-FFF2-40B4-BE49-F238E27FC236}">
                    <a16:creationId xmlns:a16="http://schemas.microsoft.com/office/drawing/2014/main" id="{073AFC23-0409-DAFE-9245-95DA798C5735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" name="矩形 356">
                <a:extLst>
                  <a:ext uri="{FF2B5EF4-FFF2-40B4-BE49-F238E27FC236}">
                    <a16:creationId xmlns:a16="http://schemas.microsoft.com/office/drawing/2014/main" id="{C76C4FF6-0245-E439-DF53-5F6177EF5C03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" name="矩形 357">
                <a:extLst>
                  <a:ext uri="{FF2B5EF4-FFF2-40B4-BE49-F238E27FC236}">
                    <a16:creationId xmlns:a16="http://schemas.microsoft.com/office/drawing/2014/main" id="{CABAFF60-7E73-9576-6703-3E4A86CBC09D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59" name="直接箭头连接符 358">
                <a:extLst>
                  <a:ext uri="{FF2B5EF4-FFF2-40B4-BE49-F238E27FC236}">
                    <a16:creationId xmlns:a16="http://schemas.microsoft.com/office/drawing/2014/main" id="{0511BD6B-555D-F88C-7516-60E1B067C3B4}"/>
                  </a:ext>
                </a:extLst>
              </p:cNvPr>
              <p:cNvCxnSpPr>
                <a:cxnSpLocks/>
                <a:endCxn id="35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1C0B0674-41D0-0087-96C0-EC001C0A4884}"/>
                </a:ext>
              </a:extLst>
            </p:cNvPr>
            <p:cNvGrpSpPr/>
            <p:nvPr/>
          </p:nvGrpSpPr>
          <p:grpSpPr>
            <a:xfrm>
              <a:off x="5116314" y="1195030"/>
              <a:ext cx="974429" cy="658766"/>
              <a:chOff x="973171" y="2080173"/>
              <a:chExt cx="974429" cy="658766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9839B46C-3ADF-98FF-152E-92B300B86F16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变换器</a:t>
                </a: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9627752E-792B-2094-C657-6C78C59F619C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8816DA93-652C-643E-1B18-F27FAF48DD54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A85C3209-B836-F356-B68E-D96EFD431EC8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079C71A2-2C6C-12DA-8A35-F550E8FC1B3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9942F36F-B106-1084-C5F2-EF2FA6B9F87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C719193B-20C9-173C-645B-0DF4AB98665E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69C2F2AC-E647-95F6-CFA2-239C99EC8F5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5E712B08-D7A7-C9F0-9110-AA39E98B4520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2713EF12-00FD-6E73-B215-C485CF77C79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A368B9D1-F1D3-0556-80A2-F9FE138CECAE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80EDE28C-AB55-90AC-7448-8C81E941F9BE}"/>
                </a:ext>
              </a:extLst>
            </p:cNvPr>
            <p:cNvGrpSpPr/>
            <p:nvPr/>
          </p:nvGrpSpPr>
          <p:grpSpPr>
            <a:xfrm>
              <a:off x="7097514" y="1203988"/>
              <a:ext cx="974429" cy="658766"/>
              <a:chOff x="973171" y="2080173"/>
              <a:chExt cx="974429" cy="658766"/>
            </a:xfrm>
          </p:grpSpPr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9709E894-54A5-489E-3557-A22588D4D6C2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传感器</a:t>
                </a:r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8D33A657-DDFD-12ED-9B44-E99C478AD0A8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0757DE86-F965-9316-8BBC-B30C248F3C4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209865D0-AA1E-FC80-7530-470D8C2F5E4F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D9C64C56-C3C7-F724-3109-015387E1D4C7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3B0AF63F-D432-F4D0-D030-B67707D9D5C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655D3F17-A270-51EB-6D0A-FDCCF591FBB9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937C8C0B-983C-F539-1D5A-F2AA64262EF5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6BBCB283-B4B4-0563-D07E-A8182906E43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A418F61C-80CA-C94F-B726-A8F2B1A9DA7B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" name="直接箭头连接符 38">
                <a:extLst>
                  <a:ext uri="{FF2B5EF4-FFF2-40B4-BE49-F238E27FC236}">
                    <a16:creationId xmlns:a16="http://schemas.microsoft.com/office/drawing/2014/main" id="{078C8846-8AC7-22F4-3AC7-63BA6F981C42}"/>
                  </a:ext>
                </a:extLst>
              </p:cNvPr>
              <p:cNvCxnSpPr>
                <a:cxnSpLocks/>
                <a:endCxn id="3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5D8FB98F-7C2C-5CF3-BCD9-70753E7F3F3D}"/>
                </a:ext>
              </a:extLst>
            </p:cNvPr>
            <p:cNvGrpSpPr/>
            <p:nvPr/>
          </p:nvGrpSpPr>
          <p:grpSpPr>
            <a:xfrm>
              <a:off x="9002426" y="1215199"/>
              <a:ext cx="1165017" cy="658766"/>
              <a:chOff x="973171" y="2080173"/>
              <a:chExt cx="974429" cy="658766"/>
            </a:xfrm>
          </p:grpSpPr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4ADFF13D-AC54-FEB3-9448-2D78C74274C3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被控对象</a:t>
                </a:r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A663443D-C0CC-9870-68D2-4DF540D10A92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EEFA6E77-BD83-D55F-CBE4-ADF9710D9C3A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322F54DF-9DAA-0213-E20B-D38B418B36F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2500913B-49EC-A507-D55B-612E1963013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90A05225-E27A-B86D-4042-960D484EC5D9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7F5E6368-E10E-B67A-4A20-C53D6FD7AD1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659DE478-F822-52F7-EEB6-5D87EF100BC9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E712B340-6B34-A693-D7A7-147ED9307F9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57F33666-7AE6-A73C-C664-47D72A81CDD1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1" name="直接箭头连接符 50">
                <a:extLst>
                  <a:ext uri="{FF2B5EF4-FFF2-40B4-BE49-F238E27FC236}">
                    <a16:creationId xmlns:a16="http://schemas.microsoft.com/office/drawing/2014/main" id="{A845E1B9-32C0-94F2-6560-A2076FBF0D4E}"/>
                  </a:ext>
                </a:extLst>
              </p:cNvPr>
              <p:cNvCxnSpPr>
                <a:cxnSpLocks/>
                <a:endCxn id="4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C815EE0A-C2BD-5404-F56D-10C30D10B144}"/>
                </a:ext>
              </a:extLst>
            </p:cNvPr>
            <p:cNvGrpSpPr/>
            <p:nvPr/>
          </p:nvGrpSpPr>
          <p:grpSpPr>
            <a:xfrm>
              <a:off x="1017587" y="2379911"/>
              <a:ext cx="1134494" cy="658766"/>
              <a:chOff x="973171" y="2080173"/>
              <a:chExt cx="974429" cy="658766"/>
            </a:xfrm>
          </p:grpSpPr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250EF423-1BE3-267F-91C7-B63D751CA670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计算机指令发生器</a:t>
                </a:r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7C2A9AEC-3B4C-CFEF-5DDE-896BE152DC34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BAC50726-13EA-55C4-448F-DB961DE2D7A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4BF6321F-769F-1A4C-640F-6B5AD101FC8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EE97773E-5F56-00A1-BE93-A46D179C4AFD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1F935035-83A2-163D-0F75-BCAC877622E2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5048F0F9-342E-7982-8A0E-DADDD950D8D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A621B1AE-38D9-22EE-EEB8-DEC074734CAC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929D8358-3D19-6BAA-B7B9-11DB09A5881B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080C0B15-DEAB-3EC5-D3A2-B1682358ABDD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3" name="直接箭头连接符 62">
                <a:extLst>
                  <a:ext uri="{FF2B5EF4-FFF2-40B4-BE49-F238E27FC236}">
                    <a16:creationId xmlns:a16="http://schemas.microsoft.com/office/drawing/2014/main" id="{F85211C3-55D0-3797-8778-A11B9B70E8DF}"/>
                  </a:ext>
                </a:extLst>
              </p:cNvPr>
              <p:cNvCxnSpPr>
                <a:cxnSpLocks/>
                <a:endCxn id="6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0" name="组合 319">
              <a:extLst>
                <a:ext uri="{FF2B5EF4-FFF2-40B4-BE49-F238E27FC236}">
                  <a16:creationId xmlns:a16="http://schemas.microsoft.com/office/drawing/2014/main" id="{ABD4A697-B4E5-F85E-D5FD-989308927947}"/>
                </a:ext>
              </a:extLst>
            </p:cNvPr>
            <p:cNvGrpSpPr/>
            <p:nvPr/>
          </p:nvGrpSpPr>
          <p:grpSpPr>
            <a:xfrm>
              <a:off x="2598737" y="2389436"/>
              <a:ext cx="1134494" cy="658766"/>
              <a:chOff x="973171" y="2080173"/>
              <a:chExt cx="974429" cy="658766"/>
            </a:xfrm>
          </p:grpSpPr>
          <p:sp>
            <p:nvSpPr>
              <p:cNvPr id="321" name="矩形 320">
                <a:extLst>
                  <a:ext uri="{FF2B5EF4-FFF2-40B4-BE49-F238E27FC236}">
                    <a16:creationId xmlns:a16="http://schemas.microsoft.com/office/drawing/2014/main" id="{78E746E4-9483-CA5B-C806-490639ACDDDD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变换器</a:t>
                </a:r>
              </a:p>
            </p:txBody>
          </p:sp>
          <p:sp>
            <p:nvSpPr>
              <p:cNvPr id="322" name="矩形 321">
                <a:extLst>
                  <a:ext uri="{FF2B5EF4-FFF2-40B4-BE49-F238E27FC236}">
                    <a16:creationId xmlns:a16="http://schemas.microsoft.com/office/drawing/2014/main" id="{7EABCA95-D298-4455-12DA-F21BB3FE731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" name="矩形 322">
                <a:extLst>
                  <a:ext uri="{FF2B5EF4-FFF2-40B4-BE49-F238E27FC236}">
                    <a16:creationId xmlns:a16="http://schemas.microsoft.com/office/drawing/2014/main" id="{01428D13-505D-E67B-FE80-04E64A67DFB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" name="矩形 323">
                <a:extLst>
                  <a:ext uri="{FF2B5EF4-FFF2-40B4-BE49-F238E27FC236}">
                    <a16:creationId xmlns:a16="http://schemas.microsoft.com/office/drawing/2014/main" id="{14FD44AA-3945-D11A-E1F4-5761031DFCD2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" name="矩形 324">
                <a:extLst>
                  <a:ext uri="{FF2B5EF4-FFF2-40B4-BE49-F238E27FC236}">
                    <a16:creationId xmlns:a16="http://schemas.microsoft.com/office/drawing/2014/main" id="{7B54F920-5AE8-7B8B-CFDA-CCCFEBA43B3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467F188C-8B4A-9CA1-9B2D-07B870243CB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" name="矩形 326">
                <a:extLst>
                  <a:ext uri="{FF2B5EF4-FFF2-40B4-BE49-F238E27FC236}">
                    <a16:creationId xmlns:a16="http://schemas.microsoft.com/office/drawing/2014/main" id="{DDA36E47-A31E-05E3-9262-73F6AEC2BB3A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" name="矩形 327">
                <a:extLst>
                  <a:ext uri="{FF2B5EF4-FFF2-40B4-BE49-F238E27FC236}">
                    <a16:creationId xmlns:a16="http://schemas.microsoft.com/office/drawing/2014/main" id="{0336C1B7-26A8-DA39-70FC-81D502C07119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" name="矩形 328">
                <a:extLst>
                  <a:ext uri="{FF2B5EF4-FFF2-40B4-BE49-F238E27FC236}">
                    <a16:creationId xmlns:a16="http://schemas.microsoft.com/office/drawing/2014/main" id="{170F1E49-E512-B92C-1A69-3B388DF083FD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" name="矩形 329">
                <a:extLst>
                  <a:ext uri="{FF2B5EF4-FFF2-40B4-BE49-F238E27FC236}">
                    <a16:creationId xmlns:a16="http://schemas.microsoft.com/office/drawing/2014/main" id="{C454ECD6-27F2-487B-E5E1-208DAB67A4A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31" name="直接箭头连接符 330">
                <a:extLst>
                  <a:ext uri="{FF2B5EF4-FFF2-40B4-BE49-F238E27FC236}">
                    <a16:creationId xmlns:a16="http://schemas.microsoft.com/office/drawing/2014/main" id="{2B46F124-DCFF-B55D-CB5B-BD4769CFABD5}"/>
                  </a:ext>
                </a:extLst>
              </p:cNvPr>
              <p:cNvCxnSpPr>
                <a:cxnSpLocks/>
                <a:endCxn id="32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2" name="组合 331">
              <a:extLst>
                <a:ext uri="{FF2B5EF4-FFF2-40B4-BE49-F238E27FC236}">
                  <a16:creationId xmlns:a16="http://schemas.microsoft.com/office/drawing/2014/main" id="{69B016A2-4348-BAA6-5D44-7F2DCC8A8BF6}"/>
                </a:ext>
              </a:extLst>
            </p:cNvPr>
            <p:cNvGrpSpPr/>
            <p:nvPr/>
          </p:nvGrpSpPr>
          <p:grpSpPr>
            <a:xfrm>
              <a:off x="5121571" y="2383486"/>
              <a:ext cx="1134494" cy="658766"/>
              <a:chOff x="973171" y="2080173"/>
              <a:chExt cx="974429" cy="658766"/>
            </a:xfrm>
          </p:grpSpPr>
          <p:sp>
            <p:nvSpPr>
              <p:cNvPr id="333" name="矩形 332">
                <a:extLst>
                  <a:ext uri="{FF2B5EF4-FFF2-40B4-BE49-F238E27FC236}">
                    <a16:creationId xmlns:a16="http://schemas.microsoft.com/office/drawing/2014/main" id="{B7D67832-4E52-1005-2D6E-8F43846A9618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反变换器</a:t>
                </a:r>
              </a:p>
            </p:txBody>
          </p:sp>
          <p:sp>
            <p:nvSpPr>
              <p:cNvPr id="334" name="矩形 333">
                <a:extLst>
                  <a:ext uri="{FF2B5EF4-FFF2-40B4-BE49-F238E27FC236}">
                    <a16:creationId xmlns:a16="http://schemas.microsoft.com/office/drawing/2014/main" id="{7A11FE48-CA51-284F-7DDB-34860217A98D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" name="矩形 334">
                <a:extLst>
                  <a:ext uri="{FF2B5EF4-FFF2-40B4-BE49-F238E27FC236}">
                    <a16:creationId xmlns:a16="http://schemas.microsoft.com/office/drawing/2014/main" id="{00D01F63-E774-4207-6AD8-AF6232F5784A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" name="矩形 359">
                <a:extLst>
                  <a:ext uri="{FF2B5EF4-FFF2-40B4-BE49-F238E27FC236}">
                    <a16:creationId xmlns:a16="http://schemas.microsoft.com/office/drawing/2014/main" id="{CCB662AC-3FE0-5B0F-FC74-B9781533450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" name="矩形 360">
                <a:extLst>
                  <a:ext uri="{FF2B5EF4-FFF2-40B4-BE49-F238E27FC236}">
                    <a16:creationId xmlns:a16="http://schemas.microsoft.com/office/drawing/2014/main" id="{8CD1861C-4457-47E9-3A05-3BDFEE4D11FD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" name="矩形 361">
                <a:extLst>
                  <a:ext uri="{FF2B5EF4-FFF2-40B4-BE49-F238E27FC236}">
                    <a16:creationId xmlns:a16="http://schemas.microsoft.com/office/drawing/2014/main" id="{58677349-7983-3797-3AFC-0DE306B0188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" name="矩形 362">
                <a:extLst>
                  <a:ext uri="{FF2B5EF4-FFF2-40B4-BE49-F238E27FC236}">
                    <a16:creationId xmlns:a16="http://schemas.microsoft.com/office/drawing/2014/main" id="{EF5A498B-2EB4-386D-580E-C2EE2A66F9F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" name="矩形 363">
                <a:extLst>
                  <a:ext uri="{FF2B5EF4-FFF2-40B4-BE49-F238E27FC236}">
                    <a16:creationId xmlns:a16="http://schemas.microsoft.com/office/drawing/2014/main" id="{0ADD394E-237D-B58A-9066-5B999A1B20B4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" name="矩形 364">
                <a:extLst>
                  <a:ext uri="{FF2B5EF4-FFF2-40B4-BE49-F238E27FC236}">
                    <a16:creationId xmlns:a16="http://schemas.microsoft.com/office/drawing/2014/main" id="{60FB549B-ABAE-914F-9480-9198D086CDB5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" name="矩形 365">
                <a:extLst>
                  <a:ext uri="{FF2B5EF4-FFF2-40B4-BE49-F238E27FC236}">
                    <a16:creationId xmlns:a16="http://schemas.microsoft.com/office/drawing/2014/main" id="{3A53684B-226F-8FC6-5918-FF546450B63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67" name="直接箭头连接符 366">
                <a:extLst>
                  <a:ext uri="{FF2B5EF4-FFF2-40B4-BE49-F238E27FC236}">
                    <a16:creationId xmlns:a16="http://schemas.microsoft.com/office/drawing/2014/main" id="{A4DBF19E-BB29-3171-6991-E64FA68BC7DC}"/>
                  </a:ext>
                </a:extLst>
              </p:cNvPr>
              <p:cNvCxnSpPr>
                <a:cxnSpLocks/>
                <a:endCxn id="36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8" name="组合 367">
              <a:extLst>
                <a:ext uri="{FF2B5EF4-FFF2-40B4-BE49-F238E27FC236}">
                  <a16:creationId xmlns:a16="http://schemas.microsoft.com/office/drawing/2014/main" id="{1C43BD8C-243A-4AEB-3213-1B8CA57A086A}"/>
                </a:ext>
              </a:extLst>
            </p:cNvPr>
            <p:cNvGrpSpPr/>
            <p:nvPr/>
          </p:nvGrpSpPr>
          <p:grpSpPr>
            <a:xfrm>
              <a:off x="7102771" y="2393011"/>
              <a:ext cx="1134494" cy="658766"/>
              <a:chOff x="973171" y="2080173"/>
              <a:chExt cx="974429" cy="658766"/>
            </a:xfrm>
          </p:grpSpPr>
          <p:sp>
            <p:nvSpPr>
              <p:cNvPr id="369" name="矩形 368">
                <a:extLst>
                  <a:ext uri="{FF2B5EF4-FFF2-40B4-BE49-F238E27FC236}">
                    <a16:creationId xmlns:a16="http://schemas.microsoft.com/office/drawing/2014/main" id="{D0E7405E-13F3-26D9-20CB-0EF8ACC37BE9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执行器</a:t>
                </a:r>
              </a:p>
            </p:txBody>
          </p:sp>
          <p:sp>
            <p:nvSpPr>
              <p:cNvPr id="370" name="矩形 369">
                <a:extLst>
                  <a:ext uri="{FF2B5EF4-FFF2-40B4-BE49-F238E27FC236}">
                    <a16:creationId xmlns:a16="http://schemas.microsoft.com/office/drawing/2014/main" id="{8DCAD6DF-430C-866E-0A69-E2CA5BAAD16B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" name="矩形 370">
                <a:extLst>
                  <a:ext uri="{FF2B5EF4-FFF2-40B4-BE49-F238E27FC236}">
                    <a16:creationId xmlns:a16="http://schemas.microsoft.com/office/drawing/2014/main" id="{90C593A3-6237-E3F9-F289-E1AC8642E2F1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5890026-4C78-C426-5B25-3A15571ED83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" name="矩形 372">
                <a:extLst>
                  <a:ext uri="{FF2B5EF4-FFF2-40B4-BE49-F238E27FC236}">
                    <a16:creationId xmlns:a16="http://schemas.microsoft.com/office/drawing/2014/main" id="{D3322E9C-478A-1527-1B37-B5A562C8B7B1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" name="矩形 373">
                <a:extLst>
                  <a:ext uri="{FF2B5EF4-FFF2-40B4-BE49-F238E27FC236}">
                    <a16:creationId xmlns:a16="http://schemas.microsoft.com/office/drawing/2014/main" id="{AB6B2953-341E-C895-AB6C-8FACDE0B6B57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" name="矩形 374">
                <a:extLst>
                  <a:ext uri="{FF2B5EF4-FFF2-40B4-BE49-F238E27FC236}">
                    <a16:creationId xmlns:a16="http://schemas.microsoft.com/office/drawing/2014/main" id="{65DA9C1F-BA81-DE6C-1D60-B9AC7FDDBA82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" name="矩形 375">
                <a:extLst>
                  <a:ext uri="{FF2B5EF4-FFF2-40B4-BE49-F238E27FC236}">
                    <a16:creationId xmlns:a16="http://schemas.microsoft.com/office/drawing/2014/main" id="{06CF6217-98C4-3101-B2A5-96CE3C39D2F1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" name="矩形 376">
                <a:extLst>
                  <a:ext uri="{FF2B5EF4-FFF2-40B4-BE49-F238E27FC236}">
                    <a16:creationId xmlns:a16="http://schemas.microsoft.com/office/drawing/2014/main" id="{70963C86-8656-0AB9-0404-A7EF8BC48DFA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" name="矩形 377">
                <a:extLst>
                  <a:ext uri="{FF2B5EF4-FFF2-40B4-BE49-F238E27FC236}">
                    <a16:creationId xmlns:a16="http://schemas.microsoft.com/office/drawing/2014/main" id="{57818F5C-9C77-D4F6-A747-535BD73A645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9" name="直接箭头连接符 378">
                <a:extLst>
                  <a:ext uri="{FF2B5EF4-FFF2-40B4-BE49-F238E27FC236}">
                    <a16:creationId xmlns:a16="http://schemas.microsoft.com/office/drawing/2014/main" id="{F8467756-BF62-161D-2F2C-9862F2DC906D}"/>
                  </a:ext>
                </a:extLst>
              </p:cNvPr>
              <p:cNvCxnSpPr>
                <a:cxnSpLocks/>
                <a:endCxn id="37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0" name="组合 379">
              <a:extLst>
                <a:ext uri="{FF2B5EF4-FFF2-40B4-BE49-F238E27FC236}">
                  <a16:creationId xmlns:a16="http://schemas.microsoft.com/office/drawing/2014/main" id="{3B9EA83B-7299-6C94-8C5A-B358F7B534F2}"/>
                </a:ext>
              </a:extLst>
            </p:cNvPr>
            <p:cNvGrpSpPr/>
            <p:nvPr/>
          </p:nvGrpSpPr>
          <p:grpSpPr>
            <a:xfrm>
              <a:off x="9188746" y="2412061"/>
              <a:ext cx="1134494" cy="658766"/>
              <a:chOff x="973171" y="2080173"/>
              <a:chExt cx="974429" cy="658766"/>
            </a:xfrm>
          </p:grpSpPr>
          <p:sp>
            <p:nvSpPr>
              <p:cNvPr id="381" name="矩形 380">
                <a:extLst>
                  <a:ext uri="{FF2B5EF4-FFF2-40B4-BE49-F238E27FC236}">
                    <a16:creationId xmlns:a16="http://schemas.microsoft.com/office/drawing/2014/main" id="{BCB99270-4238-7088-9CA5-2DAE79E55FD8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被控对象</a:t>
                </a:r>
              </a:p>
            </p:txBody>
          </p:sp>
          <p:sp>
            <p:nvSpPr>
              <p:cNvPr id="382" name="矩形 381">
                <a:extLst>
                  <a:ext uri="{FF2B5EF4-FFF2-40B4-BE49-F238E27FC236}">
                    <a16:creationId xmlns:a16="http://schemas.microsoft.com/office/drawing/2014/main" id="{4CDAA1BF-7F0C-B96F-4800-D505027DE47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" name="矩形 382">
                <a:extLst>
                  <a:ext uri="{FF2B5EF4-FFF2-40B4-BE49-F238E27FC236}">
                    <a16:creationId xmlns:a16="http://schemas.microsoft.com/office/drawing/2014/main" id="{80E9BEF0-29BE-8657-9E7D-1D8267C8B9CE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" name="矩形 383">
                <a:extLst>
                  <a:ext uri="{FF2B5EF4-FFF2-40B4-BE49-F238E27FC236}">
                    <a16:creationId xmlns:a16="http://schemas.microsoft.com/office/drawing/2014/main" id="{6E74EE5B-91A6-D299-B2CC-AB262929E8BA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" name="矩形 384">
                <a:extLst>
                  <a:ext uri="{FF2B5EF4-FFF2-40B4-BE49-F238E27FC236}">
                    <a16:creationId xmlns:a16="http://schemas.microsoft.com/office/drawing/2014/main" id="{7752DF07-A045-C591-0CAE-EEC9FAEBB989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" name="矩形 385">
                <a:extLst>
                  <a:ext uri="{FF2B5EF4-FFF2-40B4-BE49-F238E27FC236}">
                    <a16:creationId xmlns:a16="http://schemas.microsoft.com/office/drawing/2014/main" id="{4C6EE4F9-56B2-7A99-7379-A1D0944F51F5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" name="矩形 386">
                <a:extLst>
                  <a:ext uri="{FF2B5EF4-FFF2-40B4-BE49-F238E27FC236}">
                    <a16:creationId xmlns:a16="http://schemas.microsoft.com/office/drawing/2014/main" id="{A84ADA4D-3228-4A4F-A921-A3D26A4221C8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" name="矩形 387">
                <a:extLst>
                  <a:ext uri="{FF2B5EF4-FFF2-40B4-BE49-F238E27FC236}">
                    <a16:creationId xmlns:a16="http://schemas.microsoft.com/office/drawing/2014/main" id="{201CCF49-3803-802C-9BE0-68BE770253B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" name="矩形 388">
                <a:extLst>
                  <a:ext uri="{FF2B5EF4-FFF2-40B4-BE49-F238E27FC236}">
                    <a16:creationId xmlns:a16="http://schemas.microsoft.com/office/drawing/2014/main" id="{F0C04A8B-2264-7289-FF5E-4269E4386DCD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" name="矩形 389">
                <a:extLst>
                  <a:ext uri="{FF2B5EF4-FFF2-40B4-BE49-F238E27FC236}">
                    <a16:creationId xmlns:a16="http://schemas.microsoft.com/office/drawing/2014/main" id="{7E8253B4-F30B-D68C-2544-E7F7019835E5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1" name="直接箭头连接符 390">
                <a:extLst>
                  <a:ext uri="{FF2B5EF4-FFF2-40B4-BE49-F238E27FC236}">
                    <a16:creationId xmlns:a16="http://schemas.microsoft.com/office/drawing/2014/main" id="{E5627297-AF8D-40FA-5C5A-06593819938A}"/>
                  </a:ext>
                </a:extLst>
              </p:cNvPr>
              <p:cNvCxnSpPr>
                <a:cxnSpLocks/>
                <a:endCxn id="38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92" name="直接箭头连接符 391">
              <a:extLst>
                <a:ext uri="{FF2B5EF4-FFF2-40B4-BE49-F238E27FC236}">
                  <a16:creationId xmlns:a16="http://schemas.microsoft.com/office/drawing/2014/main" id="{006203D8-96CA-8492-B75B-C0C4C720C2E8}"/>
                </a:ext>
              </a:extLst>
            </p:cNvPr>
            <p:cNvCxnSpPr>
              <a:cxnSpLocks/>
              <a:stCxn id="59" idx="3"/>
              <a:endCxn id="325" idx="1"/>
            </p:cNvCxnSpPr>
            <p:nvPr/>
          </p:nvCxnSpPr>
          <p:spPr>
            <a:xfrm>
              <a:off x="2152081" y="2712869"/>
              <a:ext cx="449484" cy="952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直接箭头连接符 395">
              <a:extLst>
                <a:ext uri="{FF2B5EF4-FFF2-40B4-BE49-F238E27FC236}">
                  <a16:creationId xmlns:a16="http://schemas.microsoft.com/office/drawing/2014/main" id="{B898A379-6D02-0042-973C-881BF2534AFE}"/>
                </a:ext>
              </a:extLst>
            </p:cNvPr>
            <p:cNvCxnSpPr>
              <a:cxnSpLocks/>
              <a:stCxn id="321" idx="3"/>
              <a:endCxn id="361" idx="1"/>
            </p:cNvCxnSpPr>
            <p:nvPr/>
          </p:nvCxnSpPr>
          <p:spPr>
            <a:xfrm>
              <a:off x="3730403" y="2713436"/>
              <a:ext cx="1393996" cy="300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直接箭头连接符 398">
              <a:extLst>
                <a:ext uri="{FF2B5EF4-FFF2-40B4-BE49-F238E27FC236}">
                  <a16:creationId xmlns:a16="http://schemas.microsoft.com/office/drawing/2014/main" id="{9258CB20-1F32-E324-5E8B-842F0D88AC86}"/>
                </a:ext>
              </a:extLst>
            </p:cNvPr>
            <p:cNvCxnSpPr>
              <a:cxnSpLocks/>
              <a:stCxn id="363" idx="3"/>
              <a:endCxn id="369" idx="1"/>
            </p:cNvCxnSpPr>
            <p:nvPr/>
          </p:nvCxnSpPr>
          <p:spPr>
            <a:xfrm>
              <a:off x="6256065" y="2716444"/>
              <a:ext cx="846706" cy="5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直接箭头连接符 401">
              <a:extLst>
                <a:ext uri="{FF2B5EF4-FFF2-40B4-BE49-F238E27FC236}">
                  <a16:creationId xmlns:a16="http://schemas.microsoft.com/office/drawing/2014/main" id="{40A492FE-D55E-4F9D-B859-55B59303F1A5}"/>
                </a:ext>
              </a:extLst>
            </p:cNvPr>
            <p:cNvCxnSpPr>
              <a:cxnSpLocks/>
              <a:stCxn id="375" idx="3"/>
              <a:endCxn id="385" idx="1"/>
            </p:cNvCxnSpPr>
            <p:nvPr/>
          </p:nvCxnSpPr>
          <p:spPr>
            <a:xfrm>
              <a:off x="8237265" y="2725969"/>
              <a:ext cx="954309" cy="190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直接箭头连接符 410">
              <a:extLst>
                <a:ext uri="{FF2B5EF4-FFF2-40B4-BE49-F238E27FC236}">
                  <a16:creationId xmlns:a16="http://schemas.microsoft.com/office/drawing/2014/main" id="{922A80AE-FE19-6EDC-B20F-37B3CE0BE45E}"/>
                </a:ext>
              </a:extLst>
            </p:cNvPr>
            <p:cNvCxnSpPr>
              <a:cxnSpLocks/>
              <a:stCxn id="29" idx="1"/>
              <a:endCxn id="23" idx="3"/>
            </p:cNvCxnSpPr>
            <p:nvPr/>
          </p:nvCxnSpPr>
          <p:spPr>
            <a:xfrm flipH="1">
              <a:off x="6090743" y="1527988"/>
              <a:ext cx="1006771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直接箭头连接符 416">
              <a:extLst>
                <a:ext uri="{FF2B5EF4-FFF2-40B4-BE49-F238E27FC236}">
                  <a16:creationId xmlns:a16="http://schemas.microsoft.com/office/drawing/2014/main" id="{81299F62-138F-F51F-D15B-D26AFE56F33B}"/>
                </a:ext>
              </a:extLst>
            </p:cNvPr>
            <p:cNvCxnSpPr>
              <a:cxnSpLocks/>
              <a:stCxn id="41" idx="1"/>
              <a:endCxn id="35" idx="3"/>
            </p:cNvCxnSpPr>
            <p:nvPr/>
          </p:nvCxnSpPr>
          <p:spPr>
            <a:xfrm flipH="1" flipV="1">
              <a:off x="8071943" y="1536946"/>
              <a:ext cx="930483" cy="22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直接箭头连接符 420">
              <a:extLst>
                <a:ext uri="{FF2B5EF4-FFF2-40B4-BE49-F238E27FC236}">
                  <a16:creationId xmlns:a16="http://schemas.microsoft.com/office/drawing/2014/main" id="{C20D267C-75D2-90D3-CE2F-9B7A26031D27}"/>
                </a:ext>
              </a:extLst>
            </p:cNvPr>
            <p:cNvCxnSpPr>
              <a:cxnSpLocks/>
              <a:stCxn id="383" idx="0"/>
              <a:endCxn id="25" idx="2"/>
            </p:cNvCxnSpPr>
            <p:nvPr/>
          </p:nvCxnSpPr>
          <p:spPr>
            <a:xfrm rot="16200000" flipV="1">
              <a:off x="7401943" y="56597"/>
              <a:ext cx="558265" cy="4152664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直接箭头连接符 428">
              <a:extLst>
                <a:ext uri="{FF2B5EF4-FFF2-40B4-BE49-F238E27FC236}">
                  <a16:creationId xmlns:a16="http://schemas.microsoft.com/office/drawing/2014/main" id="{C3B5EF2A-7450-3061-A323-3C2EB7E8B76A}"/>
                </a:ext>
              </a:extLst>
            </p:cNvPr>
            <p:cNvCxnSpPr>
              <a:cxnSpLocks/>
              <a:stCxn id="21" idx="1"/>
              <a:endCxn id="355" idx="3"/>
            </p:cNvCxnSpPr>
            <p:nvPr/>
          </p:nvCxnSpPr>
          <p:spPr>
            <a:xfrm flipH="1">
              <a:off x="3642818" y="1527988"/>
              <a:ext cx="1475925" cy="538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直接箭头连接符 431">
              <a:extLst>
                <a:ext uri="{FF2B5EF4-FFF2-40B4-BE49-F238E27FC236}">
                  <a16:creationId xmlns:a16="http://schemas.microsoft.com/office/drawing/2014/main" id="{B4E007E6-6A1E-ACF1-15B0-ACFDD4A7696E}"/>
                </a:ext>
              </a:extLst>
            </p:cNvPr>
            <p:cNvCxnSpPr>
              <a:cxnSpLocks/>
              <a:stCxn id="353" idx="1"/>
              <a:endCxn id="343" idx="3"/>
            </p:cNvCxnSpPr>
            <p:nvPr/>
          </p:nvCxnSpPr>
          <p:spPr>
            <a:xfrm flipH="1">
              <a:off x="1977803" y="1533371"/>
              <a:ext cx="523848" cy="5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5" name="文本框 434">
              <a:extLst>
                <a:ext uri="{FF2B5EF4-FFF2-40B4-BE49-F238E27FC236}">
                  <a16:creationId xmlns:a16="http://schemas.microsoft.com/office/drawing/2014/main" id="{EAC1267B-522D-A432-B25E-5C689A28FB82}"/>
                </a:ext>
              </a:extLst>
            </p:cNvPr>
            <p:cNvSpPr txBox="1"/>
            <p:nvPr/>
          </p:nvSpPr>
          <p:spPr>
            <a:xfrm>
              <a:off x="3975995" y="1220211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/>
                <a:t>遥测信道</a:t>
              </a:r>
            </a:p>
          </p:txBody>
        </p:sp>
        <p:sp>
          <p:nvSpPr>
            <p:cNvPr id="436" name="文本框 435">
              <a:extLst>
                <a:ext uri="{FF2B5EF4-FFF2-40B4-BE49-F238E27FC236}">
                  <a16:creationId xmlns:a16="http://schemas.microsoft.com/office/drawing/2014/main" id="{69AB5091-E7FF-19FB-6572-E9766058EE9D}"/>
                </a:ext>
              </a:extLst>
            </p:cNvPr>
            <p:cNvSpPr txBox="1"/>
            <p:nvPr/>
          </p:nvSpPr>
          <p:spPr>
            <a:xfrm>
              <a:off x="3929374" y="2394172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/>
                <a:t>遥控信道</a:t>
              </a:r>
            </a:p>
          </p:txBody>
        </p:sp>
        <p:sp>
          <p:nvSpPr>
            <p:cNvPr id="437" name="文本框 436">
              <a:extLst>
                <a:ext uri="{FF2B5EF4-FFF2-40B4-BE49-F238E27FC236}">
                  <a16:creationId xmlns:a16="http://schemas.microsoft.com/office/drawing/2014/main" id="{FEF1D067-F79B-8C4B-89C5-5AA002305C06}"/>
                </a:ext>
              </a:extLst>
            </p:cNvPr>
            <p:cNvSpPr txBox="1"/>
            <p:nvPr/>
          </p:nvSpPr>
          <p:spPr>
            <a:xfrm>
              <a:off x="7130014" y="780104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/>
                <a:t>被控端</a:t>
              </a:r>
            </a:p>
          </p:txBody>
        </p:sp>
        <p:sp>
          <p:nvSpPr>
            <p:cNvPr id="438" name="文本框 437">
              <a:extLst>
                <a:ext uri="{FF2B5EF4-FFF2-40B4-BE49-F238E27FC236}">
                  <a16:creationId xmlns:a16="http://schemas.microsoft.com/office/drawing/2014/main" id="{B90A5F02-5E0F-B5B6-92AB-553E1AA61D80}"/>
                </a:ext>
              </a:extLst>
            </p:cNvPr>
            <p:cNvSpPr txBox="1"/>
            <p:nvPr/>
          </p:nvSpPr>
          <p:spPr>
            <a:xfrm>
              <a:off x="1878089" y="792045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/>
                <a:t>控制端</a:t>
              </a:r>
            </a:p>
          </p:txBody>
        </p:sp>
        <p:sp>
          <p:nvSpPr>
            <p:cNvPr id="439" name="矩形 438">
              <a:extLst>
                <a:ext uri="{FF2B5EF4-FFF2-40B4-BE49-F238E27FC236}">
                  <a16:creationId xmlns:a16="http://schemas.microsoft.com/office/drawing/2014/main" id="{D808F3A3-1A8B-9F75-BD90-861D05181873}"/>
                </a:ext>
              </a:extLst>
            </p:cNvPr>
            <p:cNvSpPr/>
            <p:nvPr/>
          </p:nvSpPr>
          <p:spPr>
            <a:xfrm>
              <a:off x="836635" y="780102"/>
              <a:ext cx="3020989" cy="2438105"/>
            </a:xfrm>
            <a:prstGeom prst="rect">
              <a:avLst/>
            </a:prstGeom>
            <a:noFill/>
            <a:ln w="1905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0" name="矩形 439">
              <a:extLst>
                <a:ext uri="{FF2B5EF4-FFF2-40B4-BE49-F238E27FC236}">
                  <a16:creationId xmlns:a16="http://schemas.microsoft.com/office/drawing/2014/main" id="{8253AFC5-394B-3271-B8FF-0CF86F612CA2}"/>
                </a:ext>
              </a:extLst>
            </p:cNvPr>
            <p:cNvSpPr/>
            <p:nvPr/>
          </p:nvSpPr>
          <p:spPr>
            <a:xfrm>
              <a:off x="4997177" y="792045"/>
              <a:ext cx="5451748" cy="2438105"/>
            </a:xfrm>
            <a:prstGeom prst="rect">
              <a:avLst/>
            </a:prstGeom>
            <a:noFill/>
            <a:ln w="1905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D6B242E-A980-ED4A-284E-1D4E1DA58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2025/4/14</a:t>
            </a:r>
            <a:endParaRPr lang="zh-CN" altLang="en-US" dirty="0"/>
          </a:p>
        </p:txBody>
      </p:sp>
      <p:grpSp>
        <p:nvGrpSpPr>
          <p:cNvPr id="604" name="组合 603">
            <a:extLst>
              <a:ext uri="{FF2B5EF4-FFF2-40B4-BE49-F238E27FC236}">
                <a16:creationId xmlns:a16="http://schemas.microsoft.com/office/drawing/2014/main" id="{D85EB08A-DAA3-7CCE-E51E-9A6DDDC9EE07}"/>
              </a:ext>
            </a:extLst>
          </p:cNvPr>
          <p:cNvGrpSpPr/>
          <p:nvPr/>
        </p:nvGrpSpPr>
        <p:grpSpPr>
          <a:xfrm>
            <a:off x="1135856" y="3768659"/>
            <a:ext cx="10064995" cy="1922491"/>
            <a:chOff x="1764506" y="3790526"/>
            <a:chExt cx="10064995" cy="1922491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3DBA79A-CABB-6B35-6F60-CC069D5412A7}"/>
                </a:ext>
              </a:extLst>
            </p:cNvPr>
            <p:cNvGrpSpPr/>
            <p:nvPr/>
          </p:nvGrpSpPr>
          <p:grpSpPr>
            <a:xfrm>
              <a:off x="2780731" y="3835013"/>
              <a:ext cx="523342" cy="1745532"/>
              <a:chOff x="964947" y="2067275"/>
              <a:chExt cx="982653" cy="671664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DED7F654-3749-F37A-F379-064720BF5034}"/>
                  </a:ext>
                </a:extLst>
              </p:cNvPr>
              <p:cNvSpPr/>
              <p:nvPr/>
            </p:nvSpPr>
            <p:spPr>
              <a:xfrm>
                <a:off x="964947" y="2067275"/>
                <a:ext cx="971999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传感器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0728DED3-852F-55BD-55B4-7A74582E6817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41584F51-F19A-DB0C-E040-3F190DCC141D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F218F1B3-E00A-AF5B-730A-6515EAF73990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78C9BBC2-5C76-DCF5-B79A-56361CE9D117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50BB6A8-A538-7B36-C063-D73D2809657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7DD2EC53-9B95-E384-8EB2-EAC9E8A90063}"/>
                  </a:ext>
                </a:extLst>
              </p:cNvPr>
              <p:cNvSpPr/>
              <p:nvPr/>
            </p:nvSpPr>
            <p:spPr>
              <a:xfrm>
                <a:off x="1623600" y="2295920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2A8126E5-4E08-4D1B-3ABD-D9B6EBFC623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91240466-0C60-D5B1-C4B8-2BA809C5FE19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9B9A173C-40BE-49A2-B0A9-0AF52552A1BB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" name="直接箭头连接符 13">
                <a:extLst>
                  <a:ext uri="{FF2B5EF4-FFF2-40B4-BE49-F238E27FC236}">
                    <a16:creationId xmlns:a16="http://schemas.microsoft.com/office/drawing/2014/main" id="{A73A4932-23ED-8338-F6DA-E319C71E0DE5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7" name="组合 406">
              <a:extLst>
                <a:ext uri="{FF2B5EF4-FFF2-40B4-BE49-F238E27FC236}">
                  <a16:creationId xmlns:a16="http://schemas.microsoft.com/office/drawing/2014/main" id="{4E36906A-7778-E088-DE60-67AE9D34E82C}"/>
                </a:ext>
              </a:extLst>
            </p:cNvPr>
            <p:cNvGrpSpPr/>
            <p:nvPr/>
          </p:nvGrpSpPr>
          <p:grpSpPr>
            <a:xfrm>
              <a:off x="4488422" y="3882520"/>
              <a:ext cx="518962" cy="1712012"/>
              <a:chOff x="973171" y="2080173"/>
              <a:chExt cx="974429" cy="658766"/>
            </a:xfrm>
          </p:grpSpPr>
          <p:sp>
            <p:nvSpPr>
              <p:cNvPr id="408" name="矩形 407">
                <a:extLst>
                  <a:ext uri="{FF2B5EF4-FFF2-40B4-BE49-F238E27FC236}">
                    <a16:creationId xmlns:a16="http://schemas.microsoft.com/office/drawing/2014/main" id="{EF0A3770-F2CD-4908-EA88-7B75A75F2850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变换器</a:t>
                </a:r>
              </a:p>
            </p:txBody>
          </p:sp>
          <p:sp>
            <p:nvSpPr>
              <p:cNvPr id="409" name="矩形 408">
                <a:extLst>
                  <a:ext uri="{FF2B5EF4-FFF2-40B4-BE49-F238E27FC236}">
                    <a16:creationId xmlns:a16="http://schemas.microsoft.com/office/drawing/2014/main" id="{96475DBF-500A-DA51-2BB7-8AB2A94C364C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" name="矩形 409">
                <a:extLst>
                  <a:ext uri="{FF2B5EF4-FFF2-40B4-BE49-F238E27FC236}">
                    <a16:creationId xmlns:a16="http://schemas.microsoft.com/office/drawing/2014/main" id="{02EA56FD-6557-1BC4-175C-1ACED01AA60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" name="矩形 411">
                <a:extLst>
                  <a:ext uri="{FF2B5EF4-FFF2-40B4-BE49-F238E27FC236}">
                    <a16:creationId xmlns:a16="http://schemas.microsoft.com/office/drawing/2014/main" id="{2C35C9C5-9B24-6710-5F30-FBE2F64FF94B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" name="矩形 412">
                <a:extLst>
                  <a:ext uri="{FF2B5EF4-FFF2-40B4-BE49-F238E27FC236}">
                    <a16:creationId xmlns:a16="http://schemas.microsoft.com/office/drawing/2014/main" id="{EA554550-9E5C-7228-A6FA-8B020942A4F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" name="矩形 413">
                <a:extLst>
                  <a:ext uri="{FF2B5EF4-FFF2-40B4-BE49-F238E27FC236}">
                    <a16:creationId xmlns:a16="http://schemas.microsoft.com/office/drawing/2014/main" id="{20FE5A88-121C-76F5-F2F3-F2958547033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" name="矩形 414">
                <a:extLst>
                  <a:ext uri="{FF2B5EF4-FFF2-40B4-BE49-F238E27FC236}">
                    <a16:creationId xmlns:a16="http://schemas.microsoft.com/office/drawing/2014/main" id="{ADD2BF50-EF76-AA55-2D40-4D36570621A2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" name="矩形 415">
                <a:extLst>
                  <a:ext uri="{FF2B5EF4-FFF2-40B4-BE49-F238E27FC236}">
                    <a16:creationId xmlns:a16="http://schemas.microsoft.com/office/drawing/2014/main" id="{4CAD22D0-0EDD-D45A-2D93-0A6CD4A7A4FC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" name="矩形 417">
                <a:extLst>
                  <a:ext uri="{FF2B5EF4-FFF2-40B4-BE49-F238E27FC236}">
                    <a16:creationId xmlns:a16="http://schemas.microsoft.com/office/drawing/2014/main" id="{C267B920-64DC-327D-7457-3F0FACC6F01A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" name="矩形 418">
                <a:extLst>
                  <a:ext uri="{FF2B5EF4-FFF2-40B4-BE49-F238E27FC236}">
                    <a16:creationId xmlns:a16="http://schemas.microsoft.com/office/drawing/2014/main" id="{B1AD4133-9BD8-EBD2-B132-C4AC65796112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20" name="直接箭头连接符 419">
                <a:extLst>
                  <a:ext uri="{FF2B5EF4-FFF2-40B4-BE49-F238E27FC236}">
                    <a16:creationId xmlns:a16="http://schemas.microsoft.com/office/drawing/2014/main" id="{4CC0E91C-BA89-0C98-F38E-AB4E558CAD8E}"/>
                  </a:ext>
                </a:extLst>
              </p:cNvPr>
              <p:cNvCxnSpPr>
                <a:cxnSpLocks/>
                <a:endCxn id="41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22" name="组合 421">
              <a:extLst>
                <a:ext uri="{FF2B5EF4-FFF2-40B4-BE49-F238E27FC236}">
                  <a16:creationId xmlns:a16="http://schemas.microsoft.com/office/drawing/2014/main" id="{36E61324-B695-A1F6-7B7A-C081EA2627B6}"/>
                </a:ext>
              </a:extLst>
            </p:cNvPr>
            <p:cNvGrpSpPr/>
            <p:nvPr/>
          </p:nvGrpSpPr>
          <p:grpSpPr>
            <a:xfrm>
              <a:off x="3665710" y="3873229"/>
              <a:ext cx="518962" cy="1712012"/>
              <a:chOff x="973171" y="2080173"/>
              <a:chExt cx="974429" cy="658766"/>
            </a:xfrm>
          </p:grpSpPr>
          <p:sp>
            <p:nvSpPr>
              <p:cNvPr id="423" name="矩形 422">
                <a:extLst>
                  <a:ext uri="{FF2B5EF4-FFF2-40B4-BE49-F238E27FC236}">
                    <a16:creationId xmlns:a16="http://schemas.microsoft.com/office/drawing/2014/main" id="{5BFF2346-E9D4-9DC3-0F98-38659691D317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分路编码器</a:t>
                </a:r>
              </a:p>
            </p:txBody>
          </p:sp>
          <p:sp>
            <p:nvSpPr>
              <p:cNvPr id="424" name="矩形 423">
                <a:extLst>
                  <a:ext uri="{FF2B5EF4-FFF2-40B4-BE49-F238E27FC236}">
                    <a16:creationId xmlns:a16="http://schemas.microsoft.com/office/drawing/2014/main" id="{37535733-9359-540D-CA68-5D371EAD255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" name="矩形 424">
                <a:extLst>
                  <a:ext uri="{FF2B5EF4-FFF2-40B4-BE49-F238E27FC236}">
                    <a16:creationId xmlns:a16="http://schemas.microsoft.com/office/drawing/2014/main" id="{30A5C1B4-EE55-C64E-5019-FC9A8FD02CD4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" name="矩形 425">
                <a:extLst>
                  <a:ext uri="{FF2B5EF4-FFF2-40B4-BE49-F238E27FC236}">
                    <a16:creationId xmlns:a16="http://schemas.microsoft.com/office/drawing/2014/main" id="{B469ABFE-52B4-3827-D9BC-313016A00BF2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" name="矩形 426">
                <a:extLst>
                  <a:ext uri="{FF2B5EF4-FFF2-40B4-BE49-F238E27FC236}">
                    <a16:creationId xmlns:a16="http://schemas.microsoft.com/office/drawing/2014/main" id="{FEB9AA9A-ECF6-1168-DB0D-9759D445F7B3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" name="矩形 427">
                <a:extLst>
                  <a:ext uri="{FF2B5EF4-FFF2-40B4-BE49-F238E27FC236}">
                    <a16:creationId xmlns:a16="http://schemas.microsoft.com/office/drawing/2014/main" id="{A63AFD42-53E8-FC01-54FD-D914E0D6515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" name="矩形 429">
                <a:extLst>
                  <a:ext uri="{FF2B5EF4-FFF2-40B4-BE49-F238E27FC236}">
                    <a16:creationId xmlns:a16="http://schemas.microsoft.com/office/drawing/2014/main" id="{6547A806-A8AF-E12C-B27B-2B9EAE3DAC0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" name="矩形 430">
                <a:extLst>
                  <a:ext uri="{FF2B5EF4-FFF2-40B4-BE49-F238E27FC236}">
                    <a16:creationId xmlns:a16="http://schemas.microsoft.com/office/drawing/2014/main" id="{51B1E34D-A85B-0924-0208-08E6AD7A33AC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" name="矩形 432">
                <a:extLst>
                  <a:ext uri="{FF2B5EF4-FFF2-40B4-BE49-F238E27FC236}">
                    <a16:creationId xmlns:a16="http://schemas.microsoft.com/office/drawing/2014/main" id="{96B68A95-4767-65FE-634C-49080EB1690A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4" name="矩形 433">
                <a:extLst>
                  <a:ext uri="{FF2B5EF4-FFF2-40B4-BE49-F238E27FC236}">
                    <a16:creationId xmlns:a16="http://schemas.microsoft.com/office/drawing/2014/main" id="{DFA13996-F0AC-D2F8-E2FA-5F72500D952A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42" name="直接箭头连接符 441">
                <a:extLst>
                  <a:ext uri="{FF2B5EF4-FFF2-40B4-BE49-F238E27FC236}">
                    <a16:creationId xmlns:a16="http://schemas.microsoft.com/office/drawing/2014/main" id="{74580875-0E7D-D7F7-AF7D-7C1E997EE99F}"/>
                  </a:ext>
                </a:extLst>
              </p:cNvPr>
              <p:cNvCxnSpPr>
                <a:cxnSpLocks/>
                <a:endCxn id="43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43" name="组合 442">
              <a:extLst>
                <a:ext uri="{FF2B5EF4-FFF2-40B4-BE49-F238E27FC236}">
                  <a16:creationId xmlns:a16="http://schemas.microsoft.com/office/drawing/2014/main" id="{3FBA406D-EBE4-3323-90B2-EA300018FCD8}"/>
                </a:ext>
              </a:extLst>
            </p:cNvPr>
            <p:cNvGrpSpPr/>
            <p:nvPr/>
          </p:nvGrpSpPr>
          <p:grpSpPr>
            <a:xfrm>
              <a:off x="6771246" y="3887218"/>
              <a:ext cx="518962" cy="1712012"/>
              <a:chOff x="973171" y="2080173"/>
              <a:chExt cx="974429" cy="658766"/>
            </a:xfrm>
          </p:grpSpPr>
          <p:sp>
            <p:nvSpPr>
              <p:cNvPr id="444" name="矩形 443">
                <a:extLst>
                  <a:ext uri="{FF2B5EF4-FFF2-40B4-BE49-F238E27FC236}">
                    <a16:creationId xmlns:a16="http://schemas.microsoft.com/office/drawing/2014/main" id="{73F8AED6-372C-2BC0-69A4-256A13932FFB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发射机</a:t>
                </a:r>
              </a:p>
            </p:txBody>
          </p:sp>
          <p:sp>
            <p:nvSpPr>
              <p:cNvPr id="445" name="矩形 444">
                <a:extLst>
                  <a:ext uri="{FF2B5EF4-FFF2-40B4-BE49-F238E27FC236}">
                    <a16:creationId xmlns:a16="http://schemas.microsoft.com/office/drawing/2014/main" id="{5F6F36C5-BD09-3454-21EF-A510F96C8F57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6" name="矩形 445">
                <a:extLst>
                  <a:ext uri="{FF2B5EF4-FFF2-40B4-BE49-F238E27FC236}">
                    <a16:creationId xmlns:a16="http://schemas.microsoft.com/office/drawing/2014/main" id="{A17EC7F9-2283-AA21-224B-3277CF36DBDB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7" name="矩形 446">
                <a:extLst>
                  <a:ext uri="{FF2B5EF4-FFF2-40B4-BE49-F238E27FC236}">
                    <a16:creationId xmlns:a16="http://schemas.microsoft.com/office/drawing/2014/main" id="{04641196-15A8-3D0D-8E18-3112AC69F04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8" name="矩形 447">
                <a:extLst>
                  <a:ext uri="{FF2B5EF4-FFF2-40B4-BE49-F238E27FC236}">
                    <a16:creationId xmlns:a16="http://schemas.microsoft.com/office/drawing/2014/main" id="{F3F00BA1-2891-9C75-EA0C-1359C1715D82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9" name="矩形 448">
                <a:extLst>
                  <a:ext uri="{FF2B5EF4-FFF2-40B4-BE49-F238E27FC236}">
                    <a16:creationId xmlns:a16="http://schemas.microsoft.com/office/drawing/2014/main" id="{CBC7ACA6-AF54-905F-3F78-A6B235EA273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0" name="矩形 449">
                <a:extLst>
                  <a:ext uri="{FF2B5EF4-FFF2-40B4-BE49-F238E27FC236}">
                    <a16:creationId xmlns:a16="http://schemas.microsoft.com/office/drawing/2014/main" id="{775EE2CF-0B40-1F80-2D82-4293AD2C5DC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1" name="矩形 450">
                <a:extLst>
                  <a:ext uri="{FF2B5EF4-FFF2-40B4-BE49-F238E27FC236}">
                    <a16:creationId xmlns:a16="http://schemas.microsoft.com/office/drawing/2014/main" id="{23E6F60C-4C6E-D147-3E88-EC0872735A84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2" name="矩形 451">
                <a:extLst>
                  <a:ext uri="{FF2B5EF4-FFF2-40B4-BE49-F238E27FC236}">
                    <a16:creationId xmlns:a16="http://schemas.microsoft.com/office/drawing/2014/main" id="{F2D9E8E8-B56D-B3E6-5BD7-F7617002B053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3" name="矩形 452">
                <a:extLst>
                  <a:ext uri="{FF2B5EF4-FFF2-40B4-BE49-F238E27FC236}">
                    <a16:creationId xmlns:a16="http://schemas.microsoft.com/office/drawing/2014/main" id="{A1E9AE74-01A1-F964-C730-0C7082D8AB3B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54" name="直接箭头连接符 453">
                <a:extLst>
                  <a:ext uri="{FF2B5EF4-FFF2-40B4-BE49-F238E27FC236}">
                    <a16:creationId xmlns:a16="http://schemas.microsoft.com/office/drawing/2014/main" id="{14B3C134-C34B-2E6A-51D7-413F633317C3}"/>
                  </a:ext>
                </a:extLst>
              </p:cNvPr>
              <p:cNvCxnSpPr>
                <a:cxnSpLocks/>
                <a:endCxn id="45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5" name="组合 454">
              <a:extLst>
                <a:ext uri="{FF2B5EF4-FFF2-40B4-BE49-F238E27FC236}">
                  <a16:creationId xmlns:a16="http://schemas.microsoft.com/office/drawing/2014/main" id="{E1E2F9C9-F276-5CB8-3743-3E5DC869FB1E}"/>
                </a:ext>
              </a:extLst>
            </p:cNvPr>
            <p:cNvGrpSpPr/>
            <p:nvPr/>
          </p:nvGrpSpPr>
          <p:grpSpPr>
            <a:xfrm>
              <a:off x="5758895" y="4562218"/>
              <a:ext cx="664266" cy="1110405"/>
              <a:chOff x="973171" y="2080173"/>
              <a:chExt cx="974429" cy="658766"/>
            </a:xfrm>
          </p:grpSpPr>
          <p:sp>
            <p:nvSpPr>
              <p:cNvPr id="456" name="矩形 455">
                <a:extLst>
                  <a:ext uri="{FF2B5EF4-FFF2-40B4-BE49-F238E27FC236}">
                    <a16:creationId xmlns:a16="http://schemas.microsoft.com/office/drawing/2014/main" id="{FA87C696-26B0-1199-B190-B6F8A0172242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遥测存储记录重放器</a:t>
                </a:r>
              </a:p>
            </p:txBody>
          </p:sp>
          <p:sp>
            <p:nvSpPr>
              <p:cNvPr id="457" name="矩形 456">
                <a:extLst>
                  <a:ext uri="{FF2B5EF4-FFF2-40B4-BE49-F238E27FC236}">
                    <a16:creationId xmlns:a16="http://schemas.microsoft.com/office/drawing/2014/main" id="{2C712806-AB0F-84B0-55A2-B40C43D509F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8" name="矩形 457">
                <a:extLst>
                  <a:ext uri="{FF2B5EF4-FFF2-40B4-BE49-F238E27FC236}">
                    <a16:creationId xmlns:a16="http://schemas.microsoft.com/office/drawing/2014/main" id="{A291886C-637A-3781-BDE6-DE71BB7F88B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9" name="矩形 458">
                <a:extLst>
                  <a:ext uri="{FF2B5EF4-FFF2-40B4-BE49-F238E27FC236}">
                    <a16:creationId xmlns:a16="http://schemas.microsoft.com/office/drawing/2014/main" id="{11342E04-AEB4-074E-DC9C-832310CABFD8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0" name="矩形 459">
                <a:extLst>
                  <a:ext uri="{FF2B5EF4-FFF2-40B4-BE49-F238E27FC236}">
                    <a16:creationId xmlns:a16="http://schemas.microsoft.com/office/drawing/2014/main" id="{B7166C24-604B-0974-266A-F85A9C175B9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1" name="矩形 460">
                <a:extLst>
                  <a:ext uri="{FF2B5EF4-FFF2-40B4-BE49-F238E27FC236}">
                    <a16:creationId xmlns:a16="http://schemas.microsoft.com/office/drawing/2014/main" id="{1E31E450-C447-93C8-DA3A-4FC65D90929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2" name="矩形 461">
                <a:extLst>
                  <a:ext uri="{FF2B5EF4-FFF2-40B4-BE49-F238E27FC236}">
                    <a16:creationId xmlns:a16="http://schemas.microsoft.com/office/drawing/2014/main" id="{021D5594-D592-C68B-8E13-2474A2527B6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3" name="矩形 462">
                <a:extLst>
                  <a:ext uri="{FF2B5EF4-FFF2-40B4-BE49-F238E27FC236}">
                    <a16:creationId xmlns:a16="http://schemas.microsoft.com/office/drawing/2014/main" id="{276F3293-57B4-EF41-B8EF-F53707BB0F2D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4" name="矩形 463">
                <a:extLst>
                  <a:ext uri="{FF2B5EF4-FFF2-40B4-BE49-F238E27FC236}">
                    <a16:creationId xmlns:a16="http://schemas.microsoft.com/office/drawing/2014/main" id="{30B98E1A-A45A-C559-3597-F5F6C7AD110B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5" name="矩形 464">
                <a:extLst>
                  <a:ext uri="{FF2B5EF4-FFF2-40B4-BE49-F238E27FC236}">
                    <a16:creationId xmlns:a16="http://schemas.microsoft.com/office/drawing/2014/main" id="{47A9204C-0279-D104-CFB9-683BF119286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66" name="直接箭头连接符 465">
                <a:extLst>
                  <a:ext uri="{FF2B5EF4-FFF2-40B4-BE49-F238E27FC236}">
                    <a16:creationId xmlns:a16="http://schemas.microsoft.com/office/drawing/2014/main" id="{45B72391-2614-C122-A820-77EC1C5AB736}"/>
                  </a:ext>
                </a:extLst>
              </p:cNvPr>
              <p:cNvCxnSpPr>
                <a:cxnSpLocks/>
                <a:endCxn id="463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7" name="组合 466">
              <a:extLst>
                <a:ext uri="{FF2B5EF4-FFF2-40B4-BE49-F238E27FC236}">
                  <a16:creationId xmlns:a16="http://schemas.microsoft.com/office/drawing/2014/main" id="{FFFF4E69-0E36-BD4F-B3B3-BADEEDB0CB2F}"/>
                </a:ext>
              </a:extLst>
            </p:cNvPr>
            <p:cNvGrpSpPr/>
            <p:nvPr/>
          </p:nvGrpSpPr>
          <p:grpSpPr>
            <a:xfrm>
              <a:off x="8296517" y="3875525"/>
              <a:ext cx="518962" cy="1712012"/>
              <a:chOff x="973171" y="2080173"/>
              <a:chExt cx="974429" cy="658766"/>
            </a:xfrm>
          </p:grpSpPr>
          <p:sp>
            <p:nvSpPr>
              <p:cNvPr id="468" name="矩形 467">
                <a:extLst>
                  <a:ext uri="{FF2B5EF4-FFF2-40B4-BE49-F238E27FC236}">
                    <a16:creationId xmlns:a16="http://schemas.microsoft.com/office/drawing/2014/main" id="{C073FFC2-2717-B3F1-3ED3-75819EB60C01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接收机</a:t>
                </a:r>
              </a:p>
            </p:txBody>
          </p:sp>
          <p:sp>
            <p:nvSpPr>
              <p:cNvPr id="469" name="矩形 468">
                <a:extLst>
                  <a:ext uri="{FF2B5EF4-FFF2-40B4-BE49-F238E27FC236}">
                    <a16:creationId xmlns:a16="http://schemas.microsoft.com/office/drawing/2014/main" id="{CD176C9A-7C96-ED3B-2F75-898AC793DA7C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0" name="矩形 469">
                <a:extLst>
                  <a:ext uri="{FF2B5EF4-FFF2-40B4-BE49-F238E27FC236}">
                    <a16:creationId xmlns:a16="http://schemas.microsoft.com/office/drawing/2014/main" id="{F6B5848C-860B-5627-8775-DA44CA28CBA0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1" name="矩形 470">
                <a:extLst>
                  <a:ext uri="{FF2B5EF4-FFF2-40B4-BE49-F238E27FC236}">
                    <a16:creationId xmlns:a16="http://schemas.microsoft.com/office/drawing/2014/main" id="{87E691B6-7D28-3C2D-E905-29F47B6FFB6C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2" name="矩形 471">
                <a:extLst>
                  <a:ext uri="{FF2B5EF4-FFF2-40B4-BE49-F238E27FC236}">
                    <a16:creationId xmlns:a16="http://schemas.microsoft.com/office/drawing/2014/main" id="{9098269F-FE52-AA59-5750-07CDE04BCD12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3" name="矩形 472">
                <a:extLst>
                  <a:ext uri="{FF2B5EF4-FFF2-40B4-BE49-F238E27FC236}">
                    <a16:creationId xmlns:a16="http://schemas.microsoft.com/office/drawing/2014/main" id="{42D4867F-180A-C736-8784-00F759AC3FE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4" name="矩形 473">
                <a:extLst>
                  <a:ext uri="{FF2B5EF4-FFF2-40B4-BE49-F238E27FC236}">
                    <a16:creationId xmlns:a16="http://schemas.microsoft.com/office/drawing/2014/main" id="{86ADDD77-D5CA-DDD4-AE86-11E93CC26C6A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5" name="矩形 474">
                <a:extLst>
                  <a:ext uri="{FF2B5EF4-FFF2-40B4-BE49-F238E27FC236}">
                    <a16:creationId xmlns:a16="http://schemas.microsoft.com/office/drawing/2014/main" id="{4B21DEAF-D1EC-7312-B836-42D24FE1404B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6" name="矩形 475">
                <a:extLst>
                  <a:ext uri="{FF2B5EF4-FFF2-40B4-BE49-F238E27FC236}">
                    <a16:creationId xmlns:a16="http://schemas.microsoft.com/office/drawing/2014/main" id="{6B6D2947-1E36-5998-7223-A377F6829277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7" name="矩形 476">
                <a:extLst>
                  <a:ext uri="{FF2B5EF4-FFF2-40B4-BE49-F238E27FC236}">
                    <a16:creationId xmlns:a16="http://schemas.microsoft.com/office/drawing/2014/main" id="{086FD19C-7764-B882-9861-47EA4C034742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78" name="直接箭头连接符 477">
                <a:extLst>
                  <a:ext uri="{FF2B5EF4-FFF2-40B4-BE49-F238E27FC236}">
                    <a16:creationId xmlns:a16="http://schemas.microsoft.com/office/drawing/2014/main" id="{AC952075-66BE-3C92-EE44-21C7774C80D0}"/>
                  </a:ext>
                </a:extLst>
              </p:cNvPr>
              <p:cNvCxnSpPr>
                <a:cxnSpLocks/>
                <a:endCxn id="47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9" name="组合 478">
              <a:extLst>
                <a:ext uri="{FF2B5EF4-FFF2-40B4-BE49-F238E27FC236}">
                  <a16:creationId xmlns:a16="http://schemas.microsoft.com/office/drawing/2014/main" id="{FF2CBF67-CE12-EA77-C737-92928B8B61B5}"/>
                </a:ext>
              </a:extLst>
            </p:cNvPr>
            <p:cNvGrpSpPr/>
            <p:nvPr/>
          </p:nvGrpSpPr>
          <p:grpSpPr>
            <a:xfrm>
              <a:off x="9238446" y="3896509"/>
              <a:ext cx="518962" cy="1712012"/>
              <a:chOff x="973171" y="2080173"/>
              <a:chExt cx="974429" cy="658766"/>
            </a:xfrm>
          </p:grpSpPr>
          <p:sp>
            <p:nvSpPr>
              <p:cNvPr id="480" name="矩形 479">
                <a:extLst>
                  <a:ext uri="{FF2B5EF4-FFF2-40B4-BE49-F238E27FC236}">
                    <a16:creationId xmlns:a16="http://schemas.microsoft.com/office/drawing/2014/main" id="{99802E40-CD5B-1EDB-4868-2DD7E3AF7B44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分路译码器</a:t>
                </a:r>
              </a:p>
            </p:txBody>
          </p:sp>
          <p:sp>
            <p:nvSpPr>
              <p:cNvPr id="481" name="矩形 480">
                <a:extLst>
                  <a:ext uri="{FF2B5EF4-FFF2-40B4-BE49-F238E27FC236}">
                    <a16:creationId xmlns:a16="http://schemas.microsoft.com/office/drawing/2014/main" id="{BEE6A40D-F0C8-C00C-2ED9-4DFA5FA0D72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2" name="矩形 481">
                <a:extLst>
                  <a:ext uri="{FF2B5EF4-FFF2-40B4-BE49-F238E27FC236}">
                    <a16:creationId xmlns:a16="http://schemas.microsoft.com/office/drawing/2014/main" id="{30C232CF-326F-1569-B826-1A55FD7A2C9B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3" name="矩形 482">
                <a:extLst>
                  <a:ext uri="{FF2B5EF4-FFF2-40B4-BE49-F238E27FC236}">
                    <a16:creationId xmlns:a16="http://schemas.microsoft.com/office/drawing/2014/main" id="{A74DEDE6-4547-161F-719E-0218BC31C9F4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4" name="矩形 483">
                <a:extLst>
                  <a:ext uri="{FF2B5EF4-FFF2-40B4-BE49-F238E27FC236}">
                    <a16:creationId xmlns:a16="http://schemas.microsoft.com/office/drawing/2014/main" id="{B8678441-DDEE-DB4C-BD1F-A9229116FB3A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5" name="矩形 484">
                <a:extLst>
                  <a:ext uri="{FF2B5EF4-FFF2-40B4-BE49-F238E27FC236}">
                    <a16:creationId xmlns:a16="http://schemas.microsoft.com/office/drawing/2014/main" id="{A7A889B1-D740-0D1B-58A0-154DC1B81357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6" name="矩形 485">
                <a:extLst>
                  <a:ext uri="{FF2B5EF4-FFF2-40B4-BE49-F238E27FC236}">
                    <a16:creationId xmlns:a16="http://schemas.microsoft.com/office/drawing/2014/main" id="{B11C3FF8-CD46-37C7-D9EA-91844851AAFE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7" name="矩形 486">
                <a:extLst>
                  <a:ext uri="{FF2B5EF4-FFF2-40B4-BE49-F238E27FC236}">
                    <a16:creationId xmlns:a16="http://schemas.microsoft.com/office/drawing/2014/main" id="{E5BEADD6-BC4E-C4C4-26F6-EC35763CFEE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8" name="矩形 487">
                <a:extLst>
                  <a:ext uri="{FF2B5EF4-FFF2-40B4-BE49-F238E27FC236}">
                    <a16:creationId xmlns:a16="http://schemas.microsoft.com/office/drawing/2014/main" id="{310B222C-5BA6-A55F-7F89-AE6F0767CFB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9" name="矩形 488">
                <a:extLst>
                  <a:ext uri="{FF2B5EF4-FFF2-40B4-BE49-F238E27FC236}">
                    <a16:creationId xmlns:a16="http://schemas.microsoft.com/office/drawing/2014/main" id="{7712C8E3-4F4B-3FAF-0C6F-A22C43E7929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90" name="直接箭头连接符 489">
                <a:extLst>
                  <a:ext uri="{FF2B5EF4-FFF2-40B4-BE49-F238E27FC236}">
                    <a16:creationId xmlns:a16="http://schemas.microsoft.com/office/drawing/2014/main" id="{438449A8-7C0E-77D6-C572-78C709137BA3}"/>
                  </a:ext>
                </a:extLst>
              </p:cNvPr>
              <p:cNvCxnSpPr>
                <a:cxnSpLocks/>
                <a:endCxn id="48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1" name="组合 490">
              <a:extLst>
                <a:ext uri="{FF2B5EF4-FFF2-40B4-BE49-F238E27FC236}">
                  <a16:creationId xmlns:a16="http://schemas.microsoft.com/office/drawing/2014/main" id="{84548173-C5CB-11F6-7700-B1308E54D7FC}"/>
                </a:ext>
              </a:extLst>
            </p:cNvPr>
            <p:cNvGrpSpPr/>
            <p:nvPr/>
          </p:nvGrpSpPr>
          <p:grpSpPr>
            <a:xfrm>
              <a:off x="10257216" y="3790526"/>
              <a:ext cx="554807" cy="745331"/>
              <a:chOff x="973171" y="2080173"/>
              <a:chExt cx="974429" cy="658766"/>
            </a:xfrm>
          </p:grpSpPr>
          <p:sp>
            <p:nvSpPr>
              <p:cNvPr id="492" name="矩形 491">
                <a:extLst>
                  <a:ext uri="{FF2B5EF4-FFF2-40B4-BE49-F238E27FC236}">
                    <a16:creationId xmlns:a16="http://schemas.microsoft.com/office/drawing/2014/main" id="{FD177AF0-4C21-F38F-4E52-91EBA0CD01A4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</a:rPr>
                  <a:t>记录器</a:t>
                </a:r>
              </a:p>
            </p:txBody>
          </p:sp>
          <p:sp>
            <p:nvSpPr>
              <p:cNvPr id="493" name="矩形 492">
                <a:extLst>
                  <a:ext uri="{FF2B5EF4-FFF2-40B4-BE49-F238E27FC236}">
                    <a16:creationId xmlns:a16="http://schemas.microsoft.com/office/drawing/2014/main" id="{CCC90EE2-741B-18BE-3D67-895638837F6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4" name="矩形 493">
                <a:extLst>
                  <a:ext uri="{FF2B5EF4-FFF2-40B4-BE49-F238E27FC236}">
                    <a16:creationId xmlns:a16="http://schemas.microsoft.com/office/drawing/2014/main" id="{6EE5AA3F-B5E0-40E1-555C-EF131CA1FA4B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5" name="矩形 494">
                <a:extLst>
                  <a:ext uri="{FF2B5EF4-FFF2-40B4-BE49-F238E27FC236}">
                    <a16:creationId xmlns:a16="http://schemas.microsoft.com/office/drawing/2014/main" id="{55FBC57C-C2EE-2599-4046-4741E0CB85EC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6" name="矩形 495">
                <a:extLst>
                  <a:ext uri="{FF2B5EF4-FFF2-40B4-BE49-F238E27FC236}">
                    <a16:creationId xmlns:a16="http://schemas.microsoft.com/office/drawing/2014/main" id="{C8E82F9C-E334-FA07-35A6-943A1B868C45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7" name="矩形 496">
                <a:extLst>
                  <a:ext uri="{FF2B5EF4-FFF2-40B4-BE49-F238E27FC236}">
                    <a16:creationId xmlns:a16="http://schemas.microsoft.com/office/drawing/2014/main" id="{C50681D6-9583-5FAB-7B2C-5BF022B5393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8" name="矩形 497">
                <a:extLst>
                  <a:ext uri="{FF2B5EF4-FFF2-40B4-BE49-F238E27FC236}">
                    <a16:creationId xmlns:a16="http://schemas.microsoft.com/office/drawing/2014/main" id="{A67FEEA2-58A5-E177-94B0-6F0073A84162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9" name="矩形 498">
                <a:extLst>
                  <a:ext uri="{FF2B5EF4-FFF2-40B4-BE49-F238E27FC236}">
                    <a16:creationId xmlns:a16="http://schemas.microsoft.com/office/drawing/2014/main" id="{0ABD7AA6-0382-0FC6-C7F2-1A66F64972A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0" name="矩形 499">
                <a:extLst>
                  <a:ext uri="{FF2B5EF4-FFF2-40B4-BE49-F238E27FC236}">
                    <a16:creationId xmlns:a16="http://schemas.microsoft.com/office/drawing/2014/main" id="{6D4E91BA-24C9-161A-2ACB-22377CD9B95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1" name="矩形 500">
                <a:extLst>
                  <a:ext uri="{FF2B5EF4-FFF2-40B4-BE49-F238E27FC236}">
                    <a16:creationId xmlns:a16="http://schemas.microsoft.com/office/drawing/2014/main" id="{26E970A0-4E7A-8B40-AA71-98F10383C002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02" name="直接箭头连接符 501">
                <a:extLst>
                  <a:ext uri="{FF2B5EF4-FFF2-40B4-BE49-F238E27FC236}">
                    <a16:creationId xmlns:a16="http://schemas.microsoft.com/office/drawing/2014/main" id="{1FD56599-454F-E16F-CAC8-00CA8DC4C03A}"/>
                  </a:ext>
                </a:extLst>
              </p:cNvPr>
              <p:cNvCxnSpPr>
                <a:cxnSpLocks/>
                <a:endCxn id="49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5" name="组合 514">
              <a:extLst>
                <a:ext uri="{FF2B5EF4-FFF2-40B4-BE49-F238E27FC236}">
                  <a16:creationId xmlns:a16="http://schemas.microsoft.com/office/drawing/2014/main" id="{C57CCA5B-E399-FD63-9F8F-F19B1490BD2B}"/>
                </a:ext>
              </a:extLst>
            </p:cNvPr>
            <p:cNvGrpSpPr/>
            <p:nvPr/>
          </p:nvGrpSpPr>
          <p:grpSpPr>
            <a:xfrm>
              <a:off x="10257216" y="4966892"/>
              <a:ext cx="554807" cy="746125"/>
              <a:chOff x="973171" y="2080173"/>
              <a:chExt cx="974429" cy="658766"/>
            </a:xfrm>
          </p:grpSpPr>
          <p:sp>
            <p:nvSpPr>
              <p:cNvPr id="516" name="矩形 515">
                <a:extLst>
                  <a:ext uri="{FF2B5EF4-FFF2-40B4-BE49-F238E27FC236}">
                    <a16:creationId xmlns:a16="http://schemas.microsoft.com/office/drawing/2014/main" id="{02639244-B6B7-E0F6-2C83-F52DC9E7059B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</a:rPr>
                  <a:t>显示器</a:t>
                </a:r>
              </a:p>
            </p:txBody>
          </p:sp>
          <p:sp>
            <p:nvSpPr>
              <p:cNvPr id="517" name="矩形 516">
                <a:extLst>
                  <a:ext uri="{FF2B5EF4-FFF2-40B4-BE49-F238E27FC236}">
                    <a16:creationId xmlns:a16="http://schemas.microsoft.com/office/drawing/2014/main" id="{8A74AE57-5032-0BC3-6031-CCFFCC2F43DE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8" name="矩形 517">
                <a:extLst>
                  <a:ext uri="{FF2B5EF4-FFF2-40B4-BE49-F238E27FC236}">
                    <a16:creationId xmlns:a16="http://schemas.microsoft.com/office/drawing/2014/main" id="{D356BD1C-0F9A-8A3E-B603-AD7EE37D0ED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9" name="矩形 518">
                <a:extLst>
                  <a:ext uri="{FF2B5EF4-FFF2-40B4-BE49-F238E27FC236}">
                    <a16:creationId xmlns:a16="http://schemas.microsoft.com/office/drawing/2014/main" id="{BF70E8C4-20CA-D3C0-9728-FC3AACBC78F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0" name="矩形 519">
                <a:extLst>
                  <a:ext uri="{FF2B5EF4-FFF2-40B4-BE49-F238E27FC236}">
                    <a16:creationId xmlns:a16="http://schemas.microsoft.com/office/drawing/2014/main" id="{F7C0F479-DAE5-DE35-88EA-F33DE565E35B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1" name="矩形 520">
                <a:extLst>
                  <a:ext uri="{FF2B5EF4-FFF2-40B4-BE49-F238E27FC236}">
                    <a16:creationId xmlns:a16="http://schemas.microsoft.com/office/drawing/2014/main" id="{29444D5B-7A1E-217B-E373-255F5A10FF21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2" name="矩形 521">
                <a:extLst>
                  <a:ext uri="{FF2B5EF4-FFF2-40B4-BE49-F238E27FC236}">
                    <a16:creationId xmlns:a16="http://schemas.microsoft.com/office/drawing/2014/main" id="{05FDC9C0-53DC-44F2-262C-C2A4F51A403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3" name="矩形 522">
                <a:extLst>
                  <a:ext uri="{FF2B5EF4-FFF2-40B4-BE49-F238E27FC236}">
                    <a16:creationId xmlns:a16="http://schemas.microsoft.com/office/drawing/2014/main" id="{717A0BB6-F4B7-B431-B29F-C004BE1E6663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4" name="矩形 523">
                <a:extLst>
                  <a:ext uri="{FF2B5EF4-FFF2-40B4-BE49-F238E27FC236}">
                    <a16:creationId xmlns:a16="http://schemas.microsoft.com/office/drawing/2014/main" id="{52502155-1886-E310-3A87-3BEC284F3F78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5" name="矩形 524">
                <a:extLst>
                  <a:ext uri="{FF2B5EF4-FFF2-40B4-BE49-F238E27FC236}">
                    <a16:creationId xmlns:a16="http://schemas.microsoft.com/office/drawing/2014/main" id="{8AC4D91C-CE84-B26E-446F-02CCE5A0CBC1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26" name="直接箭头连接符 525">
                <a:extLst>
                  <a:ext uri="{FF2B5EF4-FFF2-40B4-BE49-F238E27FC236}">
                    <a16:creationId xmlns:a16="http://schemas.microsoft.com/office/drawing/2014/main" id="{7761F2B5-0D24-5170-3140-CBFACDFEF231}"/>
                  </a:ext>
                </a:extLst>
              </p:cNvPr>
              <p:cNvCxnSpPr>
                <a:cxnSpLocks/>
                <a:endCxn id="523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7" name="组合 526">
              <a:extLst>
                <a:ext uri="{FF2B5EF4-FFF2-40B4-BE49-F238E27FC236}">
                  <a16:creationId xmlns:a16="http://schemas.microsoft.com/office/drawing/2014/main" id="{D3A84CF3-D6A0-111F-94A3-7F876D92AC5E}"/>
                </a:ext>
              </a:extLst>
            </p:cNvPr>
            <p:cNvGrpSpPr/>
            <p:nvPr/>
          </p:nvGrpSpPr>
          <p:grpSpPr>
            <a:xfrm>
              <a:off x="11310539" y="3890033"/>
              <a:ext cx="518962" cy="1712012"/>
              <a:chOff x="973171" y="2080173"/>
              <a:chExt cx="974429" cy="658766"/>
            </a:xfrm>
          </p:grpSpPr>
          <p:sp>
            <p:nvSpPr>
              <p:cNvPr id="528" name="矩形 527">
                <a:extLst>
                  <a:ext uri="{FF2B5EF4-FFF2-40B4-BE49-F238E27FC236}">
                    <a16:creationId xmlns:a16="http://schemas.microsoft.com/office/drawing/2014/main" id="{A48E2438-2270-EA05-94AD-57B55C51C5D1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数据处理器</a:t>
                </a:r>
              </a:p>
            </p:txBody>
          </p:sp>
          <p:sp>
            <p:nvSpPr>
              <p:cNvPr id="529" name="矩形 528">
                <a:extLst>
                  <a:ext uri="{FF2B5EF4-FFF2-40B4-BE49-F238E27FC236}">
                    <a16:creationId xmlns:a16="http://schemas.microsoft.com/office/drawing/2014/main" id="{87E165AC-22F4-B067-B224-495A6C4A24AF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0" name="矩形 529">
                <a:extLst>
                  <a:ext uri="{FF2B5EF4-FFF2-40B4-BE49-F238E27FC236}">
                    <a16:creationId xmlns:a16="http://schemas.microsoft.com/office/drawing/2014/main" id="{E508F35D-831B-B943-A26B-5848B58BBF3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1" name="矩形 530">
                <a:extLst>
                  <a:ext uri="{FF2B5EF4-FFF2-40B4-BE49-F238E27FC236}">
                    <a16:creationId xmlns:a16="http://schemas.microsoft.com/office/drawing/2014/main" id="{9B334CCB-C0B2-5FA2-C673-89D9D38AFB71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2" name="矩形 531">
                <a:extLst>
                  <a:ext uri="{FF2B5EF4-FFF2-40B4-BE49-F238E27FC236}">
                    <a16:creationId xmlns:a16="http://schemas.microsoft.com/office/drawing/2014/main" id="{FCF7C664-C352-E3AA-4DEF-D5F9B84AEB1A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3" name="矩形 532">
                <a:extLst>
                  <a:ext uri="{FF2B5EF4-FFF2-40B4-BE49-F238E27FC236}">
                    <a16:creationId xmlns:a16="http://schemas.microsoft.com/office/drawing/2014/main" id="{5BA7AA0E-3BA7-239E-F8E7-850A8FA22867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4" name="矩形 533">
                <a:extLst>
                  <a:ext uri="{FF2B5EF4-FFF2-40B4-BE49-F238E27FC236}">
                    <a16:creationId xmlns:a16="http://schemas.microsoft.com/office/drawing/2014/main" id="{699CF431-B534-F6A7-3270-6E47CB66303B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5" name="矩形 534">
                <a:extLst>
                  <a:ext uri="{FF2B5EF4-FFF2-40B4-BE49-F238E27FC236}">
                    <a16:creationId xmlns:a16="http://schemas.microsoft.com/office/drawing/2014/main" id="{9AAEC8F8-410D-95B9-92E2-F830530750F1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6" name="矩形 535">
                <a:extLst>
                  <a:ext uri="{FF2B5EF4-FFF2-40B4-BE49-F238E27FC236}">
                    <a16:creationId xmlns:a16="http://schemas.microsoft.com/office/drawing/2014/main" id="{5282A51F-D808-3DD6-ED52-9226B1CB4C4B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7" name="矩形 536">
                <a:extLst>
                  <a:ext uri="{FF2B5EF4-FFF2-40B4-BE49-F238E27FC236}">
                    <a16:creationId xmlns:a16="http://schemas.microsoft.com/office/drawing/2014/main" id="{8F14A030-3FEC-7B73-5542-203318887AEA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38" name="直接箭头连接符 537">
                <a:extLst>
                  <a:ext uri="{FF2B5EF4-FFF2-40B4-BE49-F238E27FC236}">
                    <a16:creationId xmlns:a16="http://schemas.microsoft.com/office/drawing/2014/main" id="{556916CE-53AD-0243-BF0F-3F3C02ED88B7}"/>
                  </a:ext>
                </a:extLst>
              </p:cNvPr>
              <p:cNvCxnSpPr>
                <a:cxnSpLocks/>
                <a:endCxn id="53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39" name="直接箭头连接符 538">
              <a:extLst>
                <a:ext uri="{FF2B5EF4-FFF2-40B4-BE49-F238E27FC236}">
                  <a16:creationId xmlns:a16="http://schemas.microsoft.com/office/drawing/2014/main" id="{3E0993D7-3AF7-6EB9-70DE-6C654858A576}"/>
                </a:ext>
              </a:extLst>
            </p:cNvPr>
            <p:cNvCxnSpPr>
              <a:cxnSpLocks/>
              <a:stCxn id="10" idx="3"/>
              <a:endCxn id="423" idx="1"/>
            </p:cNvCxnSpPr>
            <p:nvPr/>
          </p:nvCxnSpPr>
          <p:spPr>
            <a:xfrm>
              <a:off x="3304073" y="4709893"/>
              <a:ext cx="361637" cy="5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直接箭头连接符 542">
              <a:extLst>
                <a:ext uri="{FF2B5EF4-FFF2-40B4-BE49-F238E27FC236}">
                  <a16:creationId xmlns:a16="http://schemas.microsoft.com/office/drawing/2014/main" id="{072599E3-CD76-B9D6-2364-EA6D1D271667}"/>
                </a:ext>
              </a:extLst>
            </p:cNvPr>
            <p:cNvCxnSpPr>
              <a:cxnSpLocks/>
              <a:stCxn id="430" idx="3"/>
              <a:endCxn id="408" idx="1"/>
            </p:cNvCxnSpPr>
            <p:nvPr/>
          </p:nvCxnSpPr>
          <p:spPr>
            <a:xfrm flipV="1">
              <a:off x="4184672" y="4724537"/>
              <a:ext cx="303750" cy="139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直接箭头连接符 549">
              <a:extLst>
                <a:ext uri="{FF2B5EF4-FFF2-40B4-BE49-F238E27FC236}">
                  <a16:creationId xmlns:a16="http://schemas.microsoft.com/office/drawing/2014/main" id="{694981C8-626E-72C5-D13C-46F928C1B186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1764506" y="4672423"/>
              <a:ext cx="1016225" cy="46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直接箭头连接符 552">
              <a:extLst>
                <a:ext uri="{FF2B5EF4-FFF2-40B4-BE49-F238E27FC236}">
                  <a16:creationId xmlns:a16="http://schemas.microsoft.com/office/drawing/2014/main" id="{4444472A-E8B7-97CA-E81D-A351436837E1}"/>
                </a:ext>
              </a:extLst>
            </p:cNvPr>
            <p:cNvCxnSpPr>
              <a:cxnSpLocks/>
              <a:stCxn id="415" idx="3"/>
              <a:endCxn id="457" idx="1"/>
            </p:cNvCxnSpPr>
            <p:nvPr/>
          </p:nvCxnSpPr>
          <p:spPr>
            <a:xfrm flipV="1">
              <a:off x="5007384" y="4744261"/>
              <a:ext cx="753167" cy="355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直接箭头连接符 555">
              <a:extLst>
                <a:ext uri="{FF2B5EF4-FFF2-40B4-BE49-F238E27FC236}">
                  <a16:creationId xmlns:a16="http://schemas.microsoft.com/office/drawing/2014/main" id="{9097E70B-DF20-9ADC-63E8-DAE3B304FFD9}"/>
                </a:ext>
              </a:extLst>
            </p:cNvPr>
            <p:cNvCxnSpPr>
              <a:cxnSpLocks/>
              <a:stCxn id="412" idx="3"/>
              <a:endCxn id="445" idx="1"/>
            </p:cNvCxnSpPr>
            <p:nvPr/>
          </p:nvCxnSpPr>
          <p:spPr>
            <a:xfrm>
              <a:off x="5007384" y="4163192"/>
              <a:ext cx="1765156" cy="46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9" name="直接箭头连接符 558">
              <a:extLst>
                <a:ext uri="{FF2B5EF4-FFF2-40B4-BE49-F238E27FC236}">
                  <a16:creationId xmlns:a16="http://schemas.microsoft.com/office/drawing/2014/main" id="{31E415B4-B0AB-761F-5ED8-F44EF18A4DB8}"/>
                </a:ext>
              </a:extLst>
            </p:cNvPr>
            <p:cNvCxnSpPr>
              <a:cxnSpLocks/>
              <a:stCxn id="450" idx="3"/>
            </p:cNvCxnSpPr>
            <p:nvPr/>
          </p:nvCxnSpPr>
          <p:spPr>
            <a:xfrm>
              <a:off x="7290208" y="4752515"/>
              <a:ext cx="22651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8" name="组合 567">
              <a:extLst>
                <a:ext uri="{FF2B5EF4-FFF2-40B4-BE49-F238E27FC236}">
                  <a16:creationId xmlns:a16="http://schemas.microsoft.com/office/drawing/2014/main" id="{E12CABF0-A807-2BDC-10CC-20B799CDCD1D}"/>
                </a:ext>
              </a:extLst>
            </p:cNvPr>
            <p:cNvGrpSpPr/>
            <p:nvPr/>
          </p:nvGrpSpPr>
          <p:grpSpPr>
            <a:xfrm>
              <a:off x="7444908" y="4156716"/>
              <a:ext cx="143637" cy="589323"/>
              <a:chOff x="6018924" y="4051327"/>
              <a:chExt cx="143637" cy="589323"/>
            </a:xfrm>
          </p:grpSpPr>
          <p:sp>
            <p:nvSpPr>
              <p:cNvPr id="567" name="等腰三角形 566">
                <a:extLst>
                  <a:ext uri="{FF2B5EF4-FFF2-40B4-BE49-F238E27FC236}">
                    <a16:creationId xmlns:a16="http://schemas.microsoft.com/office/drawing/2014/main" id="{B39D1C5A-B10B-71D9-704A-87B2C28DD75B}"/>
                  </a:ext>
                </a:extLst>
              </p:cNvPr>
              <p:cNvSpPr/>
              <p:nvPr/>
            </p:nvSpPr>
            <p:spPr>
              <a:xfrm rot="10800000">
                <a:off x="6018924" y="4051327"/>
                <a:ext cx="143637" cy="123825"/>
              </a:xfrm>
              <a:prstGeom prst="triangl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4" name="直接箭头连接符 563">
                <a:extLst>
                  <a:ext uri="{FF2B5EF4-FFF2-40B4-BE49-F238E27FC236}">
                    <a16:creationId xmlns:a16="http://schemas.microsoft.com/office/drawing/2014/main" id="{CBE2AF89-AF7D-1489-27E5-2CDE0EDDF8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90743" y="4057803"/>
                <a:ext cx="0" cy="58284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70" name="组合 569">
              <a:extLst>
                <a:ext uri="{FF2B5EF4-FFF2-40B4-BE49-F238E27FC236}">
                  <a16:creationId xmlns:a16="http://schemas.microsoft.com/office/drawing/2014/main" id="{2500C8AD-D33D-6D54-8662-5F7BC27B5DB2}"/>
                </a:ext>
              </a:extLst>
            </p:cNvPr>
            <p:cNvGrpSpPr/>
            <p:nvPr/>
          </p:nvGrpSpPr>
          <p:grpSpPr>
            <a:xfrm>
              <a:off x="7948293" y="4163192"/>
              <a:ext cx="143637" cy="589323"/>
              <a:chOff x="6018924" y="4051327"/>
              <a:chExt cx="143637" cy="589323"/>
            </a:xfrm>
          </p:grpSpPr>
          <p:sp>
            <p:nvSpPr>
              <p:cNvPr id="571" name="等腰三角形 570">
                <a:extLst>
                  <a:ext uri="{FF2B5EF4-FFF2-40B4-BE49-F238E27FC236}">
                    <a16:creationId xmlns:a16="http://schemas.microsoft.com/office/drawing/2014/main" id="{090B31E5-B083-E91C-64FD-E5D9296FD843}"/>
                  </a:ext>
                </a:extLst>
              </p:cNvPr>
              <p:cNvSpPr/>
              <p:nvPr/>
            </p:nvSpPr>
            <p:spPr>
              <a:xfrm rot="10800000">
                <a:off x="6018924" y="4051327"/>
                <a:ext cx="143637" cy="123825"/>
              </a:xfrm>
              <a:prstGeom prst="triangl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72" name="直接箭头连接符 571">
                <a:extLst>
                  <a:ext uri="{FF2B5EF4-FFF2-40B4-BE49-F238E27FC236}">
                    <a16:creationId xmlns:a16="http://schemas.microsoft.com/office/drawing/2014/main" id="{267C0C34-7264-8FF5-54AF-BB6A15B8F30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90743" y="4057803"/>
                <a:ext cx="0" cy="58284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73" name="直接箭头连接符 572">
              <a:extLst>
                <a:ext uri="{FF2B5EF4-FFF2-40B4-BE49-F238E27FC236}">
                  <a16:creationId xmlns:a16="http://schemas.microsoft.com/office/drawing/2014/main" id="{26CC7BAF-E991-EC79-B123-62BEB2F6E663}"/>
                </a:ext>
              </a:extLst>
            </p:cNvPr>
            <p:cNvCxnSpPr>
              <a:cxnSpLocks/>
              <a:endCxn id="472" idx="1"/>
            </p:cNvCxnSpPr>
            <p:nvPr/>
          </p:nvCxnSpPr>
          <p:spPr>
            <a:xfrm flipV="1">
              <a:off x="8020112" y="4740822"/>
              <a:ext cx="277699" cy="521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7" name="任意多边形: 形状 576">
              <a:extLst>
                <a:ext uri="{FF2B5EF4-FFF2-40B4-BE49-F238E27FC236}">
                  <a16:creationId xmlns:a16="http://schemas.microsoft.com/office/drawing/2014/main" id="{A6F0C39F-FCDE-AB2F-6503-5360566B0480}"/>
                </a:ext>
              </a:extLst>
            </p:cNvPr>
            <p:cNvSpPr/>
            <p:nvPr/>
          </p:nvSpPr>
          <p:spPr>
            <a:xfrm>
              <a:off x="7515634" y="3864589"/>
              <a:ext cx="539750" cy="285750"/>
            </a:xfrm>
            <a:custGeom>
              <a:avLst/>
              <a:gdLst>
                <a:gd name="connsiteX0" fmla="*/ 0 w 539750"/>
                <a:gd name="connsiteY0" fmla="*/ 285750 h 285750"/>
                <a:gd name="connsiteX1" fmla="*/ 38100 w 539750"/>
                <a:gd name="connsiteY1" fmla="*/ 25400 h 285750"/>
                <a:gd name="connsiteX2" fmla="*/ 88900 w 539750"/>
                <a:gd name="connsiteY2" fmla="*/ 158750 h 285750"/>
                <a:gd name="connsiteX3" fmla="*/ 165100 w 539750"/>
                <a:gd name="connsiteY3" fmla="*/ 0 h 285750"/>
                <a:gd name="connsiteX4" fmla="*/ 241300 w 539750"/>
                <a:gd name="connsiteY4" fmla="*/ 127000 h 285750"/>
                <a:gd name="connsiteX5" fmla="*/ 355600 w 539750"/>
                <a:gd name="connsiteY5" fmla="*/ 25400 h 285750"/>
                <a:gd name="connsiteX6" fmla="*/ 444500 w 539750"/>
                <a:gd name="connsiteY6" fmla="*/ 120650 h 285750"/>
                <a:gd name="connsiteX7" fmla="*/ 482600 w 539750"/>
                <a:gd name="connsiteY7" fmla="*/ 19050 h 285750"/>
                <a:gd name="connsiteX8" fmla="*/ 539750 w 539750"/>
                <a:gd name="connsiteY8" fmla="*/ 266700 h 285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9750" h="285750">
                  <a:moveTo>
                    <a:pt x="0" y="285750"/>
                  </a:moveTo>
                  <a:lnTo>
                    <a:pt x="38100" y="25400"/>
                  </a:lnTo>
                  <a:lnTo>
                    <a:pt x="88900" y="158750"/>
                  </a:lnTo>
                  <a:lnTo>
                    <a:pt x="165100" y="0"/>
                  </a:lnTo>
                  <a:lnTo>
                    <a:pt x="241300" y="127000"/>
                  </a:lnTo>
                  <a:lnTo>
                    <a:pt x="355600" y="25400"/>
                  </a:lnTo>
                  <a:lnTo>
                    <a:pt x="444500" y="120650"/>
                  </a:lnTo>
                  <a:lnTo>
                    <a:pt x="482600" y="19050"/>
                  </a:lnTo>
                  <a:lnTo>
                    <a:pt x="539750" y="26670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8" name="直接箭头连接符 577">
              <a:extLst>
                <a:ext uri="{FF2B5EF4-FFF2-40B4-BE49-F238E27FC236}">
                  <a16:creationId xmlns:a16="http://schemas.microsoft.com/office/drawing/2014/main" id="{6B8E66E5-2AB9-B513-AE83-2D2366933296}"/>
                </a:ext>
              </a:extLst>
            </p:cNvPr>
            <p:cNvCxnSpPr>
              <a:cxnSpLocks/>
              <a:stCxn id="474" idx="3"/>
              <a:endCxn id="480" idx="1"/>
            </p:cNvCxnSpPr>
            <p:nvPr/>
          </p:nvCxnSpPr>
          <p:spPr>
            <a:xfrm flipV="1">
              <a:off x="8815479" y="4738526"/>
              <a:ext cx="422967" cy="22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直接箭头连接符 580">
              <a:extLst>
                <a:ext uri="{FF2B5EF4-FFF2-40B4-BE49-F238E27FC236}">
                  <a16:creationId xmlns:a16="http://schemas.microsoft.com/office/drawing/2014/main" id="{3F05AD0E-609A-84ED-63CB-76EDA74428E5}"/>
                </a:ext>
              </a:extLst>
            </p:cNvPr>
            <p:cNvCxnSpPr>
              <a:cxnSpLocks/>
              <a:stCxn id="486" idx="3"/>
              <a:endCxn id="532" idx="1"/>
            </p:cNvCxnSpPr>
            <p:nvPr/>
          </p:nvCxnSpPr>
          <p:spPr>
            <a:xfrm flipV="1">
              <a:off x="9757408" y="4755330"/>
              <a:ext cx="1554425" cy="647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直接箭头连接符 583">
              <a:extLst>
                <a:ext uri="{FF2B5EF4-FFF2-40B4-BE49-F238E27FC236}">
                  <a16:creationId xmlns:a16="http://schemas.microsoft.com/office/drawing/2014/main" id="{6791FF29-B1E9-A2EF-2EBA-41409EE69531}"/>
                </a:ext>
              </a:extLst>
            </p:cNvPr>
            <p:cNvCxnSpPr>
              <a:cxnSpLocks/>
              <a:stCxn id="483" idx="3"/>
              <a:endCxn id="492" idx="1"/>
            </p:cNvCxnSpPr>
            <p:nvPr/>
          </p:nvCxnSpPr>
          <p:spPr>
            <a:xfrm flipV="1">
              <a:off x="9757408" y="4157101"/>
              <a:ext cx="499808" cy="2008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直接箭头连接符 586">
              <a:extLst>
                <a:ext uri="{FF2B5EF4-FFF2-40B4-BE49-F238E27FC236}">
                  <a16:creationId xmlns:a16="http://schemas.microsoft.com/office/drawing/2014/main" id="{6F1DBF4E-626F-F274-DA26-C38011A8BE20}"/>
                </a:ext>
              </a:extLst>
            </p:cNvPr>
            <p:cNvCxnSpPr>
              <a:cxnSpLocks/>
              <a:stCxn id="489" idx="3"/>
              <a:endCxn id="516" idx="1"/>
            </p:cNvCxnSpPr>
            <p:nvPr/>
          </p:nvCxnSpPr>
          <p:spPr>
            <a:xfrm>
              <a:off x="9757408" y="5327849"/>
              <a:ext cx="499808" cy="600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0" name="直接箭头连接符 589">
              <a:extLst>
                <a:ext uri="{FF2B5EF4-FFF2-40B4-BE49-F238E27FC236}">
                  <a16:creationId xmlns:a16="http://schemas.microsoft.com/office/drawing/2014/main" id="{12D52429-AA99-1DEE-BB40-A854FD9ED649}"/>
                </a:ext>
              </a:extLst>
            </p:cNvPr>
            <p:cNvCxnSpPr>
              <a:cxnSpLocks/>
              <a:stCxn id="498" idx="3"/>
              <a:endCxn id="529" idx="1"/>
            </p:cNvCxnSpPr>
            <p:nvPr/>
          </p:nvCxnSpPr>
          <p:spPr>
            <a:xfrm>
              <a:off x="10812023" y="4167237"/>
              <a:ext cx="499810" cy="34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直接箭头连接符 592">
              <a:extLst>
                <a:ext uri="{FF2B5EF4-FFF2-40B4-BE49-F238E27FC236}">
                  <a16:creationId xmlns:a16="http://schemas.microsoft.com/office/drawing/2014/main" id="{B464B391-8120-BD70-1481-8C0C664D8A7B}"/>
                </a:ext>
              </a:extLst>
            </p:cNvPr>
            <p:cNvCxnSpPr>
              <a:cxnSpLocks/>
              <a:stCxn id="459" idx="3"/>
              <a:endCxn id="444" idx="1"/>
            </p:cNvCxnSpPr>
            <p:nvPr/>
          </p:nvCxnSpPr>
          <p:spPr>
            <a:xfrm flipV="1">
              <a:off x="6423161" y="4729235"/>
              <a:ext cx="348085" cy="15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1" name="文本框 600">
              <a:extLst>
                <a:ext uri="{FF2B5EF4-FFF2-40B4-BE49-F238E27FC236}">
                  <a16:creationId xmlns:a16="http://schemas.microsoft.com/office/drawing/2014/main" id="{01F1B820-86C3-4790-F422-B0ED2FB10FC2}"/>
                </a:ext>
              </a:extLst>
            </p:cNvPr>
            <p:cNvSpPr txBox="1"/>
            <p:nvPr/>
          </p:nvSpPr>
          <p:spPr>
            <a:xfrm>
              <a:off x="1827387" y="4375687"/>
              <a:ext cx="95084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/>
                <a:t>测量参数</a:t>
              </a:r>
            </a:p>
          </p:txBody>
        </p:sp>
        <p:sp>
          <p:nvSpPr>
            <p:cNvPr id="603" name="文本框 602">
              <a:extLst>
                <a:ext uri="{FF2B5EF4-FFF2-40B4-BE49-F238E27FC236}">
                  <a16:creationId xmlns:a16="http://schemas.microsoft.com/office/drawing/2014/main" id="{52208110-D1A0-5F36-23F0-1EE43A80F17F}"/>
                </a:ext>
              </a:extLst>
            </p:cNvPr>
            <p:cNvSpPr txBox="1"/>
            <p:nvPr/>
          </p:nvSpPr>
          <p:spPr>
            <a:xfrm>
              <a:off x="7290208" y="4943015"/>
              <a:ext cx="95084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/>
                <a:t>无线通道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471418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组合 42">
            <a:extLst>
              <a:ext uri="{FF2B5EF4-FFF2-40B4-BE49-F238E27FC236}">
                <a16:creationId xmlns:a16="http://schemas.microsoft.com/office/drawing/2014/main" id="{A20CD50F-7CDF-68EF-2A93-E876746ECE1B}"/>
              </a:ext>
            </a:extLst>
          </p:cNvPr>
          <p:cNvGrpSpPr/>
          <p:nvPr/>
        </p:nvGrpSpPr>
        <p:grpSpPr>
          <a:xfrm>
            <a:off x="1909321" y="659720"/>
            <a:ext cx="6405514" cy="2753153"/>
            <a:chOff x="1909321" y="659720"/>
            <a:chExt cx="6405514" cy="2753153"/>
          </a:xfrm>
        </p:grpSpPr>
        <p:cxnSp>
          <p:nvCxnSpPr>
            <p:cNvPr id="21" name="直接箭头连接符 15">
              <a:extLst>
                <a:ext uri="{FF2B5EF4-FFF2-40B4-BE49-F238E27FC236}">
                  <a16:creationId xmlns:a16="http://schemas.microsoft.com/office/drawing/2014/main" id="{9C0C587F-2585-44BB-B243-F733CAB5B09C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3280921" y="2110583"/>
              <a:ext cx="114535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91D54157-23FE-73A0-1E48-97C5E0EEE617}"/>
                </a:ext>
              </a:extLst>
            </p:cNvPr>
            <p:cNvSpPr/>
            <p:nvPr/>
          </p:nvSpPr>
          <p:spPr>
            <a:xfrm>
              <a:off x="4426278" y="1828643"/>
              <a:ext cx="1371600" cy="56388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监督学习</a:t>
              </a:r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51F5C28A-8F66-9672-1660-1EC567FBC9E4}"/>
                </a:ext>
              </a:extLst>
            </p:cNvPr>
            <p:cNvSpPr/>
            <p:nvPr/>
          </p:nvSpPr>
          <p:spPr>
            <a:xfrm>
              <a:off x="2140097" y="1573917"/>
              <a:ext cx="1371600" cy="563880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1E80CE58-B636-67A3-9302-1AEF1BDEB5D0}"/>
                </a:ext>
              </a:extLst>
            </p:cNvPr>
            <p:cNvSpPr/>
            <p:nvPr/>
          </p:nvSpPr>
          <p:spPr>
            <a:xfrm>
              <a:off x="2024709" y="1701280"/>
              <a:ext cx="1371600" cy="56388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59150484-492E-EB41-E4BA-8B2F0A4E1352}"/>
                </a:ext>
              </a:extLst>
            </p:cNvPr>
            <p:cNvSpPr/>
            <p:nvPr/>
          </p:nvSpPr>
          <p:spPr>
            <a:xfrm>
              <a:off x="6943235" y="1573917"/>
              <a:ext cx="1371600" cy="563880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1EE36742-BB5A-7863-4CFB-522A50B75D7E}"/>
                </a:ext>
              </a:extLst>
            </p:cNvPr>
            <p:cNvSpPr/>
            <p:nvPr/>
          </p:nvSpPr>
          <p:spPr>
            <a:xfrm>
              <a:off x="6827847" y="1701280"/>
              <a:ext cx="1371600" cy="56388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418109A1-90C3-A7AF-C300-6C9EDE33F755}"/>
                </a:ext>
              </a:extLst>
            </p:cNvPr>
            <p:cNvSpPr/>
            <p:nvPr/>
          </p:nvSpPr>
          <p:spPr>
            <a:xfrm>
              <a:off x="6712459" y="1828643"/>
              <a:ext cx="1371600" cy="56388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训练标签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993E80DB-A9B9-2480-6F8A-E3CDE4127669}"/>
                </a:ext>
              </a:extLst>
            </p:cNvPr>
            <p:cNvSpPr/>
            <p:nvPr/>
          </p:nvSpPr>
          <p:spPr>
            <a:xfrm>
              <a:off x="2024709" y="2848993"/>
              <a:ext cx="1371600" cy="56388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输入</a:t>
              </a: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4C816AA2-8A6E-7D62-DCC8-4FB087E83F7A}"/>
                </a:ext>
              </a:extLst>
            </p:cNvPr>
            <p:cNvSpPr/>
            <p:nvPr/>
          </p:nvSpPr>
          <p:spPr>
            <a:xfrm>
              <a:off x="4426278" y="2848993"/>
              <a:ext cx="1371600" cy="56388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模型</a:t>
              </a: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452171FE-1AAC-53CE-B219-CA390AA918E2}"/>
                </a:ext>
              </a:extLst>
            </p:cNvPr>
            <p:cNvSpPr/>
            <p:nvPr/>
          </p:nvSpPr>
          <p:spPr>
            <a:xfrm>
              <a:off x="6712459" y="2848993"/>
              <a:ext cx="1371600" cy="56388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输出</a:t>
              </a: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4F42CCC7-1612-90C9-6E40-FC58F8664FDD}"/>
                </a:ext>
              </a:extLst>
            </p:cNvPr>
            <p:cNvSpPr/>
            <p:nvPr/>
          </p:nvSpPr>
          <p:spPr>
            <a:xfrm>
              <a:off x="4426278" y="659720"/>
              <a:ext cx="1371600" cy="563880"/>
            </a:xfrm>
            <a:prstGeom prst="roundRect">
              <a:avLst/>
            </a:prstGeom>
            <a:solidFill>
              <a:srgbClr val="B4DCE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环境</a:t>
              </a:r>
            </a:p>
          </p:txBody>
        </p: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3C94816D-B7A8-AB26-0E84-3D798DFF6E87}"/>
                </a:ext>
              </a:extLst>
            </p:cNvPr>
            <p:cNvCxnSpPr>
              <a:stCxn id="14" idx="1"/>
              <a:endCxn id="4" idx="0"/>
            </p:cNvCxnSpPr>
            <p:nvPr/>
          </p:nvCxnSpPr>
          <p:spPr>
            <a:xfrm rot="10800000" flipV="1">
              <a:off x="2825898" y="941659"/>
              <a:ext cx="1600381" cy="63225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箭头连接符 15">
              <a:extLst>
                <a:ext uri="{FF2B5EF4-FFF2-40B4-BE49-F238E27FC236}">
                  <a16:creationId xmlns:a16="http://schemas.microsoft.com/office/drawing/2014/main" id="{750E0BCC-76E4-4555-3C38-5604A849BA6D}"/>
                </a:ext>
              </a:extLst>
            </p:cNvPr>
            <p:cNvCxnSpPr/>
            <p:nvPr/>
          </p:nvCxnSpPr>
          <p:spPr>
            <a:xfrm rot="10800000" flipV="1">
              <a:off x="2825897" y="941659"/>
              <a:ext cx="1600381" cy="63225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箭头连接符 15">
              <a:extLst>
                <a:ext uri="{FF2B5EF4-FFF2-40B4-BE49-F238E27FC236}">
                  <a16:creationId xmlns:a16="http://schemas.microsoft.com/office/drawing/2014/main" id="{A083573E-6F7D-C11A-EA05-EC4B06C18DCA}"/>
                </a:ext>
              </a:extLst>
            </p:cNvPr>
            <p:cNvCxnSpPr>
              <a:cxnSpLocks/>
              <a:stCxn id="14" idx="3"/>
              <a:endCxn id="8" idx="0"/>
            </p:cNvCxnSpPr>
            <p:nvPr/>
          </p:nvCxnSpPr>
          <p:spPr>
            <a:xfrm>
              <a:off x="5797878" y="941660"/>
              <a:ext cx="1831157" cy="63225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箭头连接符 15">
              <a:extLst>
                <a:ext uri="{FF2B5EF4-FFF2-40B4-BE49-F238E27FC236}">
                  <a16:creationId xmlns:a16="http://schemas.microsoft.com/office/drawing/2014/main" id="{8A564758-D5E9-70C2-A185-65E77011D151}"/>
                </a:ext>
              </a:extLst>
            </p:cNvPr>
            <p:cNvCxnSpPr>
              <a:cxnSpLocks/>
              <a:stCxn id="10" idx="1"/>
              <a:endCxn id="7" idx="3"/>
            </p:cNvCxnSpPr>
            <p:nvPr/>
          </p:nvCxnSpPr>
          <p:spPr>
            <a:xfrm flipH="1">
              <a:off x="5797878" y="2110583"/>
              <a:ext cx="91458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75651079-332F-AE79-C563-4AAB48C2E0DD}"/>
                </a:ext>
              </a:extLst>
            </p:cNvPr>
            <p:cNvSpPr/>
            <p:nvPr/>
          </p:nvSpPr>
          <p:spPr>
            <a:xfrm>
              <a:off x="1909321" y="1828643"/>
              <a:ext cx="1371600" cy="56388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训练输入</a:t>
              </a:r>
            </a:p>
          </p:txBody>
        </p:sp>
        <p:cxnSp>
          <p:nvCxnSpPr>
            <p:cNvPr id="33" name="直接箭头连接符 15">
              <a:extLst>
                <a:ext uri="{FF2B5EF4-FFF2-40B4-BE49-F238E27FC236}">
                  <a16:creationId xmlns:a16="http://schemas.microsoft.com/office/drawing/2014/main" id="{82002872-3729-58FD-DC8E-5144EB828038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396309" y="3130933"/>
              <a:ext cx="102996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箭头连接符 15">
              <a:extLst>
                <a:ext uri="{FF2B5EF4-FFF2-40B4-BE49-F238E27FC236}">
                  <a16:creationId xmlns:a16="http://schemas.microsoft.com/office/drawing/2014/main" id="{399B7564-6C68-754E-144D-61A141A708DA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>
              <a:off x="5797878" y="3130933"/>
              <a:ext cx="91458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直接箭头连接符 15">
              <a:extLst>
                <a:ext uri="{FF2B5EF4-FFF2-40B4-BE49-F238E27FC236}">
                  <a16:creationId xmlns:a16="http://schemas.microsoft.com/office/drawing/2014/main" id="{589B2D19-9F06-EC76-37F4-4DFC39E9226D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>
              <a:off x="5112078" y="2392523"/>
              <a:ext cx="0" cy="456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58092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EE780-D5D8-D830-FA4C-8D503B042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70893D9B-1792-D955-5D35-6939ABF6A5EF}"/>
              </a:ext>
            </a:extLst>
          </p:cNvPr>
          <p:cNvGrpSpPr/>
          <p:nvPr/>
        </p:nvGrpSpPr>
        <p:grpSpPr>
          <a:xfrm>
            <a:off x="2140097" y="659720"/>
            <a:ext cx="6060019" cy="2471213"/>
            <a:chOff x="2140097" y="659720"/>
            <a:chExt cx="6060019" cy="2471213"/>
          </a:xfrm>
        </p:grpSpPr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146C13D8-0F6C-F0EC-41E0-18965237D60F}"/>
                </a:ext>
              </a:extLst>
            </p:cNvPr>
            <p:cNvSpPr/>
            <p:nvPr/>
          </p:nvSpPr>
          <p:spPr>
            <a:xfrm>
              <a:off x="4426278" y="2567053"/>
              <a:ext cx="1371600" cy="563880"/>
            </a:xfrm>
            <a:prstGeom prst="roundRect">
              <a:avLst/>
            </a:prstGeom>
            <a:solidFill>
              <a:srgbClr val="9EDCF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观测</a:t>
              </a: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BAFE64F5-B550-9F3D-C86B-9213FC101E25}"/>
                </a:ext>
              </a:extLst>
            </p:cNvPr>
            <p:cNvSpPr/>
            <p:nvPr/>
          </p:nvSpPr>
          <p:spPr>
            <a:xfrm>
              <a:off x="4426278" y="659720"/>
              <a:ext cx="1371600" cy="563880"/>
            </a:xfrm>
            <a:prstGeom prst="roundRect">
              <a:avLst/>
            </a:prstGeom>
            <a:solidFill>
              <a:srgbClr val="9EDCF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动作</a:t>
              </a:r>
            </a:p>
          </p:txBody>
        </p: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ED0E1534-B82E-72E7-01A5-FD01F42BF7A8}"/>
                </a:ext>
              </a:extLst>
            </p:cNvPr>
            <p:cNvCxnSpPr>
              <a:cxnSpLocks/>
              <a:stCxn id="3" idx="0"/>
              <a:endCxn id="14" idx="1"/>
            </p:cNvCxnSpPr>
            <p:nvPr/>
          </p:nvCxnSpPr>
          <p:spPr>
            <a:xfrm rot="5400000" flipH="1" flipV="1">
              <a:off x="3273130" y="494427"/>
              <a:ext cx="705914" cy="1600381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箭头连接符 15">
              <a:extLst>
                <a:ext uri="{FF2B5EF4-FFF2-40B4-BE49-F238E27FC236}">
                  <a16:creationId xmlns:a16="http://schemas.microsoft.com/office/drawing/2014/main" id="{9B2AB386-4206-1642-B3EC-92A321573BE0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5797878" y="941660"/>
              <a:ext cx="1831157" cy="63225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箭头连接符 15">
              <a:extLst>
                <a:ext uri="{FF2B5EF4-FFF2-40B4-BE49-F238E27FC236}">
                  <a16:creationId xmlns:a16="http://schemas.microsoft.com/office/drawing/2014/main" id="{6C69F929-3ED9-C5C7-279B-59C76E41B92C}"/>
                </a:ext>
              </a:extLst>
            </p:cNvPr>
            <p:cNvCxnSpPr>
              <a:cxnSpLocks/>
              <a:stCxn id="12" idx="1"/>
              <a:endCxn id="3" idx="2"/>
            </p:cNvCxnSpPr>
            <p:nvPr/>
          </p:nvCxnSpPr>
          <p:spPr>
            <a:xfrm rot="10800000">
              <a:off x="2825898" y="2211455"/>
              <a:ext cx="1600381" cy="637539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箭头连接符 15">
              <a:extLst>
                <a:ext uri="{FF2B5EF4-FFF2-40B4-BE49-F238E27FC236}">
                  <a16:creationId xmlns:a16="http://schemas.microsoft.com/office/drawing/2014/main" id="{4073A94C-B045-A23E-A275-1FC57084C443}"/>
                </a:ext>
              </a:extLst>
            </p:cNvPr>
            <p:cNvCxnSpPr>
              <a:cxnSpLocks/>
              <a:stCxn id="22" idx="2"/>
              <a:endCxn id="12" idx="3"/>
            </p:cNvCxnSpPr>
            <p:nvPr/>
          </p:nvCxnSpPr>
          <p:spPr>
            <a:xfrm rot="5400000">
              <a:off x="6337328" y="1672004"/>
              <a:ext cx="637539" cy="171643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直接箭头连接符 15">
              <a:extLst>
                <a:ext uri="{FF2B5EF4-FFF2-40B4-BE49-F238E27FC236}">
                  <a16:creationId xmlns:a16="http://schemas.microsoft.com/office/drawing/2014/main" id="{7940ED0C-0727-397E-2579-C62BE0012C84}"/>
                </a:ext>
              </a:extLst>
            </p:cNvPr>
            <p:cNvCxnSpPr>
              <a:cxnSpLocks/>
              <a:stCxn id="14" idx="2"/>
              <a:endCxn id="20" idx="0"/>
            </p:cNvCxnSpPr>
            <p:nvPr/>
          </p:nvCxnSpPr>
          <p:spPr>
            <a:xfrm>
              <a:off x="5112078" y="1223600"/>
              <a:ext cx="0" cy="4239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95A8E073-9370-7423-D039-8E012BEC7A3A}"/>
                </a:ext>
              </a:extLst>
            </p:cNvPr>
            <p:cNvSpPr/>
            <p:nvPr/>
          </p:nvSpPr>
          <p:spPr>
            <a:xfrm>
              <a:off x="2140097" y="1647574"/>
              <a:ext cx="1371600" cy="56388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智能体</a:t>
              </a:r>
            </a:p>
          </p:txBody>
        </p:sp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ED580824-A9D8-DE90-DC30-B32478621205}"/>
                </a:ext>
              </a:extLst>
            </p:cNvPr>
            <p:cNvSpPr/>
            <p:nvPr/>
          </p:nvSpPr>
          <p:spPr>
            <a:xfrm>
              <a:off x="4426278" y="1647574"/>
              <a:ext cx="1371600" cy="563880"/>
            </a:xfrm>
            <a:prstGeom prst="roundRect">
              <a:avLst/>
            </a:prstGeom>
            <a:solidFill>
              <a:srgbClr val="03C7FD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奖励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96196EB7-98E7-1BC2-F616-4A544E7FD44B}"/>
                </a:ext>
              </a:extLst>
            </p:cNvPr>
            <p:cNvSpPr/>
            <p:nvPr/>
          </p:nvSpPr>
          <p:spPr>
            <a:xfrm>
              <a:off x="6828516" y="1647574"/>
              <a:ext cx="1371600" cy="56388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环境</a:t>
              </a:r>
            </a:p>
          </p:txBody>
        </p:sp>
        <p:cxnSp>
          <p:nvCxnSpPr>
            <p:cNvPr id="41" name="直接箭头连接符 15">
              <a:extLst>
                <a:ext uri="{FF2B5EF4-FFF2-40B4-BE49-F238E27FC236}">
                  <a16:creationId xmlns:a16="http://schemas.microsoft.com/office/drawing/2014/main" id="{826E2D50-CDCD-3864-DE6F-EB6AF8126D64}"/>
                </a:ext>
              </a:extLst>
            </p:cNvPr>
            <p:cNvCxnSpPr>
              <a:cxnSpLocks/>
              <a:stCxn id="22" idx="1"/>
              <a:endCxn id="20" idx="3"/>
            </p:cNvCxnSpPr>
            <p:nvPr/>
          </p:nvCxnSpPr>
          <p:spPr>
            <a:xfrm flipH="1">
              <a:off x="5797878" y="1929514"/>
              <a:ext cx="103063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接箭头连接符 15">
              <a:extLst>
                <a:ext uri="{FF2B5EF4-FFF2-40B4-BE49-F238E27FC236}">
                  <a16:creationId xmlns:a16="http://schemas.microsoft.com/office/drawing/2014/main" id="{06653406-F8E6-B203-1F78-624D09114D08}"/>
                </a:ext>
              </a:extLst>
            </p:cNvPr>
            <p:cNvCxnSpPr>
              <a:cxnSpLocks/>
              <a:stCxn id="20" idx="1"/>
              <a:endCxn id="3" idx="3"/>
            </p:cNvCxnSpPr>
            <p:nvPr/>
          </p:nvCxnSpPr>
          <p:spPr>
            <a:xfrm flipH="1">
              <a:off x="3511697" y="1929514"/>
              <a:ext cx="91458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028755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C8428DCA-91A9-D187-A33A-46A3805362DB}"/>
              </a:ext>
            </a:extLst>
          </p:cNvPr>
          <p:cNvSpPr/>
          <p:nvPr/>
        </p:nvSpPr>
        <p:spPr>
          <a:xfrm>
            <a:off x="0" y="0"/>
            <a:ext cx="6096000" cy="3429000"/>
          </a:xfrm>
          <a:prstGeom prst="rect">
            <a:avLst/>
          </a:prstGeom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E5C028-4AED-B924-1BCC-B700E08DE299}"/>
              </a:ext>
            </a:extLst>
          </p:cNvPr>
          <p:cNvSpPr/>
          <p:nvPr/>
        </p:nvSpPr>
        <p:spPr>
          <a:xfrm>
            <a:off x="0" y="3429000"/>
            <a:ext cx="6096000" cy="3429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39380E-5B40-E515-5CFA-E97EDB33DC74}"/>
              </a:ext>
            </a:extLst>
          </p:cNvPr>
          <p:cNvSpPr/>
          <p:nvPr/>
        </p:nvSpPr>
        <p:spPr>
          <a:xfrm>
            <a:off x="6096000" y="0"/>
            <a:ext cx="6096000" cy="342900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536F8BB-58F3-2BD1-A871-6098DC655A42}"/>
              </a:ext>
            </a:extLst>
          </p:cNvPr>
          <p:cNvSpPr/>
          <p:nvPr/>
        </p:nvSpPr>
        <p:spPr>
          <a:xfrm>
            <a:off x="6096000" y="3429000"/>
            <a:ext cx="6096000" cy="3429000"/>
          </a:xfrm>
          <a:prstGeom prst="rect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A071D19-43DF-528B-CD86-C5CDCC30DA90}"/>
              </a:ext>
            </a:extLst>
          </p:cNvPr>
          <p:cNvSpPr/>
          <p:nvPr/>
        </p:nvSpPr>
        <p:spPr>
          <a:xfrm>
            <a:off x="4717312" y="2060423"/>
            <a:ext cx="2757376" cy="273715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2CDCC3D3-0823-2913-2241-B347F4A8D350}"/>
              </a:ext>
            </a:extLst>
          </p:cNvPr>
          <p:cNvSpPr/>
          <p:nvPr/>
        </p:nvSpPr>
        <p:spPr>
          <a:xfrm>
            <a:off x="4344365" y="1759352"/>
            <a:ext cx="3503270" cy="3339296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98162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79173E9-04D5-0864-02BD-EBEB0A5A5988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9492711-4D63-CA2C-7FB1-7EC3943A9A21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 useBgFill="1">
        <p:nvSpPr>
          <p:cNvPr id="6" name="六边形 5">
            <a:extLst>
              <a:ext uri="{FF2B5EF4-FFF2-40B4-BE49-F238E27FC236}">
                <a16:creationId xmlns:a16="http://schemas.microsoft.com/office/drawing/2014/main" id="{E16A2001-8A36-6709-3FD4-620FFBD7FE77}"/>
              </a:ext>
            </a:extLst>
          </p:cNvPr>
          <p:cNvSpPr/>
          <p:nvPr/>
        </p:nvSpPr>
        <p:spPr>
          <a:xfrm>
            <a:off x="4041431" y="2011700"/>
            <a:ext cx="3632887" cy="3131799"/>
          </a:xfrm>
          <a:prstGeom prst="hexagon">
            <a:avLst/>
          </a:prstGeom>
          <a:ln w="381000" cap="flat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六边形 6">
            <a:extLst>
              <a:ext uri="{FF2B5EF4-FFF2-40B4-BE49-F238E27FC236}">
                <a16:creationId xmlns:a16="http://schemas.microsoft.com/office/drawing/2014/main" id="{69A5D692-296D-31E3-FB98-8D72EA650799}"/>
              </a:ext>
            </a:extLst>
          </p:cNvPr>
          <p:cNvSpPr/>
          <p:nvPr/>
        </p:nvSpPr>
        <p:spPr>
          <a:xfrm>
            <a:off x="4143632" y="1863100"/>
            <a:ext cx="3632887" cy="3131799"/>
          </a:xfrm>
          <a:prstGeom prst="hexagon">
            <a:avLst/>
          </a:prstGeom>
          <a:noFill/>
          <a:ln w="381000" cap="flat">
            <a:solidFill>
              <a:srgbClr val="C5E0B4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23956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流程图: 磁盘 6">
            <a:extLst>
              <a:ext uri="{FF2B5EF4-FFF2-40B4-BE49-F238E27FC236}">
                <a16:creationId xmlns:a16="http://schemas.microsoft.com/office/drawing/2014/main" id="{CAB4F7E5-492C-649D-A7E4-65CE2408195E}"/>
              </a:ext>
            </a:extLst>
          </p:cNvPr>
          <p:cNvSpPr/>
          <p:nvPr/>
        </p:nvSpPr>
        <p:spPr>
          <a:xfrm>
            <a:off x="371719" y="2453608"/>
            <a:ext cx="1371600" cy="612648"/>
          </a:xfrm>
          <a:prstGeom prst="flowChartMagneticDisk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预处理体系</a:t>
            </a: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6CE66D1C-2786-E6A5-99A5-7A14FB903A0B}"/>
              </a:ext>
            </a:extLst>
          </p:cNvPr>
          <p:cNvCxnSpPr>
            <a:cxnSpLocks/>
            <a:stCxn id="7" idx="4"/>
            <a:endCxn id="40" idx="2"/>
          </p:cNvCxnSpPr>
          <p:nvPr/>
        </p:nvCxnSpPr>
        <p:spPr>
          <a:xfrm flipV="1">
            <a:off x="1743319" y="1234216"/>
            <a:ext cx="491489" cy="15257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9AF0A841-3CA6-90FA-6351-508568DBE476}"/>
              </a:ext>
            </a:extLst>
          </p:cNvPr>
          <p:cNvCxnSpPr>
            <a:cxnSpLocks/>
            <a:stCxn id="7" idx="4"/>
            <a:endCxn id="42" idx="2"/>
          </p:cNvCxnSpPr>
          <p:nvPr/>
        </p:nvCxnSpPr>
        <p:spPr>
          <a:xfrm flipV="1">
            <a:off x="1743319" y="2211291"/>
            <a:ext cx="491489" cy="548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548F8D9-0AB2-898A-961A-E7E6556FEE5C}"/>
              </a:ext>
            </a:extLst>
          </p:cNvPr>
          <p:cNvCxnSpPr>
            <a:cxnSpLocks/>
            <a:stCxn id="7" idx="4"/>
            <a:endCxn id="45" idx="2"/>
          </p:cNvCxnSpPr>
          <p:nvPr/>
        </p:nvCxnSpPr>
        <p:spPr>
          <a:xfrm>
            <a:off x="1743319" y="2759932"/>
            <a:ext cx="491489" cy="4947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00C82ABA-BD00-3365-04BF-287A7CF3748C}"/>
              </a:ext>
            </a:extLst>
          </p:cNvPr>
          <p:cNvCxnSpPr>
            <a:cxnSpLocks/>
            <a:stCxn id="7" idx="4"/>
            <a:endCxn id="47" idx="2"/>
          </p:cNvCxnSpPr>
          <p:nvPr/>
        </p:nvCxnSpPr>
        <p:spPr>
          <a:xfrm>
            <a:off x="1743319" y="2759932"/>
            <a:ext cx="491489" cy="14066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箭头: 上 35">
            <a:extLst>
              <a:ext uri="{FF2B5EF4-FFF2-40B4-BE49-F238E27FC236}">
                <a16:creationId xmlns:a16="http://schemas.microsoft.com/office/drawing/2014/main" id="{FDF65A83-40D6-ACF5-8E0D-E66BB566202C}"/>
              </a:ext>
            </a:extLst>
          </p:cNvPr>
          <p:cNvSpPr/>
          <p:nvPr/>
        </p:nvSpPr>
        <p:spPr>
          <a:xfrm rot="5400000">
            <a:off x="3698800" y="830355"/>
            <a:ext cx="226691" cy="807720"/>
          </a:xfrm>
          <a:prstGeom prst="up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7" name="箭头: 上 36">
            <a:extLst>
              <a:ext uri="{FF2B5EF4-FFF2-40B4-BE49-F238E27FC236}">
                <a16:creationId xmlns:a16="http://schemas.microsoft.com/office/drawing/2014/main" id="{FF37302B-BED1-BC3B-232E-94F8725784D4}"/>
              </a:ext>
            </a:extLst>
          </p:cNvPr>
          <p:cNvSpPr/>
          <p:nvPr/>
        </p:nvSpPr>
        <p:spPr>
          <a:xfrm rot="5400000">
            <a:off x="3714042" y="3762730"/>
            <a:ext cx="226691" cy="807720"/>
          </a:xfrm>
          <a:prstGeom prst="up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8" name="箭头: 上 37">
            <a:extLst>
              <a:ext uri="{FF2B5EF4-FFF2-40B4-BE49-F238E27FC236}">
                <a16:creationId xmlns:a16="http://schemas.microsoft.com/office/drawing/2014/main" id="{E3DDAEA5-2439-93ED-CFE7-9D5D3446BCFE}"/>
              </a:ext>
            </a:extLst>
          </p:cNvPr>
          <p:cNvSpPr/>
          <p:nvPr/>
        </p:nvSpPr>
        <p:spPr>
          <a:xfrm rot="5400000">
            <a:off x="3714042" y="2850806"/>
            <a:ext cx="226691" cy="807720"/>
          </a:xfrm>
          <a:prstGeom prst="up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9" name="箭头: 上 38">
            <a:extLst>
              <a:ext uri="{FF2B5EF4-FFF2-40B4-BE49-F238E27FC236}">
                <a16:creationId xmlns:a16="http://schemas.microsoft.com/office/drawing/2014/main" id="{47F06F75-CE73-E992-347F-4D3070ED6785}"/>
              </a:ext>
            </a:extLst>
          </p:cNvPr>
          <p:cNvSpPr/>
          <p:nvPr/>
        </p:nvSpPr>
        <p:spPr>
          <a:xfrm rot="5400000">
            <a:off x="3714042" y="1801913"/>
            <a:ext cx="226691" cy="807720"/>
          </a:xfrm>
          <a:prstGeom prst="up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0" name="矩形: 对角圆角 39">
            <a:extLst>
              <a:ext uri="{FF2B5EF4-FFF2-40B4-BE49-F238E27FC236}">
                <a16:creationId xmlns:a16="http://schemas.microsoft.com/office/drawing/2014/main" id="{1A93D604-0D11-5D85-6AA2-42A6AA0FFA98}"/>
              </a:ext>
            </a:extLst>
          </p:cNvPr>
          <p:cNvSpPr/>
          <p:nvPr/>
        </p:nvSpPr>
        <p:spPr>
          <a:xfrm>
            <a:off x="2234808" y="849025"/>
            <a:ext cx="1188719" cy="770381"/>
          </a:xfrm>
          <a:prstGeom prst="round2Diag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数据清洗与协同</a:t>
            </a:r>
          </a:p>
        </p:txBody>
      </p:sp>
      <p:sp>
        <p:nvSpPr>
          <p:cNvPr id="42" name="矩形: 对角圆角 41">
            <a:extLst>
              <a:ext uri="{FF2B5EF4-FFF2-40B4-BE49-F238E27FC236}">
                <a16:creationId xmlns:a16="http://schemas.microsoft.com/office/drawing/2014/main" id="{72630870-B87E-0846-1A38-2BF7429DD9D4}"/>
              </a:ext>
            </a:extLst>
          </p:cNvPr>
          <p:cNvSpPr/>
          <p:nvPr/>
        </p:nvSpPr>
        <p:spPr>
          <a:xfrm>
            <a:off x="2234808" y="1826100"/>
            <a:ext cx="1188719" cy="770381"/>
          </a:xfrm>
          <a:prstGeom prst="round2Diag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去噪声</a:t>
            </a:r>
          </a:p>
        </p:txBody>
      </p:sp>
      <p:sp>
        <p:nvSpPr>
          <p:cNvPr id="45" name="矩形: 对角圆角 44">
            <a:extLst>
              <a:ext uri="{FF2B5EF4-FFF2-40B4-BE49-F238E27FC236}">
                <a16:creationId xmlns:a16="http://schemas.microsoft.com/office/drawing/2014/main" id="{71763848-A11C-287B-4578-77C03F7ABC95}"/>
              </a:ext>
            </a:extLst>
          </p:cNvPr>
          <p:cNvSpPr/>
          <p:nvPr/>
        </p:nvSpPr>
        <p:spPr>
          <a:xfrm>
            <a:off x="2234808" y="2869476"/>
            <a:ext cx="1188719" cy="770381"/>
          </a:xfrm>
          <a:prstGeom prst="round2Diag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数据降维</a:t>
            </a:r>
          </a:p>
        </p:txBody>
      </p:sp>
      <p:sp>
        <p:nvSpPr>
          <p:cNvPr id="47" name="矩形: 对角圆角 46">
            <a:extLst>
              <a:ext uri="{FF2B5EF4-FFF2-40B4-BE49-F238E27FC236}">
                <a16:creationId xmlns:a16="http://schemas.microsoft.com/office/drawing/2014/main" id="{038AA7D0-3B8B-4621-A096-A7D72D588938}"/>
              </a:ext>
            </a:extLst>
          </p:cNvPr>
          <p:cNvSpPr/>
          <p:nvPr/>
        </p:nvSpPr>
        <p:spPr>
          <a:xfrm>
            <a:off x="2234808" y="3781400"/>
            <a:ext cx="1188719" cy="770381"/>
          </a:xfrm>
          <a:prstGeom prst="round2Diag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数据增强</a:t>
            </a: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74F1D565-DA02-3550-719B-3ABB5FD7F4C4}"/>
              </a:ext>
            </a:extLst>
          </p:cNvPr>
          <p:cNvSpPr/>
          <p:nvPr/>
        </p:nvSpPr>
        <p:spPr>
          <a:xfrm>
            <a:off x="4216006" y="901036"/>
            <a:ext cx="2781300" cy="6126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提高数据质量和协同性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92D032A-FD3E-F428-358A-562616AD4752}"/>
              </a:ext>
            </a:extLst>
          </p:cNvPr>
          <p:cNvSpPr/>
          <p:nvPr/>
        </p:nvSpPr>
        <p:spPr>
          <a:xfrm>
            <a:off x="4231248" y="1879732"/>
            <a:ext cx="2781300" cy="6126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减少复杂工况下的干扰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2659D7E-A4FA-2CE8-894D-4DAD95B0B4C1}"/>
              </a:ext>
            </a:extLst>
          </p:cNvPr>
          <p:cNvSpPr/>
          <p:nvPr/>
        </p:nvSpPr>
        <p:spPr>
          <a:xfrm>
            <a:off x="4250302" y="2928949"/>
            <a:ext cx="2781300" cy="6126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保留特征，减少冗余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FBDB6D7A-A262-8AD7-C308-01FBE7A46872}"/>
              </a:ext>
            </a:extLst>
          </p:cNvPr>
          <p:cNvSpPr/>
          <p:nvPr/>
        </p:nvSpPr>
        <p:spPr>
          <a:xfrm>
            <a:off x="4250302" y="3860266"/>
            <a:ext cx="2781300" cy="61264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扩充数据，增强泛化性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0E8DC9A9-5D4E-3660-1ACC-6DE67B045090}"/>
              </a:ext>
            </a:extLst>
          </p:cNvPr>
          <p:cNvGrpSpPr/>
          <p:nvPr/>
        </p:nvGrpSpPr>
        <p:grpSpPr>
          <a:xfrm>
            <a:off x="7996136" y="866061"/>
            <a:ext cx="1737320" cy="612648"/>
            <a:chOff x="7996136" y="866061"/>
            <a:chExt cx="1737320" cy="612648"/>
          </a:xfrm>
          <a:gradFill flip="none" rotWithShape="1">
            <a:gsLst>
              <a:gs pos="4000">
                <a:srgbClr val="7030A0"/>
              </a:gs>
              <a:gs pos="37000">
                <a:srgbClr val="D1DCF0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</p:grpSpPr>
        <p:sp>
          <p:nvSpPr>
            <p:cNvPr id="3" name="箭头: 右 2">
              <a:extLst>
                <a:ext uri="{FF2B5EF4-FFF2-40B4-BE49-F238E27FC236}">
                  <a16:creationId xmlns:a16="http://schemas.microsoft.com/office/drawing/2014/main" id="{CD8B34E6-21BC-0F41-23C8-EBD897093C41}"/>
                </a:ext>
              </a:extLst>
            </p:cNvPr>
            <p:cNvSpPr/>
            <p:nvPr/>
          </p:nvSpPr>
          <p:spPr>
            <a:xfrm>
              <a:off x="7996136" y="866061"/>
              <a:ext cx="1737320" cy="612648"/>
            </a:xfrm>
            <a:prstGeom prst="rightArrow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等腰三角形 3">
              <a:extLst>
                <a:ext uri="{FF2B5EF4-FFF2-40B4-BE49-F238E27FC236}">
                  <a16:creationId xmlns:a16="http://schemas.microsoft.com/office/drawing/2014/main" id="{E2EEFF48-B3A9-D998-F3D5-EA78CDC4A35C}"/>
                </a:ext>
              </a:extLst>
            </p:cNvPr>
            <p:cNvSpPr/>
            <p:nvPr/>
          </p:nvSpPr>
          <p:spPr>
            <a:xfrm rot="5400000">
              <a:off x="8029314" y="1006151"/>
              <a:ext cx="266112" cy="332468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zh-CN" altLang="en-US" baseline="-25000" dirty="0"/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76FB3765-6D6D-7AE0-E0E0-12DCE9605C35}"/>
              </a:ext>
            </a:extLst>
          </p:cNvPr>
          <p:cNvGrpSpPr/>
          <p:nvPr/>
        </p:nvGrpSpPr>
        <p:grpSpPr>
          <a:xfrm>
            <a:off x="10582661" y="500879"/>
            <a:ext cx="733995" cy="1741081"/>
            <a:chOff x="9094329" y="2798155"/>
            <a:chExt cx="733995" cy="1741081"/>
          </a:xfrm>
          <a:gradFill flip="none" rotWithShape="1">
            <a:gsLst>
              <a:gs pos="4000">
                <a:srgbClr val="7030A0"/>
              </a:gs>
              <a:gs pos="37000">
                <a:srgbClr val="D1DCF0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</p:grpSpPr>
        <p:sp>
          <p:nvSpPr>
            <p:cNvPr id="6" name="新月形 5">
              <a:extLst>
                <a:ext uri="{FF2B5EF4-FFF2-40B4-BE49-F238E27FC236}">
                  <a16:creationId xmlns:a16="http://schemas.microsoft.com/office/drawing/2014/main" id="{34914217-89ED-A04D-8153-E5FBA5A0FECB}"/>
                </a:ext>
              </a:extLst>
            </p:cNvPr>
            <p:cNvSpPr/>
            <p:nvPr/>
          </p:nvSpPr>
          <p:spPr>
            <a:xfrm>
              <a:off x="9094329" y="2939600"/>
              <a:ext cx="639127" cy="1599636"/>
            </a:xfrm>
            <a:prstGeom prst="moon">
              <a:avLst>
                <a:gd name="adj" fmla="val 36302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等腰三角形 7">
              <a:extLst>
                <a:ext uri="{FF2B5EF4-FFF2-40B4-BE49-F238E27FC236}">
                  <a16:creationId xmlns:a16="http://schemas.microsoft.com/office/drawing/2014/main" id="{87D22B0F-CDD0-64CF-B9BF-995253BA2098}"/>
                </a:ext>
              </a:extLst>
            </p:cNvPr>
            <p:cNvSpPr/>
            <p:nvPr/>
          </p:nvSpPr>
          <p:spPr>
            <a:xfrm rot="2742646">
              <a:off x="9364704" y="2752824"/>
              <a:ext cx="418290" cy="508951"/>
            </a:xfrm>
            <a:prstGeom prst="triangle">
              <a:avLst>
                <a:gd name="adj" fmla="val 59907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E28C4152-E024-05BF-44D6-F4AEBE445337}"/>
              </a:ext>
            </a:extLst>
          </p:cNvPr>
          <p:cNvSpPr/>
          <p:nvPr/>
        </p:nvSpPr>
        <p:spPr>
          <a:xfrm>
            <a:off x="8463486" y="2654276"/>
            <a:ext cx="1012075" cy="1524572"/>
          </a:xfrm>
          <a:custGeom>
            <a:avLst/>
            <a:gdLst>
              <a:gd name="connsiteX0" fmla="*/ 506038 w 1012075"/>
              <a:gd name="connsiteY0" fmla="*/ 0 h 1524572"/>
              <a:gd name="connsiteX1" fmla="*/ 1012075 w 1012075"/>
              <a:gd name="connsiteY1" fmla="*/ 526734 h 1524572"/>
              <a:gd name="connsiteX2" fmla="*/ 751131 w 1012075"/>
              <a:gd name="connsiteY2" fmla="*/ 526734 h 1524572"/>
              <a:gd name="connsiteX3" fmla="*/ 751582 w 1012075"/>
              <a:gd name="connsiteY3" fmla="*/ 657901 h 1524572"/>
              <a:gd name="connsiteX4" fmla="*/ 789432 w 1012075"/>
              <a:gd name="connsiteY4" fmla="*/ 1024150 h 1524572"/>
              <a:gd name="connsiteX5" fmla="*/ 921852 w 1012075"/>
              <a:gd name="connsiteY5" fmla="*/ 1501283 h 1524572"/>
              <a:gd name="connsiteX6" fmla="*/ 933434 w 1012075"/>
              <a:gd name="connsiteY6" fmla="*/ 1524572 h 1524572"/>
              <a:gd name="connsiteX7" fmla="*/ 78642 w 1012075"/>
              <a:gd name="connsiteY7" fmla="*/ 1524572 h 1524572"/>
              <a:gd name="connsiteX8" fmla="*/ 89680 w 1012075"/>
              <a:gd name="connsiteY8" fmla="*/ 1502482 h 1524572"/>
              <a:gd name="connsiteX9" fmla="*/ 222681 w 1012075"/>
              <a:gd name="connsiteY9" fmla="*/ 1025950 h 1524572"/>
              <a:gd name="connsiteX10" fmla="*/ 260978 w 1012075"/>
              <a:gd name="connsiteY10" fmla="*/ 659873 h 1524572"/>
              <a:gd name="connsiteX11" fmla="*/ 261599 w 1012075"/>
              <a:gd name="connsiteY11" fmla="*/ 526734 h 1524572"/>
              <a:gd name="connsiteX12" fmla="*/ 0 w 1012075"/>
              <a:gd name="connsiteY12" fmla="*/ 526734 h 1524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12075" h="1524572">
                <a:moveTo>
                  <a:pt x="506038" y="0"/>
                </a:moveTo>
                <a:lnTo>
                  <a:pt x="1012075" y="526734"/>
                </a:lnTo>
                <a:lnTo>
                  <a:pt x="751131" y="526734"/>
                </a:lnTo>
                <a:lnTo>
                  <a:pt x="751582" y="657901"/>
                </a:lnTo>
                <a:cubicBezTo>
                  <a:pt x="755938" y="775036"/>
                  <a:pt x="768336" y="899045"/>
                  <a:pt x="789432" y="1024150"/>
                </a:cubicBezTo>
                <a:cubicBezTo>
                  <a:pt x="821077" y="1211807"/>
                  <a:pt x="867798" y="1375276"/>
                  <a:pt x="921852" y="1501283"/>
                </a:cubicBezTo>
                <a:lnTo>
                  <a:pt x="933434" y="1524572"/>
                </a:lnTo>
                <a:lnTo>
                  <a:pt x="78642" y="1524572"/>
                </a:lnTo>
                <a:lnTo>
                  <a:pt x="89680" y="1502482"/>
                </a:lnTo>
                <a:cubicBezTo>
                  <a:pt x="143888" y="1376719"/>
                  <a:pt x="190808" y="1213464"/>
                  <a:pt x="222681" y="1025950"/>
                </a:cubicBezTo>
                <a:cubicBezTo>
                  <a:pt x="243930" y="900941"/>
                  <a:pt x="256479" y="776987"/>
                  <a:pt x="260978" y="659873"/>
                </a:cubicBezTo>
                <a:lnTo>
                  <a:pt x="261599" y="526734"/>
                </a:lnTo>
                <a:lnTo>
                  <a:pt x="0" y="526734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37000">
                <a:srgbClr val="D1DCF0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" name="箭头: 右 1">
            <a:extLst>
              <a:ext uri="{FF2B5EF4-FFF2-40B4-BE49-F238E27FC236}">
                <a16:creationId xmlns:a16="http://schemas.microsoft.com/office/drawing/2014/main" id="{50219510-1D79-770B-A77E-D831C9F31696}"/>
              </a:ext>
            </a:extLst>
          </p:cNvPr>
          <p:cNvSpPr/>
          <p:nvPr/>
        </p:nvSpPr>
        <p:spPr>
          <a:xfrm>
            <a:off x="2393004" y="5340485"/>
            <a:ext cx="535022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箭头: 左右 9">
            <a:extLst>
              <a:ext uri="{FF2B5EF4-FFF2-40B4-BE49-F238E27FC236}">
                <a16:creationId xmlns:a16="http://schemas.microsoft.com/office/drawing/2014/main" id="{D768AD24-76CC-503A-F65E-EC2619FE2193}"/>
              </a:ext>
            </a:extLst>
          </p:cNvPr>
          <p:cNvSpPr/>
          <p:nvPr/>
        </p:nvSpPr>
        <p:spPr>
          <a:xfrm>
            <a:off x="5640952" y="5272391"/>
            <a:ext cx="1713159" cy="457200"/>
          </a:xfrm>
          <a:prstGeom prst="leftRightArrow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391275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FC2F14-615E-B6F7-AF6B-DB94D9CB4609}"/>
              </a:ext>
            </a:extLst>
          </p:cNvPr>
          <p:cNvSpPr txBox="1"/>
          <p:nvPr/>
        </p:nvSpPr>
        <p:spPr>
          <a:xfrm>
            <a:off x="400050" y="300216"/>
            <a:ext cx="3362325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+mj-lt"/>
              <a:buAutoNum type="arabicPeriod"/>
            </a:pPr>
            <a:r>
              <a:rPr lang="zh-CN" altLang="en-US" sz="1000" b="1" dirty="0"/>
              <a:t>科技感配色</a:t>
            </a:r>
            <a:endParaRPr lang="zh-CN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深海蓝：</a:t>
            </a:r>
            <a:r>
              <a:rPr lang="en-US" altLang="zh-CN" sz="1000" dirty="0"/>
              <a:t>RGB(0, 90, 173)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数据红：</a:t>
            </a:r>
            <a:r>
              <a:rPr lang="en-US" altLang="zh-CN" sz="1000" dirty="0"/>
              <a:t>RGB(213, 43, 30)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石墨灰：</a:t>
            </a:r>
            <a:r>
              <a:rPr lang="en-US" altLang="zh-CN" sz="1000" dirty="0"/>
              <a:t>RGB(89, 89, 89)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理性紫：</a:t>
            </a:r>
            <a:r>
              <a:rPr lang="en-US" altLang="zh-CN" sz="1000" dirty="0"/>
              <a:t>RGB(117, 80, 123)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信号黄：</a:t>
            </a:r>
            <a:r>
              <a:rPr lang="en-US" altLang="zh-CN" sz="1000" dirty="0"/>
              <a:t>RGB(255, 195, 0)</a:t>
            </a:r>
          </a:p>
          <a:p>
            <a:pPr>
              <a:buFont typeface="+mj-lt"/>
              <a:buAutoNum type="arabicPeriod"/>
            </a:pPr>
            <a:r>
              <a:rPr lang="zh-CN" altLang="en-US" sz="1000" b="1" dirty="0"/>
              <a:t>自然主题配色</a:t>
            </a:r>
            <a:endParaRPr lang="zh-CN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森林绿：</a:t>
            </a:r>
            <a:r>
              <a:rPr lang="en-US" altLang="zh-CN" sz="1000" dirty="0"/>
              <a:t>RGB(34, 136, 85)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大地棕：</a:t>
            </a:r>
            <a:r>
              <a:rPr lang="en-US" altLang="zh-CN" sz="1000" dirty="0"/>
              <a:t>RGB(140, 109, 49)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天空蓝：</a:t>
            </a:r>
            <a:r>
              <a:rPr lang="en-US" altLang="zh-CN" sz="1000" dirty="0"/>
              <a:t>RGB(103, 172, 211)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岩石灰：</a:t>
            </a:r>
            <a:r>
              <a:rPr lang="en-US" altLang="zh-CN" sz="1000" dirty="0"/>
              <a:t>RGB(128, 128, 128)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阳光橙：</a:t>
            </a:r>
            <a:r>
              <a:rPr lang="en-US" altLang="zh-CN" sz="1000" dirty="0"/>
              <a:t>RGB(245, 131, 31)</a:t>
            </a:r>
          </a:p>
          <a:p>
            <a:pPr>
              <a:buFont typeface="+mj-lt"/>
              <a:buAutoNum type="arabicPeriod"/>
            </a:pPr>
            <a:r>
              <a:rPr lang="zh-CN" altLang="en-US" sz="1000" b="1" dirty="0"/>
              <a:t>传统学术配色</a:t>
            </a:r>
            <a:endParaRPr lang="zh-CN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牛津蓝：</a:t>
            </a:r>
            <a:r>
              <a:rPr lang="en-US" altLang="zh-CN" sz="1000" dirty="0"/>
              <a:t>RGB(0, 33, 71)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学术红：</a:t>
            </a:r>
            <a:r>
              <a:rPr lang="en-US" altLang="zh-CN" sz="1000" dirty="0"/>
              <a:t>RGB(183, 18, 52)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经典金：</a:t>
            </a:r>
            <a:r>
              <a:rPr lang="en-US" altLang="zh-CN" sz="1000" dirty="0"/>
              <a:t>RGB(179, 151, 0)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象牙白：</a:t>
            </a:r>
            <a:r>
              <a:rPr lang="en-US" altLang="zh-CN" sz="1000" dirty="0"/>
              <a:t>RGB(245, 245, 245)</a:t>
            </a:r>
          </a:p>
          <a:p>
            <a:pPr>
              <a:buFont typeface="+mj-lt"/>
              <a:buAutoNum type="arabicPeriod"/>
            </a:pPr>
            <a:r>
              <a:rPr lang="zh-CN" altLang="en-US" sz="1000" b="1" dirty="0"/>
              <a:t>柔和对比配色</a:t>
            </a:r>
            <a:endParaRPr lang="zh-CN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雾霾蓝：</a:t>
            </a:r>
            <a:r>
              <a:rPr lang="en-US" altLang="zh-CN" sz="1000" dirty="0"/>
              <a:t>RGB(147, 181, 207)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珊瑚粉：</a:t>
            </a:r>
            <a:r>
              <a:rPr lang="en-US" altLang="zh-CN" sz="1000" dirty="0"/>
              <a:t>RGB(255, 127, 127)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浅灰绿：</a:t>
            </a:r>
            <a:r>
              <a:rPr lang="en-US" altLang="zh-CN" sz="1000" dirty="0"/>
              <a:t>RGB(178, 186, 155)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香槟金：</a:t>
            </a:r>
            <a:r>
              <a:rPr lang="en-US" altLang="zh-CN" sz="1000" dirty="0"/>
              <a:t>RGB(240, 214, 177)</a:t>
            </a:r>
          </a:p>
          <a:p>
            <a:pPr>
              <a:buFont typeface="+mj-lt"/>
              <a:buAutoNum type="arabicPeriod"/>
            </a:pPr>
            <a:r>
              <a:rPr lang="zh-CN" altLang="en-US" sz="1000" b="1" dirty="0"/>
              <a:t>高对比度配色</a:t>
            </a:r>
            <a:endParaRPr lang="zh-CN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活力橙：</a:t>
            </a:r>
            <a:r>
              <a:rPr lang="en-US" altLang="zh-CN" sz="1000" dirty="0"/>
              <a:t>RGB(255, 121, 0)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电子蓝：</a:t>
            </a:r>
            <a:r>
              <a:rPr lang="en-US" altLang="zh-CN" sz="1000" dirty="0"/>
              <a:t>RGB(0, 153, 255)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警示黄：</a:t>
            </a:r>
            <a:r>
              <a:rPr lang="en-US" altLang="zh-CN" sz="1000" dirty="0"/>
              <a:t>RGB(255, 222, 0)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极简黑：</a:t>
            </a:r>
            <a:r>
              <a:rPr lang="en-US" altLang="zh-CN" sz="1000" dirty="0"/>
              <a:t>RGB(45, 45, 45)</a:t>
            </a:r>
          </a:p>
          <a:p>
            <a:pPr>
              <a:buFont typeface="+mj-lt"/>
              <a:buAutoNum type="arabicPeriod"/>
            </a:pPr>
            <a:r>
              <a:rPr lang="zh-CN" altLang="en-US" sz="1000" b="1" dirty="0"/>
              <a:t>冷色调方案</a:t>
            </a:r>
            <a:endParaRPr lang="zh-CN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冰川蓝：</a:t>
            </a:r>
            <a:r>
              <a:rPr lang="en-US" altLang="zh-CN" sz="1000" dirty="0"/>
              <a:t>RGB(82, 183, 210)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钢灰：</a:t>
            </a:r>
            <a:r>
              <a:rPr lang="en-US" altLang="zh-CN" sz="1000" dirty="0"/>
              <a:t>RGB(96, 125, 139)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深空蓝：</a:t>
            </a:r>
            <a:r>
              <a:rPr lang="en-US" altLang="zh-CN" sz="1000" dirty="0"/>
              <a:t>RGB(25, 55, 109)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薄荷绿：</a:t>
            </a:r>
            <a:r>
              <a:rPr lang="en-US" altLang="zh-CN" sz="1000" dirty="0"/>
              <a:t>RGB(104, 194, 163)</a:t>
            </a:r>
          </a:p>
          <a:p>
            <a:pPr>
              <a:buFont typeface="+mj-lt"/>
              <a:buAutoNum type="arabicPeriod"/>
            </a:pPr>
            <a:r>
              <a:rPr lang="zh-CN" altLang="en-US" sz="1000" b="1" dirty="0"/>
              <a:t>暖色调方案</a:t>
            </a:r>
            <a:endParaRPr lang="zh-CN" altLang="en-US" sz="1000" dirty="0"/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砖红：</a:t>
            </a:r>
            <a:r>
              <a:rPr lang="en-US" altLang="zh-CN" sz="1000" dirty="0"/>
              <a:t>RGB(191, 85, 50)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琥珀黄：</a:t>
            </a:r>
            <a:r>
              <a:rPr lang="en-US" altLang="zh-CN" sz="1000" dirty="0"/>
              <a:t>RGB(255, 179, 0)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咖啡棕：</a:t>
            </a:r>
            <a:r>
              <a:rPr lang="en-US" altLang="zh-CN" sz="1000" dirty="0"/>
              <a:t>RGB(112, 83, 53)</a:t>
            </a:r>
          </a:p>
          <a:p>
            <a:pPr marL="742950" lvl="1" indent="-285750">
              <a:buFont typeface="+mj-lt"/>
              <a:buAutoNum type="arabicPeriod"/>
            </a:pPr>
            <a:r>
              <a:rPr lang="zh-CN" altLang="en-US" sz="1000" dirty="0"/>
              <a:t>陶土橙：</a:t>
            </a:r>
            <a:r>
              <a:rPr lang="en-US" altLang="zh-CN" sz="1000" dirty="0"/>
              <a:t>RGB(200, 95, 66)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46A7605C-F18A-9840-2878-F66658E50544}"/>
              </a:ext>
            </a:extLst>
          </p:cNvPr>
          <p:cNvSpPr/>
          <p:nvPr/>
        </p:nvSpPr>
        <p:spPr>
          <a:xfrm>
            <a:off x="2776537" y="605076"/>
            <a:ext cx="1390650" cy="166509"/>
          </a:xfrm>
          <a:prstGeom prst="roundRect">
            <a:avLst/>
          </a:prstGeom>
          <a:solidFill>
            <a:srgbClr val="D52B1E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E626411-77A9-7977-B601-6A5964F201C4}"/>
              </a:ext>
            </a:extLst>
          </p:cNvPr>
          <p:cNvSpPr/>
          <p:nvPr/>
        </p:nvSpPr>
        <p:spPr>
          <a:xfrm>
            <a:off x="2776537" y="747891"/>
            <a:ext cx="1390650" cy="142815"/>
          </a:xfrm>
          <a:prstGeom prst="roundRect">
            <a:avLst/>
          </a:prstGeom>
          <a:solidFill>
            <a:srgbClr val="595959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40A0EE67-711A-7325-C714-9B2B3C5B436C}"/>
              </a:ext>
            </a:extLst>
          </p:cNvPr>
          <p:cNvSpPr/>
          <p:nvPr/>
        </p:nvSpPr>
        <p:spPr>
          <a:xfrm>
            <a:off x="2776537" y="871836"/>
            <a:ext cx="1390650" cy="166509"/>
          </a:xfrm>
          <a:prstGeom prst="roundRect">
            <a:avLst/>
          </a:prstGeom>
          <a:solidFill>
            <a:srgbClr val="75507B"/>
          </a:solidFill>
          <a:ln>
            <a:solidFill>
              <a:srgbClr val="75507B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EC83244-5CCD-1E18-A90C-051FC81CDB65}"/>
              </a:ext>
            </a:extLst>
          </p:cNvPr>
          <p:cNvSpPr/>
          <p:nvPr/>
        </p:nvSpPr>
        <p:spPr>
          <a:xfrm>
            <a:off x="2776537" y="1038345"/>
            <a:ext cx="1390650" cy="166509"/>
          </a:xfrm>
          <a:prstGeom prst="roundRect">
            <a:avLst/>
          </a:prstGeom>
          <a:solidFill>
            <a:srgbClr val="FFC3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BCEE2528-95B1-AE26-FC7A-7881BF5A2D4C}"/>
              </a:ext>
            </a:extLst>
          </p:cNvPr>
          <p:cNvSpPr/>
          <p:nvPr/>
        </p:nvSpPr>
        <p:spPr>
          <a:xfrm>
            <a:off x="2776537" y="1354903"/>
            <a:ext cx="1390650" cy="166509"/>
          </a:xfrm>
          <a:prstGeom prst="roundRect">
            <a:avLst/>
          </a:prstGeom>
          <a:solidFill>
            <a:srgbClr val="228855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AC01179-85E6-D5D9-3A9F-72FC3C33CB1B}"/>
              </a:ext>
            </a:extLst>
          </p:cNvPr>
          <p:cNvSpPr/>
          <p:nvPr/>
        </p:nvSpPr>
        <p:spPr>
          <a:xfrm>
            <a:off x="2776537" y="1507362"/>
            <a:ext cx="1390650" cy="166509"/>
          </a:xfrm>
          <a:prstGeom prst="roundRect">
            <a:avLst/>
          </a:prstGeom>
          <a:solidFill>
            <a:srgbClr val="8C6D3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3EECFB-B7C7-884A-77E5-8DD09F90471E}"/>
              </a:ext>
            </a:extLst>
          </p:cNvPr>
          <p:cNvSpPr/>
          <p:nvPr/>
        </p:nvSpPr>
        <p:spPr>
          <a:xfrm>
            <a:off x="2776537" y="1671461"/>
            <a:ext cx="1390650" cy="166509"/>
          </a:xfrm>
          <a:prstGeom prst="roundRect">
            <a:avLst/>
          </a:prstGeom>
          <a:solidFill>
            <a:srgbClr val="67ACD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4A51EFC-6A69-E4A6-9E84-B690D86823C8}"/>
              </a:ext>
            </a:extLst>
          </p:cNvPr>
          <p:cNvSpPr/>
          <p:nvPr/>
        </p:nvSpPr>
        <p:spPr>
          <a:xfrm>
            <a:off x="2776537" y="1823920"/>
            <a:ext cx="1390650" cy="166509"/>
          </a:xfrm>
          <a:prstGeom prst="roundRect">
            <a:avLst/>
          </a:prstGeom>
          <a:solidFill>
            <a:srgbClr val="80808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7E82DEA-1C0C-CA3B-24EC-EB2D61C72A26}"/>
              </a:ext>
            </a:extLst>
          </p:cNvPr>
          <p:cNvSpPr/>
          <p:nvPr/>
        </p:nvSpPr>
        <p:spPr>
          <a:xfrm>
            <a:off x="2776537" y="1973969"/>
            <a:ext cx="1390650" cy="166509"/>
          </a:xfrm>
          <a:prstGeom prst="roundRect">
            <a:avLst/>
          </a:prstGeom>
          <a:solidFill>
            <a:srgbClr val="F5838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7D92B85-38CE-6D84-8446-43CFB1AA73F5}"/>
              </a:ext>
            </a:extLst>
          </p:cNvPr>
          <p:cNvSpPr/>
          <p:nvPr/>
        </p:nvSpPr>
        <p:spPr>
          <a:xfrm>
            <a:off x="2776537" y="2297937"/>
            <a:ext cx="1390650" cy="166509"/>
          </a:xfrm>
          <a:prstGeom prst="roundRect">
            <a:avLst/>
          </a:prstGeom>
          <a:solidFill>
            <a:srgbClr val="002147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9329957-C77F-C6EC-E834-464D07396A73}"/>
              </a:ext>
            </a:extLst>
          </p:cNvPr>
          <p:cNvSpPr/>
          <p:nvPr/>
        </p:nvSpPr>
        <p:spPr>
          <a:xfrm>
            <a:off x="2776537" y="4197345"/>
            <a:ext cx="1390650" cy="166509"/>
          </a:xfrm>
          <a:prstGeom prst="roundRect">
            <a:avLst/>
          </a:prstGeom>
          <a:solidFill>
            <a:srgbClr val="FFDE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0B567EE-C810-BF59-5EC6-FFF842D71A4C}"/>
              </a:ext>
            </a:extLst>
          </p:cNvPr>
          <p:cNvSpPr/>
          <p:nvPr/>
        </p:nvSpPr>
        <p:spPr>
          <a:xfrm>
            <a:off x="2776537" y="4784317"/>
            <a:ext cx="1390650" cy="166509"/>
          </a:xfrm>
          <a:prstGeom prst="roundRect">
            <a:avLst/>
          </a:prstGeom>
          <a:solidFill>
            <a:srgbClr val="607D8B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03C7009-D121-8546-54E2-07F3E67744DE}"/>
              </a:ext>
            </a:extLst>
          </p:cNvPr>
          <p:cNvSpPr/>
          <p:nvPr/>
        </p:nvSpPr>
        <p:spPr>
          <a:xfrm>
            <a:off x="2776537" y="504825"/>
            <a:ext cx="1390650" cy="142815"/>
          </a:xfrm>
          <a:prstGeom prst="roundRect">
            <a:avLst/>
          </a:prstGeom>
          <a:solidFill>
            <a:srgbClr val="005AAD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A8D99E71-AAF7-38F7-CF71-215591B2AA43}"/>
              </a:ext>
            </a:extLst>
          </p:cNvPr>
          <p:cNvSpPr/>
          <p:nvPr/>
        </p:nvSpPr>
        <p:spPr>
          <a:xfrm>
            <a:off x="2776537" y="2451927"/>
            <a:ext cx="1390650" cy="166509"/>
          </a:xfrm>
          <a:prstGeom prst="roundRect">
            <a:avLst/>
          </a:prstGeom>
          <a:solidFill>
            <a:srgbClr val="B71234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D1578F7-7488-0CA7-2C8A-265F50F4FAD3}"/>
              </a:ext>
            </a:extLst>
          </p:cNvPr>
          <p:cNvSpPr/>
          <p:nvPr/>
        </p:nvSpPr>
        <p:spPr>
          <a:xfrm>
            <a:off x="2776537" y="2611381"/>
            <a:ext cx="1390650" cy="166509"/>
          </a:xfrm>
          <a:prstGeom prst="roundRect">
            <a:avLst/>
          </a:prstGeom>
          <a:solidFill>
            <a:srgbClr val="B397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5A61DD9C-8F67-9186-8B60-57DEC927286D}"/>
              </a:ext>
            </a:extLst>
          </p:cNvPr>
          <p:cNvSpPr/>
          <p:nvPr/>
        </p:nvSpPr>
        <p:spPr>
          <a:xfrm>
            <a:off x="2776537" y="2777367"/>
            <a:ext cx="1390650" cy="166509"/>
          </a:xfrm>
          <a:prstGeom prst="roundRect">
            <a:avLst/>
          </a:prstGeom>
          <a:solidFill>
            <a:srgbClr val="F5F5F5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E9AE6CCF-F25F-D962-ED59-B4FE26033687}"/>
              </a:ext>
            </a:extLst>
          </p:cNvPr>
          <p:cNvSpPr/>
          <p:nvPr/>
        </p:nvSpPr>
        <p:spPr>
          <a:xfrm>
            <a:off x="2776537" y="3078631"/>
            <a:ext cx="1390650" cy="166509"/>
          </a:xfrm>
          <a:prstGeom prst="roundRect">
            <a:avLst/>
          </a:prstGeom>
          <a:solidFill>
            <a:srgbClr val="93B5CF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6F06FE1C-F53F-42AF-3D22-45F299269480}"/>
              </a:ext>
            </a:extLst>
          </p:cNvPr>
          <p:cNvSpPr/>
          <p:nvPr/>
        </p:nvSpPr>
        <p:spPr>
          <a:xfrm>
            <a:off x="2776537" y="3238857"/>
            <a:ext cx="1390650" cy="166509"/>
          </a:xfrm>
          <a:prstGeom prst="roundRect">
            <a:avLst/>
          </a:prstGeom>
          <a:solidFill>
            <a:srgbClr val="FF7F7F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62859EB5-C74D-1119-372F-F1B8633DF9A0}"/>
              </a:ext>
            </a:extLst>
          </p:cNvPr>
          <p:cNvSpPr/>
          <p:nvPr/>
        </p:nvSpPr>
        <p:spPr>
          <a:xfrm>
            <a:off x="2776537" y="3397748"/>
            <a:ext cx="1390650" cy="166509"/>
          </a:xfrm>
          <a:prstGeom prst="roundRect">
            <a:avLst/>
          </a:prstGeom>
          <a:solidFill>
            <a:srgbClr val="B2BA9B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515B0EC0-4B3E-ED83-98E8-885CD03EEAF9}"/>
              </a:ext>
            </a:extLst>
          </p:cNvPr>
          <p:cNvSpPr/>
          <p:nvPr/>
        </p:nvSpPr>
        <p:spPr>
          <a:xfrm>
            <a:off x="2776537" y="3550356"/>
            <a:ext cx="1390650" cy="166509"/>
          </a:xfrm>
          <a:prstGeom prst="roundRect">
            <a:avLst/>
          </a:prstGeom>
          <a:solidFill>
            <a:srgbClr val="F0D6B1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88AA406-0109-CB99-A478-1D3DB6240BAE}"/>
              </a:ext>
            </a:extLst>
          </p:cNvPr>
          <p:cNvSpPr/>
          <p:nvPr/>
        </p:nvSpPr>
        <p:spPr>
          <a:xfrm>
            <a:off x="2776537" y="3861855"/>
            <a:ext cx="1390650" cy="166509"/>
          </a:xfrm>
          <a:prstGeom prst="roundRect">
            <a:avLst/>
          </a:prstGeom>
          <a:solidFill>
            <a:srgbClr val="FF79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B197FFD-9942-9C34-D480-211E7D2EB336}"/>
              </a:ext>
            </a:extLst>
          </p:cNvPr>
          <p:cNvSpPr/>
          <p:nvPr/>
        </p:nvSpPr>
        <p:spPr>
          <a:xfrm>
            <a:off x="2776537" y="4024402"/>
            <a:ext cx="1390650" cy="166509"/>
          </a:xfrm>
          <a:prstGeom prst="roundRect">
            <a:avLst/>
          </a:prstGeom>
          <a:solidFill>
            <a:srgbClr val="0099FF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0EE8CCD-D071-A5F1-3EB5-06A21D16B8CF}"/>
              </a:ext>
            </a:extLst>
          </p:cNvPr>
          <p:cNvSpPr/>
          <p:nvPr/>
        </p:nvSpPr>
        <p:spPr>
          <a:xfrm>
            <a:off x="2776537" y="4370288"/>
            <a:ext cx="1390650" cy="166509"/>
          </a:xfrm>
          <a:prstGeom prst="roundRect">
            <a:avLst/>
          </a:prstGeom>
          <a:solidFill>
            <a:srgbClr val="2D2D2D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CC0896E-0593-2FA4-D9B8-45806F0A0B4F}"/>
              </a:ext>
            </a:extLst>
          </p:cNvPr>
          <p:cNvSpPr/>
          <p:nvPr/>
        </p:nvSpPr>
        <p:spPr>
          <a:xfrm>
            <a:off x="2776537" y="4615647"/>
            <a:ext cx="1390650" cy="166509"/>
          </a:xfrm>
          <a:prstGeom prst="roundRect">
            <a:avLst/>
          </a:prstGeom>
          <a:solidFill>
            <a:srgbClr val="52B7D2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162AC59-1C67-88C4-65E3-D3E1B06E4561}"/>
              </a:ext>
            </a:extLst>
          </p:cNvPr>
          <p:cNvSpPr/>
          <p:nvPr/>
        </p:nvSpPr>
        <p:spPr>
          <a:xfrm>
            <a:off x="2776537" y="4952987"/>
            <a:ext cx="1390650" cy="166509"/>
          </a:xfrm>
          <a:prstGeom prst="roundRect">
            <a:avLst/>
          </a:prstGeom>
          <a:solidFill>
            <a:srgbClr val="19376D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AB98636E-92F0-338F-D935-E0A8DA5BE1B3}"/>
              </a:ext>
            </a:extLst>
          </p:cNvPr>
          <p:cNvSpPr/>
          <p:nvPr/>
        </p:nvSpPr>
        <p:spPr>
          <a:xfrm>
            <a:off x="2776537" y="5119496"/>
            <a:ext cx="1390650" cy="166509"/>
          </a:xfrm>
          <a:prstGeom prst="roundRect">
            <a:avLst/>
          </a:prstGeom>
          <a:solidFill>
            <a:srgbClr val="68C2A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DACCC00-C9EA-75CD-5008-03E6FE57CA7F}"/>
              </a:ext>
            </a:extLst>
          </p:cNvPr>
          <p:cNvSpPr/>
          <p:nvPr/>
        </p:nvSpPr>
        <p:spPr>
          <a:xfrm>
            <a:off x="2776537" y="5385780"/>
            <a:ext cx="1390650" cy="166509"/>
          </a:xfrm>
          <a:prstGeom prst="roundRect">
            <a:avLst/>
          </a:prstGeom>
          <a:solidFill>
            <a:srgbClr val="BF5532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80F4C86F-257A-1FB6-7C0F-85DFE40D46B9}"/>
              </a:ext>
            </a:extLst>
          </p:cNvPr>
          <p:cNvSpPr/>
          <p:nvPr/>
        </p:nvSpPr>
        <p:spPr>
          <a:xfrm>
            <a:off x="2776537" y="5544752"/>
            <a:ext cx="1390650" cy="166509"/>
          </a:xfrm>
          <a:prstGeom prst="roundRect">
            <a:avLst/>
          </a:prstGeom>
          <a:solidFill>
            <a:srgbClr val="FFB3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208700-9B05-2E8F-741B-F3B0CBF900DD}"/>
              </a:ext>
            </a:extLst>
          </p:cNvPr>
          <p:cNvSpPr/>
          <p:nvPr/>
        </p:nvSpPr>
        <p:spPr>
          <a:xfrm>
            <a:off x="2776537" y="5711261"/>
            <a:ext cx="1390650" cy="166509"/>
          </a:xfrm>
          <a:prstGeom prst="roundRect">
            <a:avLst/>
          </a:prstGeom>
          <a:solidFill>
            <a:srgbClr val="705335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6B7D94BE-1905-7E11-F970-9EDA0AA8E197}"/>
              </a:ext>
            </a:extLst>
          </p:cNvPr>
          <p:cNvSpPr/>
          <p:nvPr/>
        </p:nvSpPr>
        <p:spPr>
          <a:xfrm>
            <a:off x="2776537" y="5870233"/>
            <a:ext cx="1390650" cy="166509"/>
          </a:xfrm>
          <a:prstGeom prst="roundRect">
            <a:avLst/>
          </a:prstGeom>
          <a:solidFill>
            <a:srgbClr val="C85F42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EAFAD1D-64AE-F23A-DC7F-60FEA87D464F}"/>
              </a:ext>
            </a:extLst>
          </p:cNvPr>
          <p:cNvSpPr/>
          <p:nvPr/>
        </p:nvSpPr>
        <p:spPr>
          <a:xfrm>
            <a:off x="8248650" y="7101006"/>
            <a:ext cx="1390650" cy="166509"/>
          </a:xfrm>
          <a:prstGeom prst="roundRect">
            <a:avLst/>
          </a:prstGeom>
          <a:solidFill>
            <a:srgbClr val="B71234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弧形 33">
            <a:extLst>
              <a:ext uri="{FF2B5EF4-FFF2-40B4-BE49-F238E27FC236}">
                <a16:creationId xmlns:a16="http://schemas.microsoft.com/office/drawing/2014/main" id="{BBAC0977-C374-5F19-AF45-D86697E88B17}"/>
              </a:ext>
            </a:extLst>
          </p:cNvPr>
          <p:cNvSpPr/>
          <p:nvPr/>
        </p:nvSpPr>
        <p:spPr>
          <a:xfrm rot="15765063">
            <a:off x="5602724" y="1297424"/>
            <a:ext cx="3600000" cy="3600000"/>
          </a:xfrm>
          <a:prstGeom prst="arc">
            <a:avLst>
              <a:gd name="adj1" fmla="val 14991502"/>
              <a:gd name="adj2" fmla="val 0"/>
            </a:avLst>
          </a:prstGeom>
          <a:ln w="1270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弧形 35">
            <a:extLst>
              <a:ext uri="{FF2B5EF4-FFF2-40B4-BE49-F238E27FC236}">
                <a16:creationId xmlns:a16="http://schemas.microsoft.com/office/drawing/2014/main" id="{8C810279-3A44-720C-57B1-7B519A702D0F}"/>
              </a:ext>
            </a:extLst>
          </p:cNvPr>
          <p:cNvSpPr/>
          <p:nvPr/>
        </p:nvSpPr>
        <p:spPr>
          <a:xfrm rot="1378507">
            <a:off x="5602723" y="1248141"/>
            <a:ext cx="3600000" cy="3600000"/>
          </a:xfrm>
          <a:prstGeom prst="arc">
            <a:avLst>
              <a:gd name="adj1" fmla="val 14991502"/>
              <a:gd name="adj2" fmla="val 0"/>
            </a:avLst>
          </a:prstGeom>
          <a:ln w="127000">
            <a:gradFill>
              <a:gsLst>
                <a:gs pos="4000">
                  <a:srgbClr val="7030A0"/>
                </a:gs>
                <a:gs pos="37000">
                  <a:srgbClr val="D1DCF0"/>
                </a:gs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弧形 36">
            <a:extLst>
              <a:ext uri="{FF2B5EF4-FFF2-40B4-BE49-F238E27FC236}">
                <a16:creationId xmlns:a16="http://schemas.microsoft.com/office/drawing/2014/main" id="{6DF39EF3-D2D8-8A0B-7C2D-1A7A64E38792}"/>
              </a:ext>
            </a:extLst>
          </p:cNvPr>
          <p:cNvSpPr/>
          <p:nvPr/>
        </p:nvSpPr>
        <p:spPr>
          <a:xfrm rot="8570339">
            <a:off x="5602723" y="1179562"/>
            <a:ext cx="3600000" cy="3600000"/>
          </a:xfrm>
          <a:prstGeom prst="arc">
            <a:avLst>
              <a:gd name="adj1" fmla="val 14991502"/>
              <a:gd name="adj2" fmla="val 0"/>
            </a:avLst>
          </a:prstGeom>
          <a:ln w="127000">
            <a:gradFill>
              <a:gsLst>
                <a:gs pos="0">
                  <a:srgbClr val="BF5532"/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6B0750C2-520B-57E2-7D96-53D0E9466F0D}"/>
              </a:ext>
            </a:extLst>
          </p:cNvPr>
          <p:cNvGrpSpPr/>
          <p:nvPr/>
        </p:nvGrpSpPr>
        <p:grpSpPr>
          <a:xfrm>
            <a:off x="6357022" y="2447183"/>
            <a:ext cx="1891628" cy="1375875"/>
            <a:chOff x="5250907" y="2816744"/>
            <a:chExt cx="1891628" cy="1375875"/>
          </a:xfrm>
        </p:grpSpPr>
        <p:sp>
          <p:nvSpPr>
            <p:cNvPr id="35" name="梯形 34">
              <a:extLst>
                <a:ext uri="{FF2B5EF4-FFF2-40B4-BE49-F238E27FC236}">
                  <a16:creationId xmlns:a16="http://schemas.microsoft.com/office/drawing/2014/main" id="{88F57BD1-CE2F-FFB2-CC0E-51600C8FB257}"/>
                </a:ext>
              </a:extLst>
            </p:cNvPr>
            <p:cNvSpPr/>
            <p:nvPr/>
          </p:nvSpPr>
          <p:spPr>
            <a:xfrm rot="10800000">
              <a:off x="5250907" y="2816744"/>
              <a:ext cx="1891628" cy="382872"/>
            </a:xfrm>
            <a:prstGeom prst="trapezoid">
              <a:avLst>
                <a:gd name="adj" fmla="val 68193"/>
              </a:avLst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梯形 37">
              <a:extLst>
                <a:ext uri="{FF2B5EF4-FFF2-40B4-BE49-F238E27FC236}">
                  <a16:creationId xmlns:a16="http://schemas.microsoft.com/office/drawing/2014/main" id="{C2E53A2D-EE37-2FF2-E3B2-BF291CC3C61A}"/>
                </a:ext>
              </a:extLst>
            </p:cNvPr>
            <p:cNvSpPr/>
            <p:nvPr/>
          </p:nvSpPr>
          <p:spPr>
            <a:xfrm rot="10800000">
              <a:off x="5603131" y="3326859"/>
              <a:ext cx="1186775" cy="290081"/>
            </a:xfrm>
            <a:prstGeom prst="trapezoid">
              <a:avLst>
                <a:gd name="adj" fmla="val 68193"/>
              </a:avLst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等腰三角形 38">
              <a:extLst>
                <a:ext uri="{FF2B5EF4-FFF2-40B4-BE49-F238E27FC236}">
                  <a16:creationId xmlns:a16="http://schemas.microsoft.com/office/drawing/2014/main" id="{4E46952C-8C32-7629-5675-F5FFC6B20DEE}"/>
                </a:ext>
              </a:extLst>
            </p:cNvPr>
            <p:cNvSpPr/>
            <p:nvPr/>
          </p:nvSpPr>
          <p:spPr>
            <a:xfrm rot="10800000">
              <a:off x="5875506" y="3753909"/>
              <a:ext cx="622570" cy="438710"/>
            </a:xfrm>
            <a:prstGeom prst="triangle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40" name="任意多边形: 形状 39">
            <a:extLst>
              <a:ext uri="{FF2B5EF4-FFF2-40B4-BE49-F238E27FC236}">
                <a16:creationId xmlns:a16="http://schemas.microsoft.com/office/drawing/2014/main" id="{BF5E15F4-5EAB-85D7-C674-826497F00BFB}"/>
              </a:ext>
            </a:extLst>
          </p:cNvPr>
          <p:cNvSpPr/>
          <p:nvPr/>
        </p:nvSpPr>
        <p:spPr>
          <a:xfrm>
            <a:off x="9567911" y="786362"/>
            <a:ext cx="2119009" cy="2626468"/>
          </a:xfrm>
          <a:custGeom>
            <a:avLst/>
            <a:gdLst>
              <a:gd name="connsiteX0" fmla="*/ 1313234 w 2119009"/>
              <a:gd name="connsiteY0" fmla="*/ 0 h 2626468"/>
              <a:gd name="connsiteX1" fmla="*/ 2047476 w 2119009"/>
              <a:gd name="connsiteY1" fmla="*/ 224280 h 2626468"/>
              <a:gd name="connsiteX2" fmla="*/ 2119009 w 2119009"/>
              <a:gd name="connsiteY2" fmla="*/ 277771 h 2626468"/>
              <a:gd name="connsiteX3" fmla="*/ 2089444 w 2119009"/>
              <a:gd name="connsiteY3" fmla="*/ 299879 h 2626468"/>
              <a:gd name="connsiteX4" fmla="*/ 1611549 w 2119009"/>
              <a:gd name="connsiteY4" fmla="*/ 1313234 h 2626468"/>
              <a:gd name="connsiteX5" fmla="*/ 2089444 w 2119009"/>
              <a:gd name="connsiteY5" fmla="*/ 2326589 h 2626468"/>
              <a:gd name="connsiteX6" fmla="*/ 2119009 w 2119009"/>
              <a:gd name="connsiteY6" fmla="*/ 2348697 h 2626468"/>
              <a:gd name="connsiteX7" fmla="*/ 2047476 w 2119009"/>
              <a:gd name="connsiteY7" fmla="*/ 2402188 h 2626468"/>
              <a:gd name="connsiteX8" fmla="*/ 1313234 w 2119009"/>
              <a:gd name="connsiteY8" fmla="*/ 2626468 h 2626468"/>
              <a:gd name="connsiteX9" fmla="*/ 0 w 2119009"/>
              <a:gd name="connsiteY9" fmla="*/ 1313234 h 2626468"/>
              <a:gd name="connsiteX10" fmla="*/ 1313234 w 2119009"/>
              <a:gd name="connsiteY10" fmla="*/ 0 h 262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19009" h="2626468">
                <a:moveTo>
                  <a:pt x="1313234" y="0"/>
                </a:moveTo>
                <a:cubicBezTo>
                  <a:pt x="1585213" y="0"/>
                  <a:pt x="1837882" y="82681"/>
                  <a:pt x="2047476" y="224280"/>
                </a:cubicBezTo>
                <a:lnTo>
                  <a:pt x="2119009" y="277771"/>
                </a:lnTo>
                <a:lnTo>
                  <a:pt x="2089444" y="299879"/>
                </a:lnTo>
                <a:cubicBezTo>
                  <a:pt x="1797582" y="540745"/>
                  <a:pt x="1611549" y="905265"/>
                  <a:pt x="1611549" y="1313234"/>
                </a:cubicBezTo>
                <a:cubicBezTo>
                  <a:pt x="1611549" y="1721204"/>
                  <a:pt x="1797582" y="2085723"/>
                  <a:pt x="2089444" y="2326589"/>
                </a:cubicBezTo>
                <a:lnTo>
                  <a:pt x="2119009" y="2348697"/>
                </a:lnTo>
                <a:lnTo>
                  <a:pt x="2047476" y="2402188"/>
                </a:lnTo>
                <a:cubicBezTo>
                  <a:pt x="1837882" y="2543787"/>
                  <a:pt x="1585213" y="2626468"/>
                  <a:pt x="1313234" y="2626468"/>
                </a:cubicBezTo>
                <a:cubicBezTo>
                  <a:pt x="587955" y="2626468"/>
                  <a:pt x="0" y="2038513"/>
                  <a:pt x="0" y="1313234"/>
                </a:cubicBezTo>
                <a:cubicBezTo>
                  <a:pt x="0" y="587955"/>
                  <a:pt x="587955" y="0"/>
                  <a:pt x="1313234" y="0"/>
                </a:cubicBezTo>
                <a:close/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FCBBEA36-81A1-8E15-BB39-2E2AE06D2466}"/>
              </a:ext>
            </a:extLst>
          </p:cNvPr>
          <p:cNvGrpSpPr/>
          <p:nvPr/>
        </p:nvGrpSpPr>
        <p:grpSpPr>
          <a:xfrm>
            <a:off x="5666357" y="431302"/>
            <a:ext cx="690665" cy="710119"/>
            <a:chOff x="992220" y="1417807"/>
            <a:chExt cx="690665" cy="710119"/>
          </a:xfrm>
        </p:grpSpPr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F34B4F50-CF7D-D40C-473D-F786454F7F77}"/>
                </a:ext>
              </a:extLst>
            </p:cNvPr>
            <p:cNvCxnSpPr>
              <a:cxnSpLocks/>
            </p:cNvCxnSpPr>
            <p:nvPr/>
          </p:nvCxnSpPr>
          <p:spPr>
            <a:xfrm>
              <a:off x="992220" y="1777731"/>
              <a:ext cx="30642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B934835B-97F9-1AB9-C9B3-DBBDA6AA21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98641" y="1417807"/>
              <a:ext cx="0" cy="7101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550431AA-4BF5-CA88-A1E5-282F5D567914}"/>
                </a:ext>
              </a:extLst>
            </p:cNvPr>
            <p:cNvCxnSpPr>
              <a:cxnSpLocks/>
            </p:cNvCxnSpPr>
            <p:nvPr/>
          </p:nvCxnSpPr>
          <p:spPr>
            <a:xfrm>
              <a:off x="1298641" y="1417807"/>
              <a:ext cx="38424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A7DA5BA7-68F2-1683-6EFD-88C0D3188506}"/>
                </a:ext>
              </a:extLst>
            </p:cNvPr>
            <p:cNvCxnSpPr>
              <a:cxnSpLocks/>
            </p:cNvCxnSpPr>
            <p:nvPr/>
          </p:nvCxnSpPr>
          <p:spPr>
            <a:xfrm>
              <a:off x="1298641" y="2127926"/>
              <a:ext cx="38424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CB6B1433-97D8-E22C-6070-48C8B97DE9B6}"/>
              </a:ext>
            </a:extLst>
          </p:cNvPr>
          <p:cNvGrpSpPr/>
          <p:nvPr/>
        </p:nvGrpSpPr>
        <p:grpSpPr>
          <a:xfrm>
            <a:off x="9483498" y="4992471"/>
            <a:ext cx="1322222" cy="529936"/>
            <a:chOff x="4876475" y="4977245"/>
            <a:chExt cx="1834516" cy="519546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8B449F0E-30EB-9257-D80E-36053A4957EC}"/>
                </a:ext>
              </a:extLst>
            </p:cNvPr>
            <p:cNvSpPr/>
            <p:nvPr/>
          </p:nvSpPr>
          <p:spPr>
            <a:xfrm>
              <a:off x="5105075" y="4977245"/>
              <a:ext cx="1306116" cy="51954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流程图: 接点 47">
              <a:extLst>
                <a:ext uri="{FF2B5EF4-FFF2-40B4-BE49-F238E27FC236}">
                  <a16:creationId xmlns:a16="http://schemas.microsoft.com/office/drawing/2014/main" id="{07734C49-DC22-BDBF-2131-CC4C3096F88A}"/>
                </a:ext>
              </a:extLst>
            </p:cNvPr>
            <p:cNvSpPr/>
            <p:nvPr/>
          </p:nvSpPr>
          <p:spPr>
            <a:xfrm>
              <a:off x="4876475" y="4977245"/>
              <a:ext cx="519546" cy="519546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流程图: 接点 48">
              <a:extLst>
                <a:ext uri="{FF2B5EF4-FFF2-40B4-BE49-F238E27FC236}">
                  <a16:creationId xmlns:a16="http://schemas.microsoft.com/office/drawing/2014/main" id="{D99D3817-F554-F90E-DEEA-960C0CB37F7D}"/>
                </a:ext>
              </a:extLst>
            </p:cNvPr>
            <p:cNvSpPr/>
            <p:nvPr/>
          </p:nvSpPr>
          <p:spPr>
            <a:xfrm>
              <a:off x="6191445" y="4977245"/>
              <a:ext cx="519546" cy="519546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41C77271-85D4-71DF-4120-2357DF6EAB2A}"/>
              </a:ext>
            </a:extLst>
          </p:cNvPr>
          <p:cNvGrpSpPr/>
          <p:nvPr/>
        </p:nvGrpSpPr>
        <p:grpSpPr>
          <a:xfrm>
            <a:off x="4329173" y="4368492"/>
            <a:ext cx="2410054" cy="2386012"/>
            <a:chOff x="4470187" y="2371180"/>
            <a:chExt cx="2410054" cy="2386012"/>
          </a:xfrm>
        </p:grpSpPr>
        <p:sp>
          <p:nvSpPr>
            <p:cNvPr id="51" name="空心弧 50">
              <a:extLst>
                <a:ext uri="{FF2B5EF4-FFF2-40B4-BE49-F238E27FC236}">
                  <a16:creationId xmlns:a16="http://schemas.microsoft.com/office/drawing/2014/main" id="{080B723F-53F6-1DF4-DEF7-90462A2C34E9}"/>
                </a:ext>
              </a:extLst>
            </p:cNvPr>
            <p:cNvSpPr/>
            <p:nvPr/>
          </p:nvSpPr>
          <p:spPr>
            <a:xfrm rot="5400000">
              <a:off x="4470187" y="2371180"/>
              <a:ext cx="2386012" cy="2386012"/>
            </a:xfrm>
            <a:prstGeom prst="blockArc">
              <a:avLst>
                <a:gd name="adj1" fmla="val 10800000"/>
                <a:gd name="adj2" fmla="val 16187034"/>
                <a:gd name="adj3" fmla="val 4987"/>
              </a:avLst>
            </a:prstGeom>
            <a:solidFill>
              <a:srgbClr val="F5838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3" name="空心弧 52">
              <a:extLst>
                <a:ext uri="{FF2B5EF4-FFF2-40B4-BE49-F238E27FC236}">
                  <a16:creationId xmlns:a16="http://schemas.microsoft.com/office/drawing/2014/main" id="{F57A5942-A86C-93AE-AF06-060513AA1565}"/>
                </a:ext>
              </a:extLst>
            </p:cNvPr>
            <p:cNvSpPr/>
            <p:nvPr/>
          </p:nvSpPr>
          <p:spPr>
            <a:xfrm rot="16200000">
              <a:off x="4494229" y="2371180"/>
              <a:ext cx="2386012" cy="2386012"/>
            </a:xfrm>
            <a:prstGeom prst="blockArc">
              <a:avLst>
                <a:gd name="adj1" fmla="val 10800000"/>
                <a:gd name="adj2" fmla="val 16187034"/>
                <a:gd name="adj3" fmla="val 4987"/>
              </a:avLst>
            </a:prstGeom>
            <a:solidFill>
              <a:srgbClr val="FF7F7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4" name="空心弧 53">
              <a:extLst>
                <a:ext uri="{FF2B5EF4-FFF2-40B4-BE49-F238E27FC236}">
                  <a16:creationId xmlns:a16="http://schemas.microsoft.com/office/drawing/2014/main" id="{40E1071E-DD74-FEA1-00E0-519B530061FD}"/>
                </a:ext>
              </a:extLst>
            </p:cNvPr>
            <p:cNvSpPr/>
            <p:nvPr/>
          </p:nvSpPr>
          <p:spPr>
            <a:xfrm rot="10800000">
              <a:off x="4470187" y="2371180"/>
              <a:ext cx="2386012" cy="2386012"/>
            </a:xfrm>
            <a:prstGeom prst="blockArc">
              <a:avLst>
                <a:gd name="adj1" fmla="val 10800000"/>
                <a:gd name="adj2" fmla="val 16187034"/>
                <a:gd name="adj3" fmla="val 4987"/>
              </a:avLst>
            </a:prstGeom>
            <a:solidFill>
              <a:srgbClr val="68C2A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空心弧 54">
              <a:extLst>
                <a:ext uri="{FF2B5EF4-FFF2-40B4-BE49-F238E27FC236}">
                  <a16:creationId xmlns:a16="http://schemas.microsoft.com/office/drawing/2014/main" id="{4FBDC5B5-DFCB-C5AB-32C0-6A4EEE3DF0C8}"/>
                </a:ext>
              </a:extLst>
            </p:cNvPr>
            <p:cNvSpPr/>
            <p:nvPr/>
          </p:nvSpPr>
          <p:spPr>
            <a:xfrm>
              <a:off x="4494229" y="2371180"/>
              <a:ext cx="2386012" cy="2386012"/>
            </a:xfrm>
            <a:prstGeom prst="blockArc">
              <a:avLst>
                <a:gd name="adj1" fmla="val 10800000"/>
                <a:gd name="adj2" fmla="val 16187034"/>
                <a:gd name="adj3" fmla="val 4987"/>
              </a:avLst>
            </a:prstGeom>
            <a:solidFill>
              <a:srgbClr val="52B7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10967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E09D79C5-5CFF-CC45-1D08-01812A31D87F}"/>
              </a:ext>
            </a:extLst>
          </p:cNvPr>
          <p:cNvSpPr/>
          <p:nvPr/>
        </p:nvSpPr>
        <p:spPr>
          <a:xfrm>
            <a:off x="5471011" y="376140"/>
            <a:ext cx="2360579" cy="65175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机载武器系统故障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C29A24F-8B69-A817-57B0-61E0F8214560}"/>
              </a:ext>
            </a:extLst>
          </p:cNvPr>
          <p:cNvSpPr/>
          <p:nvPr/>
        </p:nvSpPr>
        <p:spPr>
          <a:xfrm>
            <a:off x="4183104" y="2806435"/>
            <a:ext cx="1415379" cy="63229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火控计算机故障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5DCBF7A-FBBF-4B84-ACDF-5F476C881FFE}"/>
              </a:ext>
            </a:extLst>
          </p:cNvPr>
          <p:cNvSpPr/>
          <p:nvPr/>
        </p:nvSpPr>
        <p:spPr>
          <a:xfrm rot="16200000">
            <a:off x="5520654" y="3230393"/>
            <a:ext cx="1499683" cy="6323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武器</a:t>
            </a:r>
            <a:endParaRPr lang="en-US" altLang="zh-CN" dirty="0">
              <a:solidFill>
                <a:schemeClr val="tx1"/>
              </a:solidFill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</a:rPr>
              <a:t>接口系统故障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09B95BF-07C6-7FC4-D30F-30A4CA713E77}"/>
              </a:ext>
            </a:extLst>
          </p:cNvPr>
          <p:cNvSpPr/>
          <p:nvPr/>
        </p:nvSpPr>
        <p:spPr>
          <a:xfrm>
            <a:off x="2105023" y="2796702"/>
            <a:ext cx="1673568" cy="63229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目标探测与识别设备故障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DC08FD8D-4801-D8DE-342E-4A454AE0BF3C}"/>
              </a:ext>
            </a:extLst>
          </p:cNvPr>
          <p:cNvSpPr/>
          <p:nvPr/>
        </p:nvSpPr>
        <p:spPr>
          <a:xfrm>
            <a:off x="8505216" y="1504544"/>
            <a:ext cx="1293779" cy="63229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弹药故障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C067A84-D7E8-F4C7-061B-94FE779E55D1}"/>
              </a:ext>
            </a:extLst>
          </p:cNvPr>
          <p:cNvSpPr/>
          <p:nvPr/>
        </p:nvSpPr>
        <p:spPr>
          <a:xfrm>
            <a:off x="3287944" y="1494817"/>
            <a:ext cx="1697478" cy="63229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火控系统故障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4B215BD-E95A-488F-7251-6D96C4784687}"/>
              </a:ext>
            </a:extLst>
          </p:cNvPr>
          <p:cNvSpPr/>
          <p:nvPr/>
        </p:nvSpPr>
        <p:spPr>
          <a:xfrm>
            <a:off x="5471011" y="1504544"/>
            <a:ext cx="2137638" cy="63229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悬挂发射系统故障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04A187D-9CDA-69A4-00BF-9993367D984B}"/>
              </a:ext>
            </a:extLst>
          </p:cNvPr>
          <p:cNvSpPr/>
          <p:nvPr/>
        </p:nvSpPr>
        <p:spPr>
          <a:xfrm>
            <a:off x="6831255" y="2806434"/>
            <a:ext cx="695527" cy="254702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挂架等机械部件故障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47D9E46A-B27B-9C45-CD69-E09AF2E7932A}"/>
              </a:ext>
            </a:extLst>
          </p:cNvPr>
          <p:cNvSpPr/>
          <p:nvPr/>
        </p:nvSpPr>
        <p:spPr>
          <a:xfrm rot="16200000">
            <a:off x="1687544" y="4152892"/>
            <a:ext cx="1293779" cy="45882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雷达故障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1A32ECDC-50FB-C468-88A7-5E91468A8726}"/>
              </a:ext>
            </a:extLst>
          </p:cNvPr>
          <p:cNvSpPr/>
          <p:nvPr/>
        </p:nvSpPr>
        <p:spPr>
          <a:xfrm rot="16200000">
            <a:off x="2048684" y="4357176"/>
            <a:ext cx="1702350" cy="45882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红外探测故障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B5F0560-7CBB-78A9-D1C6-0C5E9A37221B}"/>
              </a:ext>
            </a:extLst>
          </p:cNvPr>
          <p:cNvSpPr/>
          <p:nvPr/>
        </p:nvSpPr>
        <p:spPr>
          <a:xfrm rot="16200000">
            <a:off x="2586340" y="4439861"/>
            <a:ext cx="1867719" cy="45882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激光传感器故障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EE9731AF-59BA-7682-F432-A2AA32111745}"/>
              </a:ext>
            </a:extLst>
          </p:cNvPr>
          <p:cNvSpPr/>
          <p:nvPr/>
        </p:nvSpPr>
        <p:spPr>
          <a:xfrm rot="16200000">
            <a:off x="3454131" y="4405816"/>
            <a:ext cx="1799621" cy="45882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电源故障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31DD1FE3-B049-83B3-5838-16C456DD76AD}"/>
              </a:ext>
            </a:extLst>
          </p:cNvPr>
          <p:cNvSpPr/>
          <p:nvPr/>
        </p:nvSpPr>
        <p:spPr>
          <a:xfrm rot="16200000">
            <a:off x="3941324" y="4405816"/>
            <a:ext cx="1799620" cy="45882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主机故障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CBA126BC-9062-4EFB-17D0-C8B73503B61F}"/>
              </a:ext>
            </a:extLst>
          </p:cNvPr>
          <p:cNvSpPr/>
          <p:nvPr/>
        </p:nvSpPr>
        <p:spPr>
          <a:xfrm rot="16200000">
            <a:off x="4461354" y="4405814"/>
            <a:ext cx="1799620" cy="45882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外部设备故障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7AE6B6CC-96E6-32C6-5483-3A0759552B8F}"/>
              </a:ext>
            </a:extLst>
          </p:cNvPr>
          <p:cNvCxnSpPr>
            <a:stCxn id="2" idx="2"/>
            <a:endCxn id="9" idx="0"/>
          </p:cNvCxnSpPr>
          <p:nvPr/>
        </p:nvCxnSpPr>
        <p:spPr>
          <a:xfrm flipH="1">
            <a:off x="4136683" y="1027893"/>
            <a:ext cx="2514618" cy="4669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B792D1A-94C9-B39A-8970-B40175D66E05}"/>
              </a:ext>
            </a:extLst>
          </p:cNvPr>
          <p:cNvCxnSpPr>
            <a:cxnSpLocks/>
            <a:stCxn id="2" idx="2"/>
            <a:endCxn id="10" idx="0"/>
          </p:cNvCxnSpPr>
          <p:nvPr/>
        </p:nvCxnSpPr>
        <p:spPr>
          <a:xfrm flipH="1">
            <a:off x="6539830" y="1027893"/>
            <a:ext cx="111471" cy="476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AD8C5737-D4FA-0B0E-0FFF-51364B6D7D17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651301" y="1027893"/>
            <a:ext cx="2500805" cy="476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618BC1AF-B500-96CF-8EE0-81F99CB6B342}"/>
              </a:ext>
            </a:extLst>
          </p:cNvPr>
          <p:cNvCxnSpPr>
            <a:cxnSpLocks/>
            <a:stCxn id="9" idx="2"/>
            <a:endCxn id="7" idx="0"/>
          </p:cNvCxnSpPr>
          <p:nvPr/>
        </p:nvCxnSpPr>
        <p:spPr>
          <a:xfrm flipH="1">
            <a:off x="2941807" y="2127115"/>
            <a:ext cx="1194876" cy="669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90385676-B64F-FBC8-B6B5-967E497F2413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4072033" y="2140086"/>
            <a:ext cx="818761" cy="666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C9B1DBF5-D63E-72D8-DA08-6EBCE42D2D19}"/>
              </a:ext>
            </a:extLst>
          </p:cNvPr>
          <p:cNvCxnSpPr>
            <a:cxnSpLocks/>
            <a:stCxn id="10" idx="2"/>
            <a:endCxn id="5" idx="3"/>
          </p:cNvCxnSpPr>
          <p:nvPr/>
        </p:nvCxnSpPr>
        <p:spPr>
          <a:xfrm flipH="1">
            <a:off x="6270496" y="2136842"/>
            <a:ext cx="269334" cy="6598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BDED0819-0761-4B98-D211-11FA4975CDE6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539830" y="2136842"/>
            <a:ext cx="639189" cy="6695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94C87A11-31E9-8008-680C-CA43810B262F}"/>
              </a:ext>
            </a:extLst>
          </p:cNvPr>
          <p:cNvCxnSpPr>
            <a:cxnSpLocks/>
            <a:stCxn id="7" idx="2"/>
            <a:endCxn id="13" idx="3"/>
          </p:cNvCxnSpPr>
          <p:nvPr/>
        </p:nvCxnSpPr>
        <p:spPr>
          <a:xfrm flipH="1">
            <a:off x="2334434" y="3429000"/>
            <a:ext cx="607373" cy="3064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AC5E2CDE-A5EF-AC8F-DEEA-342898661059}"/>
              </a:ext>
            </a:extLst>
          </p:cNvPr>
          <p:cNvCxnSpPr>
            <a:cxnSpLocks/>
            <a:stCxn id="7" idx="2"/>
            <a:endCxn id="14" idx="3"/>
          </p:cNvCxnSpPr>
          <p:nvPr/>
        </p:nvCxnSpPr>
        <p:spPr>
          <a:xfrm flipH="1">
            <a:off x="2899859" y="3429000"/>
            <a:ext cx="41948" cy="306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C0343FC9-3179-F680-ADA2-2C0B00897C25}"/>
              </a:ext>
            </a:extLst>
          </p:cNvPr>
          <p:cNvCxnSpPr>
            <a:cxnSpLocks/>
            <a:stCxn id="7" idx="2"/>
            <a:endCxn id="15" idx="3"/>
          </p:cNvCxnSpPr>
          <p:nvPr/>
        </p:nvCxnSpPr>
        <p:spPr>
          <a:xfrm>
            <a:off x="2941807" y="3429000"/>
            <a:ext cx="578393" cy="306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B5FDC63E-F08A-B9C9-0810-76022E577C30}"/>
              </a:ext>
            </a:extLst>
          </p:cNvPr>
          <p:cNvCxnSpPr>
            <a:cxnSpLocks/>
            <a:stCxn id="4" idx="2"/>
            <a:endCxn id="18" idx="3"/>
          </p:cNvCxnSpPr>
          <p:nvPr/>
        </p:nvCxnSpPr>
        <p:spPr>
          <a:xfrm flipH="1">
            <a:off x="4353942" y="3438733"/>
            <a:ext cx="536852" cy="296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8F5A2AB3-4728-4354-5029-8FBF06488423}"/>
              </a:ext>
            </a:extLst>
          </p:cNvPr>
          <p:cNvCxnSpPr>
            <a:cxnSpLocks/>
            <a:stCxn id="4" idx="2"/>
            <a:endCxn id="19" idx="3"/>
          </p:cNvCxnSpPr>
          <p:nvPr/>
        </p:nvCxnSpPr>
        <p:spPr>
          <a:xfrm flipH="1">
            <a:off x="4841135" y="3438733"/>
            <a:ext cx="49659" cy="296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8C8EBEC6-C52A-02E7-90A4-14ADE07D79A3}"/>
              </a:ext>
            </a:extLst>
          </p:cNvPr>
          <p:cNvCxnSpPr>
            <a:cxnSpLocks/>
            <a:stCxn id="4" idx="2"/>
            <a:endCxn id="20" idx="3"/>
          </p:cNvCxnSpPr>
          <p:nvPr/>
        </p:nvCxnSpPr>
        <p:spPr>
          <a:xfrm>
            <a:off x="4890794" y="3438733"/>
            <a:ext cx="470371" cy="296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80120529-951F-4596-99EC-25EABDDF6E5F}"/>
              </a:ext>
            </a:extLst>
          </p:cNvPr>
          <p:cNvSpPr txBox="1"/>
          <p:nvPr/>
        </p:nvSpPr>
        <p:spPr>
          <a:xfrm>
            <a:off x="2771671" y="3289819"/>
            <a:ext cx="321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…</a:t>
            </a:r>
            <a:endParaRPr lang="zh-CN" altLang="en-US" sz="3200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A54EFF77-112C-EF90-90DA-58007FAD5D3C}"/>
              </a:ext>
            </a:extLst>
          </p:cNvPr>
          <p:cNvSpPr txBox="1"/>
          <p:nvPr/>
        </p:nvSpPr>
        <p:spPr>
          <a:xfrm>
            <a:off x="4635638" y="3282519"/>
            <a:ext cx="321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…</a:t>
            </a:r>
            <a:endParaRPr lang="zh-CN" altLang="en-US" sz="3200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850DF266-3B7A-DCDF-1D61-34456DC7441C}"/>
              </a:ext>
            </a:extLst>
          </p:cNvPr>
          <p:cNvSpPr txBox="1"/>
          <p:nvPr/>
        </p:nvSpPr>
        <p:spPr>
          <a:xfrm>
            <a:off x="6399293" y="2154676"/>
            <a:ext cx="321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…</a:t>
            </a:r>
            <a:endParaRPr lang="zh-CN" altLang="en-US" sz="3200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9115795-C19F-8EC1-17BC-41BBFA656086}"/>
              </a:ext>
            </a:extLst>
          </p:cNvPr>
          <p:cNvSpPr txBox="1"/>
          <p:nvPr/>
        </p:nvSpPr>
        <p:spPr>
          <a:xfrm>
            <a:off x="3823801" y="2022238"/>
            <a:ext cx="321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…</a:t>
            </a:r>
            <a:endParaRPr lang="zh-CN" altLang="en-US" sz="3200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A2E32EA8-F4DE-E329-435B-430E1711AF5A}"/>
              </a:ext>
            </a:extLst>
          </p:cNvPr>
          <p:cNvSpPr txBox="1"/>
          <p:nvPr/>
        </p:nvSpPr>
        <p:spPr>
          <a:xfrm>
            <a:off x="6562788" y="872246"/>
            <a:ext cx="321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…</a:t>
            </a:r>
            <a:endParaRPr lang="zh-CN" altLang="en-US" sz="3200" dirty="0"/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5DD0BE2-0056-5AA6-089D-8239FB4C544E}"/>
              </a:ext>
            </a:extLst>
          </p:cNvPr>
          <p:cNvSpPr/>
          <p:nvPr/>
        </p:nvSpPr>
        <p:spPr>
          <a:xfrm rot="16200000">
            <a:off x="8670074" y="3246069"/>
            <a:ext cx="1803933" cy="45882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制导系统故障</a:t>
            </a:r>
          </a:p>
        </p:txBody>
      </p:sp>
      <p:sp>
        <p:nvSpPr>
          <p:cNvPr id="69" name="矩形: 圆角 68">
            <a:extLst>
              <a:ext uri="{FF2B5EF4-FFF2-40B4-BE49-F238E27FC236}">
                <a16:creationId xmlns:a16="http://schemas.microsoft.com/office/drawing/2014/main" id="{9156D3C2-23EE-CBDB-A9E6-5E859C75A3AD}"/>
              </a:ext>
            </a:extLst>
          </p:cNvPr>
          <p:cNvSpPr/>
          <p:nvPr/>
        </p:nvSpPr>
        <p:spPr>
          <a:xfrm rot="16200000">
            <a:off x="7943045" y="3148520"/>
            <a:ext cx="1648834" cy="45882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发动机故障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47395148-6F7E-B186-2FCB-7F94FCDB4032}"/>
              </a:ext>
            </a:extLst>
          </p:cNvPr>
          <p:cNvCxnSpPr>
            <a:cxnSpLocks/>
            <a:stCxn id="8" idx="2"/>
            <a:endCxn id="69" idx="3"/>
          </p:cNvCxnSpPr>
          <p:nvPr/>
        </p:nvCxnSpPr>
        <p:spPr>
          <a:xfrm flipH="1">
            <a:off x="8767463" y="2136842"/>
            <a:ext cx="384643" cy="4166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885BF0D-ADD8-F553-84B5-8B511CF10979}"/>
              </a:ext>
            </a:extLst>
          </p:cNvPr>
          <p:cNvCxnSpPr>
            <a:cxnSpLocks/>
            <a:stCxn id="8" idx="2"/>
            <a:endCxn id="68" idx="3"/>
          </p:cNvCxnSpPr>
          <p:nvPr/>
        </p:nvCxnSpPr>
        <p:spPr>
          <a:xfrm>
            <a:off x="9152106" y="2136842"/>
            <a:ext cx="419935" cy="436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FFC1EB0F-3E3C-4FD8-CEF0-3C4D3A506A11}"/>
              </a:ext>
            </a:extLst>
          </p:cNvPr>
          <p:cNvSpPr txBox="1"/>
          <p:nvPr/>
        </p:nvSpPr>
        <p:spPr>
          <a:xfrm>
            <a:off x="8922696" y="2090943"/>
            <a:ext cx="321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/>
              <a:t>…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3759899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梯形 29">
            <a:extLst>
              <a:ext uri="{FF2B5EF4-FFF2-40B4-BE49-F238E27FC236}">
                <a16:creationId xmlns:a16="http://schemas.microsoft.com/office/drawing/2014/main" id="{3D07DF00-BAE5-D5A3-6195-F0FFCC305C06}"/>
              </a:ext>
            </a:extLst>
          </p:cNvPr>
          <p:cNvSpPr/>
          <p:nvPr/>
        </p:nvSpPr>
        <p:spPr>
          <a:xfrm>
            <a:off x="2809875" y="1095374"/>
            <a:ext cx="7343775" cy="523875"/>
          </a:xfrm>
          <a:prstGeom prst="trapezoid">
            <a:avLst>
              <a:gd name="adj" fmla="val 301687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等腰三角形 30">
            <a:extLst>
              <a:ext uri="{FF2B5EF4-FFF2-40B4-BE49-F238E27FC236}">
                <a16:creationId xmlns:a16="http://schemas.microsoft.com/office/drawing/2014/main" id="{67DFF47E-CB9B-CCAD-F76F-BA021020E523}"/>
              </a:ext>
            </a:extLst>
          </p:cNvPr>
          <p:cNvSpPr/>
          <p:nvPr/>
        </p:nvSpPr>
        <p:spPr>
          <a:xfrm>
            <a:off x="4543425" y="390525"/>
            <a:ext cx="3895725" cy="647699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C3980F9C-F6C2-036F-E270-6A78BEF859DE}"/>
              </a:ext>
            </a:extLst>
          </p:cNvPr>
          <p:cNvCxnSpPr>
            <a:cxnSpLocks/>
            <a:stCxn id="31" idx="0"/>
          </p:cNvCxnSpPr>
          <p:nvPr/>
        </p:nvCxnSpPr>
        <p:spPr>
          <a:xfrm flipH="1">
            <a:off x="2914650" y="390525"/>
            <a:ext cx="3576638" cy="1190625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F9F0FAA4-0959-4454-15B8-D8A01B4FB2C6}"/>
              </a:ext>
            </a:extLst>
          </p:cNvPr>
          <p:cNvCxnSpPr>
            <a:cxnSpLocks/>
            <a:stCxn id="31" idx="0"/>
          </p:cNvCxnSpPr>
          <p:nvPr/>
        </p:nvCxnSpPr>
        <p:spPr>
          <a:xfrm>
            <a:off x="6491288" y="390525"/>
            <a:ext cx="3376612" cy="11239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D13916ED-38D5-463F-06C2-52AF330D70F1}"/>
              </a:ext>
            </a:extLst>
          </p:cNvPr>
          <p:cNvSpPr/>
          <p:nvPr/>
        </p:nvSpPr>
        <p:spPr>
          <a:xfrm>
            <a:off x="2809875" y="1766883"/>
            <a:ext cx="1390650" cy="523875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B54E8C64-13A3-1A30-BBF4-B22AA9D44249}"/>
              </a:ext>
            </a:extLst>
          </p:cNvPr>
          <p:cNvSpPr/>
          <p:nvPr/>
        </p:nvSpPr>
        <p:spPr>
          <a:xfrm>
            <a:off x="4285058" y="1733539"/>
            <a:ext cx="1390650" cy="523875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CF78DED-E7AC-5C82-E779-FA62859CA906}"/>
              </a:ext>
            </a:extLst>
          </p:cNvPr>
          <p:cNvSpPr/>
          <p:nvPr/>
        </p:nvSpPr>
        <p:spPr>
          <a:xfrm>
            <a:off x="5786437" y="1733539"/>
            <a:ext cx="1390650" cy="523875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E945F9B8-93A4-BA74-A248-E2CC71334B20}"/>
              </a:ext>
            </a:extLst>
          </p:cNvPr>
          <p:cNvSpPr/>
          <p:nvPr/>
        </p:nvSpPr>
        <p:spPr>
          <a:xfrm>
            <a:off x="7287816" y="1733539"/>
            <a:ext cx="1390650" cy="523875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6B8255C1-D578-10A0-9AB1-4C9F3CED6F66}"/>
              </a:ext>
            </a:extLst>
          </p:cNvPr>
          <p:cNvSpPr/>
          <p:nvPr/>
        </p:nvSpPr>
        <p:spPr>
          <a:xfrm>
            <a:off x="8763000" y="1733540"/>
            <a:ext cx="1390650" cy="523875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6A64A81C-961B-157C-87BE-B0BE6D4B6AC3}"/>
              </a:ext>
            </a:extLst>
          </p:cNvPr>
          <p:cNvSpPr/>
          <p:nvPr/>
        </p:nvSpPr>
        <p:spPr>
          <a:xfrm>
            <a:off x="2809875" y="2376481"/>
            <a:ext cx="1390650" cy="5238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382A36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B3AF74D2-9D35-9352-6E91-245E6EEDD425}"/>
              </a:ext>
            </a:extLst>
          </p:cNvPr>
          <p:cNvSpPr/>
          <p:nvPr/>
        </p:nvSpPr>
        <p:spPr>
          <a:xfrm>
            <a:off x="626269" y="1252537"/>
            <a:ext cx="1390650" cy="523875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C2665986-E53B-09F1-7831-6AEEA678CFE8}"/>
              </a:ext>
            </a:extLst>
          </p:cNvPr>
          <p:cNvSpPr/>
          <p:nvPr/>
        </p:nvSpPr>
        <p:spPr>
          <a:xfrm>
            <a:off x="4285058" y="2376481"/>
            <a:ext cx="1390650" cy="5238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781728E4-274B-537A-3E66-88907AF58057}"/>
              </a:ext>
            </a:extLst>
          </p:cNvPr>
          <p:cNvSpPr/>
          <p:nvPr/>
        </p:nvSpPr>
        <p:spPr>
          <a:xfrm>
            <a:off x="561975" y="3731422"/>
            <a:ext cx="1390650" cy="523875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F8ABF84E-5CD9-8673-E06E-6252556E782D}"/>
              </a:ext>
            </a:extLst>
          </p:cNvPr>
          <p:cNvSpPr/>
          <p:nvPr/>
        </p:nvSpPr>
        <p:spPr>
          <a:xfrm>
            <a:off x="8763000" y="2376481"/>
            <a:ext cx="1390650" cy="5238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F9CA7286-92BF-5E70-1593-4282FB59D7A3}"/>
              </a:ext>
            </a:extLst>
          </p:cNvPr>
          <p:cNvSpPr/>
          <p:nvPr/>
        </p:nvSpPr>
        <p:spPr>
          <a:xfrm>
            <a:off x="7287816" y="2376481"/>
            <a:ext cx="1390650" cy="5238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B33B859D-C4CA-2069-4EBE-C41954F1CBBA}"/>
              </a:ext>
            </a:extLst>
          </p:cNvPr>
          <p:cNvSpPr/>
          <p:nvPr/>
        </p:nvSpPr>
        <p:spPr>
          <a:xfrm>
            <a:off x="5786437" y="2376481"/>
            <a:ext cx="1390650" cy="5238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46997AA4-561A-20A7-763A-B1E25C2831F8}"/>
              </a:ext>
            </a:extLst>
          </p:cNvPr>
          <p:cNvSpPr/>
          <p:nvPr/>
        </p:nvSpPr>
        <p:spPr>
          <a:xfrm>
            <a:off x="3424237" y="3349268"/>
            <a:ext cx="161924" cy="1414458"/>
          </a:xfrm>
          <a:prstGeom prst="ellipse">
            <a:avLst/>
          </a:prstGeom>
          <a:gradFill flip="none" rotWithShape="1">
            <a:gsLst>
              <a:gs pos="0">
                <a:schemeClr val="accent2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2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2">
                  <a:lumMod val="20000"/>
                  <a:lumOff val="80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0A558051-331D-172B-3E97-0C24211427AC}"/>
              </a:ext>
            </a:extLst>
          </p:cNvPr>
          <p:cNvSpPr/>
          <p:nvPr/>
        </p:nvSpPr>
        <p:spPr>
          <a:xfrm rot="5400000">
            <a:off x="3842409" y="3231073"/>
            <a:ext cx="1012075" cy="1524572"/>
          </a:xfrm>
          <a:custGeom>
            <a:avLst/>
            <a:gdLst>
              <a:gd name="connsiteX0" fmla="*/ 506038 w 1012075"/>
              <a:gd name="connsiteY0" fmla="*/ 0 h 1524572"/>
              <a:gd name="connsiteX1" fmla="*/ 1012075 w 1012075"/>
              <a:gd name="connsiteY1" fmla="*/ 526734 h 1524572"/>
              <a:gd name="connsiteX2" fmla="*/ 751131 w 1012075"/>
              <a:gd name="connsiteY2" fmla="*/ 526734 h 1524572"/>
              <a:gd name="connsiteX3" fmla="*/ 751582 w 1012075"/>
              <a:gd name="connsiteY3" fmla="*/ 657901 h 1524572"/>
              <a:gd name="connsiteX4" fmla="*/ 789432 w 1012075"/>
              <a:gd name="connsiteY4" fmla="*/ 1024150 h 1524572"/>
              <a:gd name="connsiteX5" fmla="*/ 921852 w 1012075"/>
              <a:gd name="connsiteY5" fmla="*/ 1501283 h 1524572"/>
              <a:gd name="connsiteX6" fmla="*/ 933434 w 1012075"/>
              <a:gd name="connsiteY6" fmla="*/ 1524572 h 1524572"/>
              <a:gd name="connsiteX7" fmla="*/ 78642 w 1012075"/>
              <a:gd name="connsiteY7" fmla="*/ 1524572 h 1524572"/>
              <a:gd name="connsiteX8" fmla="*/ 89680 w 1012075"/>
              <a:gd name="connsiteY8" fmla="*/ 1502482 h 1524572"/>
              <a:gd name="connsiteX9" fmla="*/ 222681 w 1012075"/>
              <a:gd name="connsiteY9" fmla="*/ 1025950 h 1524572"/>
              <a:gd name="connsiteX10" fmla="*/ 260978 w 1012075"/>
              <a:gd name="connsiteY10" fmla="*/ 659873 h 1524572"/>
              <a:gd name="connsiteX11" fmla="*/ 261599 w 1012075"/>
              <a:gd name="connsiteY11" fmla="*/ 526734 h 1524572"/>
              <a:gd name="connsiteX12" fmla="*/ 0 w 1012075"/>
              <a:gd name="connsiteY12" fmla="*/ 526734 h 1524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12075" h="1524572">
                <a:moveTo>
                  <a:pt x="506038" y="0"/>
                </a:moveTo>
                <a:lnTo>
                  <a:pt x="1012075" y="526734"/>
                </a:lnTo>
                <a:lnTo>
                  <a:pt x="751131" y="526734"/>
                </a:lnTo>
                <a:lnTo>
                  <a:pt x="751582" y="657901"/>
                </a:lnTo>
                <a:cubicBezTo>
                  <a:pt x="755938" y="775036"/>
                  <a:pt x="768336" y="899045"/>
                  <a:pt x="789432" y="1024150"/>
                </a:cubicBezTo>
                <a:cubicBezTo>
                  <a:pt x="821077" y="1211807"/>
                  <a:pt x="867798" y="1375276"/>
                  <a:pt x="921852" y="1501283"/>
                </a:cubicBezTo>
                <a:lnTo>
                  <a:pt x="933434" y="1524572"/>
                </a:lnTo>
                <a:lnTo>
                  <a:pt x="78642" y="1524572"/>
                </a:lnTo>
                <a:lnTo>
                  <a:pt x="89680" y="1502482"/>
                </a:lnTo>
                <a:cubicBezTo>
                  <a:pt x="143888" y="1376719"/>
                  <a:pt x="190808" y="1213464"/>
                  <a:pt x="222681" y="1025950"/>
                </a:cubicBezTo>
                <a:cubicBezTo>
                  <a:pt x="243930" y="900941"/>
                  <a:pt x="256479" y="776987"/>
                  <a:pt x="260978" y="659873"/>
                </a:cubicBezTo>
                <a:lnTo>
                  <a:pt x="261599" y="526734"/>
                </a:lnTo>
                <a:lnTo>
                  <a:pt x="0" y="526734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37000">
                <a:srgbClr val="D1DCF0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0" name="Freeform 3">
            <a:extLst>
              <a:ext uri="{FF2B5EF4-FFF2-40B4-BE49-F238E27FC236}">
                <a16:creationId xmlns:a16="http://schemas.microsoft.com/office/drawing/2014/main" id="{A14F3823-8317-9317-1075-72A6D2BD4967}"/>
              </a:ext>
            </a:extLst>
          </p:cNvPr>
          <p:cNvSpPr/>
          <p:nvPr/>
        </p:nvSpPr>
        <p:spPr>
          <a:xfrm>
            <a:off x="6541749" y="3554311"/>
            <a:ext cx="2136717" cy="1875844"/>
          </a:xfrm>
          <a:custGeom>
            <a:avLst/>
            <a:gdLst/>
            <a:ahLst/>
            <a:cxnLst/>
            <a:rect l="l" t="t" r="r" b="b"/>
            <a:pathLst>
              <a:path w="795640" h="698500">
                <a:moveTo>
                  <a:pt x="781750" y="387871"/>
                </a:moveTo>
                <a:lnTo>
                  <a:pt x="623490" y="659879"/>
                </a:lnTo>
                <a:cubicBezTo>
                  <a:pt x="609578" y="683790"/>
                  <a:pt x="584002" y="698500"/>
                  <a:pt x="556338" y="698500"/>
                </a:cubicBezTo>
                <a:lnTo>
                  <a:pt x="239302" y="698500"/>
                </a:lnTo>
                <a:cubicBezTo>
                  <a:pt x="211638" y="698500"/>
                  <a:pt x="186062" y="683790"/>
                  <a:pt x="172150" y="659879"/>
                </a:cubicBezTo>
                <a:lnTo>
                  <a:pt x="13890" y="387871"/>
                </a:lnTo>
                <a:cubicBezTo>
                  <a:pt x="0" y="363997"/>
                  <a:pt x="0" y="334503"/>
                  <a:pt x="13890" y="310629"/>
                </a:cubicBezTo>
                <a:lnTo>
                  <a:pt x="172150" y="38621"/>
                </a:lnTo>
                <a:cubicBezTo>
                  <a:pt x="186062" y="14710"/>
                  <a:pt x="211638" y="0"/>
                  <a:pt x="239302" y="0"/>
                </a:cubicBezTo>
                <a:lnTo>
                  <a:pt x="556338" y="0"/>
                </a:lnTo>
                <a:cubicBezTo>
                  <a:pt x="584002" y="0"/>
                  <a:pt x="609578" y="14710"/>
                  <a:pt x="623490" y="38621"/>
                </a:cubicBezTo>
                <a:lnTo>
                  <a:pt x="781750" y="310629"/>
                </a:lnTo>
                <a:cubicBezTo>
                  <a:pt x="795640" y="334503"/>
                  <a:pt x="795640" y="363997"/>
                  <a:pt x="781750" y="387871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</p:sp>
    </p:spTree>
    <p:extLst>
      <p:ext uri="{BB962C8B-B14F-4D97-AF65-F5344CB8AC3E}">
        <p14:creationId xmlns:p14="http://schemas.microsoft.com/office/powerpoint/2010/main" val="22895567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75C3EC13-F74C-E800-2F70-0D352751A8EA}"/>
              </a:ext>
            </a:extLst>
          </p:cNvPr>
          <p:cNvSpPr/>
          <p:nvPr/>
        </p:nvSpPr>
        <p:spPr>
          <a:xfrm rot="5400000">
            <a:off x="1774246" y="-303935"/>
            <a:ext cx="1179371" cy="2982190"/>
          </a:xfrm>
          <a:custGeom>
            <a:avLst/>
            <a:gdLst>
              <a:gd name="connsiteX0" fmla="*/ 0 w 1179371"/>
              <a:gd name="connsiteY0" fmla="*/ 644236 h 2982190"/>
              <a:gd name="connsiteX1" fmla="*/ 589685 w 1179371"/>
              <a:gd name="connsiteY1" fmla="*/ 0 h 2982190"/>
              <a:gd name="connsiteX2" fmla="*/ 1179370 w 1179371"/>
              <a:gd name="connsiteY2" fmla="*/ 644236 h 2982190"/>
              <a:gd name="connsiteX3" fmla="*/ 1179371 w 1179371"/>
              <a:gd name="connsiteY3" fmla="*/ 644236 h 2982190"/>
              <a:gd name="connsiteX4" fmla="*/ 1179370 w 1179371"/>
              <a:gd name="connsiteY4" fmla="*/ 2982185 h 2982190"/>
              <a:gd name="connsiteX5" fmla="*/ 589688 w 1179371"/>
              <a:gd name="connsiteY5" fmla="*/ 2337954 h 2982190"/>
              <a:gd name="connsiteX6" fmla="*/ 3 w 1179371"/>
              <a:gd name="connsiteY6" fmla="*/ 2982189 h 2982190"/>
              <a:gd name="connsiteX7" fmla="*/ 1179370 w 1179371"/>
              <a:gd name="connsiteY7" fmla="*/ 2982189 h 2982190"/>
              <a:gd name="connsiteX8" fmla="*/ 1179370 w 1179371"/>
              <a:gd name="connsiteY8" fmla="*/ 2982190 h 2982190"/>
              <a:gd name="connsiteX9" fmla="*/ 1 w 1179371"/>
              <a:gd name="connsiteY9" fmla="*/ 2982190 h 2982190"/>
              <a:gd name="connsiteX10" fmla="*/ 2 w 1179371"/>
              <a:gd name="connsiteY10" fmla="*/ 644236 h 2982190"/>
              <a:gd name="connsiteX11" fmla="*/ 0 w 1179371"/>
              <a:gd name="connsiteY11" fmla="*/ 644236 h 2982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79371" h="2982190">
                <a:moveTo>
                  <a:pt x="0" y="644236"/>
                </a:moveTo>
                <a:lnTo>
                  <a:pt x="589685" y="0"/>
                </a:lnTo>
                <a:lnTo>
                  <a:pt x="1179370" y="644236"/>
                </a:lnTo>
                <a:lnTo>
                  <a:pt x="1179371" y="644236"/>
                </a:lnTo>
                <a:lnTo>
                  <a:pt x="1179370" y="2982185"/>
                </a:lnTo>
                <a:lnTo>
                  <a:pt x="589688" y="2337954"/>
                </a:lnTo>
                <a:lnTo>
                  <a:pt x="3" y="2982189"/>
                </a:lnTo>
                <a:lnTo>
                  <a:pt x="1179370" y="2982189"/>
                </a:lnTo>
                <a:lnTo>
                  <a:pt x="1179370" y="2982190"/>
                </a:lnTo>
                <a:lnTo>
                  <a:pt x="1" y="2982190"/>
                </a:lnTo>
                <a:lnTo>
                  <a:pt x="2" y="644236"/>
                </a:lnTo>
                <a:lnTo>
                  <a:pt x="0" y="644236"/>
                </a:lnTo>
                <a:close/>
              </a:path>
            </a:pathLst>
          </a:custGeom>
          <a:solidFill>
            <a:srgbClr val="93B5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r"/>
            <a:endParaRPr lang="zh-CN" altLang="en-US" dirty="0"/>
          </a:p>
        </p:txBody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B4D35BBB-42A8-7FD0-42E6-98E535FADABA}"/>
              </a:ext>
            </a:extLst>
          </p:cNvPr>
          <p:cNvSpPr/>
          <p:nvPr/>
        </p:nvSpPr>
        <p:spPr>
          <a:xfrm rot="5400000">
            <a:off x="6567918" y="-303934"/>
            <a:ext cx="1179371" cy="2982190"/>
          </a:xfrm>
          <a:custGeom>
            <a:avLst/>
            <a:gdLst>
              <a:gd name="connsiteX0" fmla="*/ 0 w 1179371"/>
              <a:gd name="connsiteY0" fmla="*/ 644236 h 2982190"/>
              <a:gd name="connsiteX1" fmla="*/ 589685 w 1179371"/>
              <a:gd name="connsiteY1" fmla="*/ 0 h 2982190"/>
              <a:gd name="connsiteX2" fmla="*/ 1179370 w 1179371"/>
              <a:gd name="connsiteY2" fmla="*/ 644236 h 2982190"/>
              <a:gd name="connsiteX3" fmla="*/ 1179371 w 1179371"/>
              <a:gd name="connsiteY3" fmla="*/ 644236 h 2982190"/>
              <a:gd name="connsiteX4" fmla="*/ 1179370 w 1179371"/>
              <a:gd name="connsiteY4" fmla="*/ 2982185 h 2982190"/>
              <a:gd name="connsiteX5" fmla="*/ 589688 w 1179371"/>
              <a:gd name="connsiteY5" fmla="*/ 2337954 h 2982190"/>
              <a:gd name="connsiteX6" fmla="*/ 3 w 1179371"/>
              <a:gd name="connsiteY6" fmla="*/ 2982189 h 2982190"/>
              <a:gd name="connsiteX7" fmla="*/ 1179370 w 1179371"/>
              <a:gd name="connsiteY7" fmla="*/ 2982189 h 2982190"/>
              <a:gd name="connsiteX8" fmla="*/ 1179370 w 1179371"/>
              <a:gd name="connsiteY8" fmla="*/ 2982190 h 2982190"/>
              <a:gd name="connsiteX9" fmla="*/ 1 w 1179371"/>
              <a:gd name="connsiteY9" fmla="*/ 2982190 h 2982190"/>
              <a:gd name="connsiteX10" fmla="*/ 2 w 1179371"/>
              <a:gd name="connsiteY10" fmla="*/ 644236 h 2982190"/>
              <a:gd name="connsiteX11" fmla="*/ 0 w 1179371"/>
              <a:gd name="connsiteY11" fmla="*/ 644236 h 2982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79371" h="2982190">
                <a:moveTo>
                  <a:pt x="0" y="644236"/>
                </a:moveTo>
                <a:lnTo>
                  <a:pt x="589685" y="0"/>
                </a:lnTo>
                <a:lnTo>
                  <a:pt x="1179370" y="644236"/>
                </a:lnTo>
                <a:lnTo>
                  <a:pt x="1179371" y="644236"/>
                </a:lnTo>
                <a:lnTo>
                  <a:pt x="1179370" y="2982185"/>
                </a:lnTo>
                <a:lnTo>
                  <a:pt x="589688" y="2337954"/>
                </a:lnTo>
                <a:lnTo>
                  <a:pt x="3" y="2982189"/>
                </a:lnTo>
                <a:lnTo>
                  <a:pt x="1179370" y="2982189"/>
                </a:lnTo>
                <a:lnTo>
                  <a:pt x="1179370" y="2982190"/>
                </a:lnTo>
                <a:lnTo>
                  <a:pt x="1" y="2982190"/>
                </a:lnTo>
                <a:lnTo>
                  <a:pt x="2" y="644236"/>
                </a:lnTo>
                <a:lnTo>
                  <a:pt x="0" y="644236"/>
                </a:lnTo>
                <a:close/>
              </a:path>
            </a:pathLst>
          </a:custGeom>
          <a:solidFill>
            <a:srgbClr val="B2BA9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r"/>
            <a:endParaRPr lang="zh-CN" altLang="en-US" dirty="0"/>
          </a:p>
        </p:txBody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7F77A337-72ED-4714-CC21-6814579EEF10}"/>
              </a:ext>
            </a:extLst>
          </p:cNvPr>
          <p:cNvSpPr/>
          <p:nvPr/>
        </p:nvSpPr>
        <p:spPr>
          <a:xfrm rot="5400000">
            <a:off x="8964753" y="-303934"/>
            <a:ext cx="1179371" cy="2982190"/>
          </a:xfrm>
          <a:custGeom>
            <a:avLst/>
            <a:gdLst>
              <a:gd name="connsiteX0" fmla="*/ 0 w 1179371"/>
              <a:gd name="connsiteY0" fmla="*/ 644236 h 2982190"/>
              <a:gd name="connsiteX1" fmla="*/ 589685 w 1179371"/>
              <a:gd name="connsiteY1" fmla="*/ 0 h 2982190"/>
              <a:gd name="connsiteX2" fmla="*/ 1179370 w 1179371"/>
              <a:gd name="connsiteY2" fmla="*/ 644236 h 2982190"/>
              <a:gd name="connsiteX3" fmla="*/ 1179371 w 1179371"/>
              <a:gd name="connsiteY3" fmla="*/ 644236 h 2982190"/>
              <a:gd name="connsiteX4" fmla="*/ 1179370 w 1179371"/>
              <a:gd name="connsiteY4" fmla="*/ 2982185 h 2982190"/>
              <a:gd name="connsiteX5" fmla="*/ 589688 w 1179371"/>
              <a:gd name="connsiteY5" fmla="*/ 2337954 h 2982190"/>
              <a:gd name="connsiteX6" fmla="*/ 3 w 1179371"/>
              <a:gd name="connsiteY6" fmla="*/ 2982189 h 2982190"/>
              <a:gd name="connsiteX7" fmla="*/ 1179370 w 1179371"/>
              <a:gd name="connsiteY7" fmla="*/ 2982189 h 2982190"/>
              <a:gd name="connsiteX8" fmla="*/ 1179370 w 1179371"/>
              <a:gd name="connsiteY8" fmla="*/ 2982190 h 2982190"/>
              <a:gd name="connsiteX9" fmla="*/ 1 w 1179371"/>
              <a:gd name="connsiteY9" fmla="*/ 2982190 h 2982190"/>
              <a:gd name="connsiteX10" fmla="*/ 2 w 1179371"/>
              <a:gd name="connsiteY10" fmla="*/ 644236 h 2982190"/>
              <a:gd name="connsiteX11" fmla="*/ 0 w 1179371"/>
              <a:gd name="connsiteY11" fmla="*/ 644236 h 2982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79371" h="2982190">
                <a:moveTo>
                  <a:pt x="0" y="644236"/>
                </a:moveTo>
                <a:lnTo>
                  <a:pt x="589685" y="0"/>
                </a:lnTo>
                <a:lnTo>
                  <a:pt x="1179370" y="644236"/>
                </a:lnTo>
                <a:lnTo>
                  <a:pt x="1179371" y="644236"/>
                </a:lnTo>
                <a:lnTo>
                  <a:pt x="1179370" y="2982185"/>
                </a:lnTo>
                <a:lnTo>
                  <a:pt x="589688" y="2337954"/>
                </a:lnTo>
                <a:lnTo>
                  <a:pt x="3" y="2982189"/>
                </a:lnTo>
                <a:lnTo>
                  <a:pt x="1179370" y="2982189"/>
                </a:lnTo>
                <a:lnTo>
                  <a:pt x="1179370" y="2982190"/>
                </a:lnTo>
                <a:lnTo>
                  <a:pt x="1" y="2982190"/>
                </a:lnTo>
                <a:lnTo>
                  <a:pt x="2" y="644236"/>
                </a:lnTo>
                <a:lnTo>
                  <a:pt x="0" y="644236"/>
                </a:lnTo>
                <a:close/>
              </a:path>
            </a:pathLst>
          </a:custGeom>
          <a:solidFill>
            <a:srgbClr val="F0D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r"/>
            <a:endParaRPr lang="zh-CN" altLang="en-US" dirty="0"/>
          </a:p>
        </p:txBody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2E4825CE-B11D-1AA2-4D95-420BEBC9A640}"/>
              </a:ext>
            </a:extLst>
          </p:cNvPr>
          <p:cNvSpPr/>
          <p:nvPr/>
        </p:nvSpPr>
        <p:spPr>
          <a:xfrm rot="5400000">
            <a:off x="4171082" y="-303934"/>
            <a:ext cx="1179371" cy="2982190"/>
          </a:xfrm>
          <a:custGeom>
            <a:avLst/>
            <a:gdLst>
              <a:gd name="connsiteX0" fmla="*/ 0 w 1179371"/>
              <a:gd name="connsiteY0" fmla="*/ 644236 h 2982190"/>
              <a:gd name="connsiteX1" fmla="*/ 589685 w 1179371"/>
              <a:gd name="connsiteY1" fmla="*/ 0 h 2982190"/>
              <a:gd name="connsiteX2" fmla="*/ 1179370 w 1179371"/>
              <a:gd name="connsiteY2" fmla="*/ 644236 h 2982190"/>
              <a:gd name="connsiteX3" fmla="*/ 1179371 w 1179371"/>
              <a:gd name="connsiteY3" fmla="*/ 644236 h 2982190"/>
              <a:gd name="connsiteX4" fmla="*/ 1179370 w 1179371"/>
              <a:gd name="connsiteY4" fmla="*/ 2982185 h 2982190"/>
              <a:gd name="connsiteX5" fmla="*/ 589688 w 1179371"/>
              <a:gd name="connsiteY5" fmla="*/ 2337954 h 2982190"/>
              <a:gd name="connsiteX6" fmla="*/ 3 w 1179371"/>
              <a:gd name="connsiteY6" fmla="*/ 2982189 h 2982190"/>
              <a:gd name="connsiteX7" fmla="*/ 1179370 w 1179371"/>
              <a:gd name="connsiteY7" fmla="*/ 2982189 h 2982190"/>
              <a:gd name="connsiteX8" fmla="*/ 1179370 w 1179371"/>
              <a:gd name="connsiteY8" fmla="*/ 2982190 h 2982190"/>
              <a:gd name="connsiteX9" fmla="*/ 1 w 1179371"/>
              <a:gd name="connsiteY9" fmla="*/ 2982190 h 2982190"/>
              <a:gd name="connsiteX10" fmla="*/ 2 w 1179371"/>
              <a:gd name="connsiteY10" fmla="*/ 644236 h 2982190"/>
              <a:gd name="connsiteX11" fmla="*/ 0 w 1179371"/>
              <a:gd name="connsiteY11" fmla="*/ 644236 h 2982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79371" h="2982190">
                <a:moveTo>
                  <a:pt x="0" y="644236"/>
                </a:moveTo>
                <a:lnTo>
                  <a:pt x="589685" y="0"/>
                </a:lnTo>
                <a:lnTo>
                  <a:pt x="1179370" y="644236"/>
                </a:lnTo>
                <a:lnTo>
                  <a:pt x="1179371" y="644236"/>
                </a:lnTo>
                <a:lnTo>
                  <a:pt x="1179370" y="2982185"/>
                </a:lnTo>
                <a:lnTo>
                  <a:pt x="589688" y="2337954"/>
                </a:lnTo>
                <a:lnTo>
                  <a:pt x="3" y="2982189"/>
                </a:lnTo>
                <a:lnTo>
                  <a:pt x="1179370" y="2982189"/>
                </a:lnTo>
                <a:lnTo>
                  <a:pt x="1179370" y="2982190"/>
                </a:lnTo>
                <a:lnTo>
                  <a:pt x="1" y="2982190"/>
                </a:lnTo>
                <a:lnTo>
                  <a:pt x="2" y="644236"/>
                </a:lnTo>
                <a:lnTo>
                  <a:pt x="0" y="644236"/>
                </a:lnTo>
                <a:close/>
              </a:path>
            </a:pathLst>
          </a:custGeom>
          <a:solidFill>
            <a:srgbClr val="FF7F7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r"/>
            <a:endParaRPr lang="zh-CN" altLang="en-US" dirty="0"/>
          </a:p>
        </p:txBody>
      </p: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6982A45-7974-0108-40F3-42DAD34BB859}"/>
              </a:ext>
            </a:extLst>
          </p:cNvPr>
          <p:cNvGrpSpPr/>
          <p:nvPr/>
        </p:nvGrpSpPr>
        <p:grpSpPr>
          <a:xfrm>
            <a:off x="1071014" y="2213262"/>
            <a:ext cx="2275610" cy="2369129"/>
            <a:chOff x="841663" y="2213262"/>
            <a:chExt cx="2275610" cy="2369129"/>
          </a:xfrm>
        </p:grpSpPr>
        <p:sp>
          <p:nvSpPr>
            <p:cNvPr id="42" name="流程图: 接点 41">
              <a:extLst>
                <a:ext uri="{FF2B5EF4-FFF2-40B4-BE49-F238E27FC236}">
                  <a16:creationId xmlns:a16="http://schemas.microsoft.com/office/drawing/2014/main" id="{CC3A44BC-7C6D-544C-FDF0-E737C126964A}"/>
                </a:ext>
              </a:extLst>
            </p:cNvPr>
            <p:cNvSpPr/>
            <p:nvPr/>
          </p:nvSpPr>
          <p:spPr>
            <a:xfrm flipH="1">
              <a:off x="841663" y="2213262"/>
              <a:ext cx="62346" cy="62346"/>
            </a:xfrm>
            <a:prstGeom prst="flowChartConnector">
              <a:avLst/>
            </a:prstGeom>
            <a:ln w="25400">
              <a:solidFill>
                <a:srgbClr val="93B5C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9DB3AD4E-D65F-2DD7-6B4A-25B7806390D4}"/>
                </a:ext>
              </a:extLst>
            </p:cNvPr>
            <p:cNvCxnSpPr>
              <a:cxnSpLocks/>
            </p:cNvCxnSpPr>
            <p:nvPr/>
          </p:nvCxnSpPr>
          <p:spPr>
            <a:xfrm>
              <a:off x="872836" y="2275609"/>
              <a:ext cx="1261" cy="2306782"/>
            </a:xfrm>
            <a:prstGeom prst="line">
              <a:avLst/>
            </a:prstGeom>
            <a:ln w="25400">
              <a:solidFill>
                <a:srgbClr val="93B5C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2895E6F9-9EEB-8461-6262-317A638673B1}"/>
                </a:ext>
              </a:extLst>
            </p:cNvPr>
            <p:cNvCxnSpPr>
              <a:cxnSpLocks/>
            </p:cNvCxnSpPr>
            <p:nvPr/>
          </p:nvCxnSpPr>
          <p:spPr>
            <a:xfrm>
              <a:off x="872836" y="4582391"/>
              <a:ext cx="2244437" cy="0"/>
            </a:xfrm>
            <a:prstGeom prst="straightConnector1">
              <a:avLst/>
            </a:prstGeom>
            <a:ln w="25400">
              <a:solidFill>
                <a:srgbClr val="93B5C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30712846-A106-7ECF-E614-1168873C2761}"/>
              </a:ext>
            </a:extLst>
          </p:cNvPr>
          <p:cNvGrpSpPr/>
          <p:nvPr/>
        </p:nvGrpSpPr>
        <p:grpSpPr>
          <a:xfrm>
            <a:off x="3556748" y="2213262"/>
            <a:ext cx="2275610" cy="2369129"/>
            <a:chOff x="841663" y="2213262"/>
            <a:chExt cx="2275610" cy="2369129"/>
          </a:xfrm>
        </p:grpSpPr>
        <p:sp>
          <p:nvSpPr>
            <p:cNvPr id="52" name="流程图: 接点 51">
              <a:extLst>
                <a:ext uri="{FF2B5EF4-FFF2-40B4-BE49-F238E27FC236}">
                  <a16:creationId xmlns:a16="http://schemas.microsoft.com/office/drawing/2014/main" id="{7230097B-3D7C-CAC5-CFD1-D70892782A28}"/>
                </a:ext>
              </a:extLst>
            </p:cNvPr>
            <p:cNvSpPr/>
            <p:nvPr/>
          </p:nvSpPr>
          <p:spPr>
            <a:xfrm flipH="1">
              <a:off x="841663" y="2213262"/>
              <a:ext cx="62346" cy="62346"/>
            </a:xfrm>
            <a:prstGeom prst="flowChartConnector">
              <a:avLst/>
            </a:prstGeom>
            <a:ln w="25400">
              <a:solidFill>
                <a:srgbClr val="FF7F7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B2334232-C4A1-97A3-908F-698FB395E9BE}"/>
                </a:ext>
              </a:extLst>
            </p:cNvPr>
            <p:cNvCxnSpPr>
              <a:cxnSpLocks/>
            </p:cNvCxnSpPr>
            <p:nvPr/>
          </p:nvCxnSpPr>
          <p:spPr>
            <a:xfrm>
              <a:off x="872836" y="2275609"/>
              <a:ext cx="1261" cy="2306782"/>
            </a:xfrm>
            <a:prstGeom prst="line">
              <a:avLst/>
            </a:prstGeom>
            <a:ln w="25400">
              <a:solidFill>
                <a:srgbClr val="FF7F7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269D097E-C5A9-3591-32A4-A8B6076DD5CE}"/>
                </a:ext>
              </a:extLst>
            </p:cNvPr>
            <p:cNvCxnSpPr>
              <a:cxnSpLocks/>
            </p:cNvCxnSpPr>
            <p:nvPr/>
          </p:nvCxnSpPr>
          <p:spPr>
            <a:xfrm>
              <a:off x="872836" y="4582391"/>
              <a:ext cx="2244437" cy="0"/>
            </a:xfrm>
            <a:prstGeom prst="straightConnector1">
              <a:avLst/>
            </a:prstGeom>
            <a:ln w="25400">
              <a:solidFill>
                <a:srgbClr val="FF7F7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F49F6022-D270-E294-AB09-C1B0A5CF317A}"/>
              </a:ext>
            </a:extLst>
          </p:cNvPr>
          <p:cNvGrpSpPr/>
          <p:nvPr/>
        </p:nvGrpSpPr>
        <p:grpSpPr>
          <a:xfrm>
            <a:off x="6091009" y="2213262"/>
            <a:ext cx="2275610" cy="2369129"/>
            <a:chOff x="841663" y="2213262"/>
            <a:chExt cx="2275610" cy="2369129"/>
          </a:xfrm>
        </p:grpSpPr>
        <p:sp>
          <p:nvSpPr>
            <p:cNvPr id="56" name="流程图: 接点 55">
              <a:extLst>
                <a:ext uri="{FF2B5EF4-FFF2-40B4-BE49-F238E27FC236}">
                  <a16:creationId xmlns:a16="http://schemas.microsoft.com/office/drawing/2014/main" id="{D8D93713-4801-321E-248A-2F4444CF2063}"/>
                </a:ext>
              </a:extLst>
            </p:cNvPr>
            <p:cNvSpPr/>
            <p:nvPr/>
          </p:nvSpPr>
          <p:spPr>
            <a:xfrm flipH="1">
              <a:off x="841663" y="2213262"/>
              <a:ext cx="62346" cy="62346"/>
            </a:xfrm>
            <a:prstGeom prst="flowChartConnector">
              <a:avLst/>
            </a:prstGeom>
            <a:ln w="25400">
              <a:solidFill>
                <a:srgbClr val="B2BA9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566329A7-BCFD-6730-7CC6-C50EEFC0A9D0}"/>
                </a:ext>
              </a:extLst>
            </p:cNvPr>
            <p:cNvCxnSpPr>
              <a:cxnSpLocks/>
            </p:cNvCxnSpPr>
            <p:nvPr/>
          </p:nvCxnSpPr>
          <p:spPr>
            <a:xfrm>
              <a:off x="872836" y="2275609"/>
              <a:ext cx="1261" cy="2306782"/>
            </a:xfrm>
            <a:prstGeom prst="line">
              <a:avLst/>
            </a:prstGeom>
            <a:ln w="25400">
              <a:solidFill>
                <a:srgbClr val="B2BA9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091622E5-5CCC-35E1-39BF-04CD11948E18}"/>
                </a:ext>
              </a:extLst>
            </p:cNvPr>
            <p:cNvCxnSpPr>
              <a:cxnSpLocks/>
            </p:cNvCxnSpPr>
            <p:nvPr/>
          </p:nvCxnSpPr>
          <p:spPr>
            <a:xfrm>
              <a:off x="872836" y="4582391"/>
              <a:ext cx="2244437" cy="0"/>
            </a:xfrm>
            <a:prstGeom prst="straightConnector1">
              <a:avLst/>
            </a:prstGeom>
            <a:ln w="25400">
              <a:solidFill>
                <a:srgbClr val="B2BA9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33602E14-7391-AA93-1C72-18840C988D1E}"/>
              </a:ext>
            </a:extLst>
          </p:cNvPr>
          <p:cNvGrpSpPr/>
          <p:nvPr/>
        </p:nvGrpSpPr>
        <p:grpSpPr>
          <a:xfrm>
            <a:off x="8642961" y="2213262"/>
            <a:ext cx="2275610" cy="2369129"/>
            <a:chOff x="841663" y="2213262"/>
            <a:chExt cx="2275610" cy="2369129"/>
          </a:xfrm>
        </p:grpSpPr>
        <p:sp>
          <p:nvSpPr>
            <p:cNvPr id="60" name="流程图: 接点 59">
              <a:extLst>
                <a:ext uri="{FF2B5EF4-FFF2-40B4-BE49-F238E27FC236}">
                  <a16:creationId xmlns:a16="http://schemas.microsoft.com/office/drawing/2014/main" id="{2C02E92A-BB3F-CC48-0954-10E0C225BBB3}"/>
                </a:ext>
              </a:extLst>
            </p:cNvPr>
            <p:cNvSpPr/>
            <p:nvPr/>
          </p:nvSpPr>
          <p:spPr>
            <a:xfrm flipH="1">
              <a:off x="841663" y="2213262"/>
              <a:ext cx="62346" cy="62346"/>
            </a:xfrm>
            <a:prstGeom prst="flowChartConnector">
              <a:avLst/>
            </a:prstGeom>
            <a:ln w="25400">
              <a:solidFill>
                <a:srgbClr val="F0D6B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AF8C989A-DFF6-3E3A-70D7-4BA71845D431}"/>
                </a:ext>
              </a:extLst>
            </p:cNvPr>
            <p:cNvCxnSpPr>
              <a:cxnSpLocks/>
            </p:cNvCxnSpPr>
            <p:nvPr/>
          </p:nvCxnSpPr>
          <p:spPr>
            <a:xfrm>
              <a:off x="872836" y="2275609"/>
              <a:ext cx="1261" cy="2306782"/>
            </a:xfrm>
            <a:prstGeom prst="line">
              <a:avLst/>
            </a:prstGeom>
            <a:ln w="25400">
              <a:solidFill>
                <a:srgbClr val="F0D6B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DBAD341D-9C78-4863-A5A0-28C56634ED16}"/>
                </a:ext>
              </a:extLst>
            </p:cNvPr>
            <p:cNvCxnSpPr>
              <a:cxnSpLocks/>
            </p:cNvCxnSpPr>
            <p:nvPr/>
          </p:nvCxnSpPr>
          <p:spPr>
            <a:xfrm>
              <a:off x="872836" y="4582391"/>
              <a:ext cx="2244437" cy="0"/>
            </a:xfrm>
            <a:prstGeom prst="straightConnector1">
              <a:avLst/>
            </a:prstGeom>
            <a:ln w="25400">
              <a:solidFill>
                <a:srgbClr val="F0D6B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701164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流程图: 接点 21">
            <a:extLst>
              <a:ext uri="{FF2B5EF4-FFF2-40B4-BE49-F238E27FC236}">
                <a16:creationId xmlns:a16="http://schemas.microsoft.com/office/drawing/2014/main" id="{257A29B6-15CD-9CC0-10DF-514EA359E7E8}"/>
              </a:ext>
            </a:extLst>
          </p:cNvPr>
          <p:cNvSpPr/>
          <p:nvPr/>
        </p:nvSpPr>
        <p:spPr>
          <a:xfrm>
            <a:off x="4076242" y="1266367"/>
            <a:ext cx="4187149" cy="4187149"/>
          </a:xfrm>
          <a:prstGeom prst="flowChartConnector">
            <a:avLst/>
          </a:prstGeom>
          <a:solidFill>
            <a:srgbClr val="F0D6B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85318754-7452-D0EB-A4B6-D47BE885A5F4}"/>
              </a:ext>
            </a:extLst>
          </p:cNvPr>
          <p:cNvGrpSpPr/>
          <p:nvPr/>
        </p:nvGrpSpPr>
        <p:grpSpPr>
          <a:xfrm>
            <a:off x="4249040" y="1439166"/>
            <a:ext cx="3841554" cy="3841554"/>
            <a:chOff x="4249040" y="1439166"/>
            <a:chExt cx="3841554" cy="3841554"/>
          </a:xfrm>
        </p:grpSpPr>
        <p:sp>
          <p:nvSpPr>
            <p:cNvPr id="12" name="流程图: 接点 11">
              <a:extLst>
                <a:ext uri="{FF2B5EF4-FFF2-40B4-BE49-F238E27FC236}">
                  <a16:creationId xmlns:a16="http://schemas.microsoft.com/office/drawing/2014/main" id="{68B32A4B-C2D6-A72E-4D7E-DF0F7A9306DE}"/>
                </a:ext>
              </a:extLst>
            </p:cNvPr>
            <p:cNvSpPr/>
            <p:nvPr/>
          </p:nvSpPr>
          <p:spPr>
            <a:xfrm>
              <a:off x="4249040" y="1439166"/>
              <a:ext cx="3841554" cy="3841554"/>
            </a:xfrm>
            <a:prstGeom prst="flowChartConnector">
              <a:avLst/>
            </a:prstGeom>
            <a:blipFill>
              <a:blip r:embed="rId2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A4CC9330-E3C0-95EA-2216-1EED69EEFB5D}"/>
                </a:ext>
              </a:extLst>
            </p:cNvPr>
            <p:cNvGrpSpPr/>
            <p:nvPr/>
          </p:nvGrpSpPr>
          <p:grpSpPr>
            <a:xfrm>
              <a:off x="4405309" y="1628775"/>
              <a:ext cx="3529016" cy="3570683"/>
              <a:chOff x="4405309" y="1628775"/>
              <a:chExt cx="3529016" cy="3570683"/>
            </a:xfrm>
          </p:grpSpPr>
          <p:sp>
            <p:nvSpPr>
              <p:cNvPr id="8" name="任意多边形: 形状 7">
                <a:extLst>
                  <a:ext uri="{FF2B5EF4-FFF2-40B4-BE49-F238E27FC236}">
                    <a16:creationId xmlns:a16="http://schemas.microsoft.com/office/drawing/2014/main" id="{F1AF4638-DD2E-71C6-F81D-1F9ED6DBE8A0}"/>
                  </a:ext>
                </a:extLst>
              </p:cNvPr>
              <p:cNvSpPr/>
              <p:nvPr/>
            </p:nvSpPr>
            <p:spPr>
              <a:xfrm>
                <a:off x="4719636" y="1872853"/>
                <a:ext cx="2900364" cy="2974180"/>
              </a:xfrm>
              <a:custGeom>
                <a:avLst/>
                <a:gdLst>
                  <a:gd name="connsiteX0" fmla="*/ 1450182 w 2900364"/>
                  <a:gd name="connsiteY0" fmla="*/ 0 h 2974180"/>
                  <a:gd name="connsiteX1" fmla="*/ 2900364 w 2900364"/>
                  <a:gd name="connsiteY1" fmla="*/ 1487090 h 2974180"/>
                  <a:gd name="connsiteX2" fmla="*/ 1450182 w 2900364"/>
                  <a:gd name="connsiteY2" fmla="*/ 2974180 h 2974180"/>
                  <a:gd name="connsiteX3" fmla="*/ 0 w 2900364"/>
                  <a:gd name="connsiteY3" fmla="*/ 1487090 h 2974180"/>
                  <a:gd name="connsiteX4" fmla="*/ 1450182 w 2900364"/>
                  <a:gd name="connsiteY4" fmla="*/ 0 h 2974180"/>
                  <a:gd name="connsiteX5" fmla="*/ 1450183 w 2900364"/>
                  <a:gd name="connsiteY5" fmla="*/ 155972 h 2974180"/>
                  <a:gd name="connsiteX6" fmla="*/ 114301 w 2900364"/>
                  <a:gd name="connsiteY6" fmla="*/ 1487091 h 2974180"/>
                  <a:gd name="connsiteX7" fmla="*/ 1450183 w 2900364"/>
                  <a:gd name="connsiteY7" fmla="*/ 2818210 h 2974180"/>
                  <a:gd name="connsiteX8" fmla="*/ 2786065 w 2900364"/>
                  <a:gd name="connsiteY8" fmla="*/ 1487091 h 2974180"/>
                  <a:gd name="connsiteX9" fmla="*/ 1450183 w 2900364"/>
                  <a:gd name="connsiteY9" fmla="*/ 155972 h 29741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900364" h="2974180">
                    <a:moveTo>
                      <a:pt x="1450182" y="0"/>
                    </a:moveTo>
                    <a:cubicBezTo>
                      <a:pt x="2251095" y="0"/>
                      <a:pt x="2900364" y="665793"/>
                      <a:pt x="2900364" y="1487090"/>
                    </a:cubicBezTo>
                    <a:cubicBezTo>
                      <a:pt x="2900364" y="2308387"/>
                      <a:pt x="2251095" y="2974180"/>
                      <a:pt x="1450182" y="2974180"/>
                    </a:cubicBezTo>
                    <a:cubicBezTo>
                      <a:pt x="649269" y="2974180"/>
                      <a:pt x="0" y="2308387"/>
                      <a:pt x="0" y="1487090"/>
                    </a:cubicBezTo>
                    <a:cubicBezTo>
                      <a:pt x="0" y="665793"/>
                      <a:pt x="649269" y="0"/>
                      <a:pt x="1450182" y="0"/>
                    </a:cubicBezTo>
                    <a:close/>
                    <a:moveTo>
                      <a:pt x="1450183" y="155972"/>
                    </a:moveTo>
                    <a:cubicBezTo>
                      <a:pt x="712396" y="155972"/>
                      <a:pt x="114301" y="751934"/>
                      <a:pt x="114301" y="1487091"/>
                    </a:cubicBezTo>
                    <a:cubicBezTo>
                      <a:pt x="114301" y="2222248"/>
                      <a:pt x="712396" y="2818210"/>
                      <a:pt x="1450183" y="2818210"/>
                    </a:cubicBezTo>
                    <a:cubicBezTo>
                      <a:pt x="2187970" y="2818210"/>
                      <a:pt x="2786065" y="2222248"/>
                      <a:pt x="2786065" y="1487091"/>
                    </a:cubicBezTo>
                    <a:cubicBezTo>
                      <a:pt x="2786065" y="751934"/>
                      <a:pt x="2187970" y="155972"/>
                      <a:pt x="1450183" y="155972"/>
                    </a:cubicBezTo>
                    <a:close/>
                  </a:path>
                </a:pathLst>
              </a:cu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任意多边形: 形状 6">
                <a:extLst>
                  <a:ext uri="{FF2B5EF4-FFF2-40B4-BE49-F238E27FC236}">
                    <a16:creationId xmlns:a16="http://schemas.microsoft.com/office/drawing/2014/main" id="{29A09B4F-83EE-5D4E-DF24-E0006A5FB867}"/>
                  </a:ext>
                </a:extLst>
              </p:cNvPr>
              <p:cNvSpPr/>
              <p:nvPr/>
            </p:nvSpPr>
            <p:spPr>
              <a:xfrm>
                <a:off x="4405309" y="1628775"/>
                <a:ext cx="3529016" cy="3462336"/>
              </a:xfrm>
              <a:custGeom>
                <a:avLst/>
                <a:gdLst>
                  <a:gd name="connsiteX0" fmla="*/ 1764508 w 3529016"/>
                  <a:gd name="connsiteY0" fmla="*/ 0 h 3462336"/>
                  <a:gd name="connsiteX1" fmla="*/ 3529016 w 3529016"/>
                  <a:gd name="connsiteY1" fmla="*/ 1731168 h 3462336"/>
                  <a:gd name="connsiteX2" fmla="*/ 1764508 w 3529016"/>
                  <a:gd name="connsiteY2" fmla="*/ 3462336 h 3462336"/>
                  <a:gd name="connsiteX3" fmla="*/ 0 w 3529016"/>
                  <a:gd name="connsiteY3" fmla="*/ 1731168 h 3462336"/>
                  <a:gd name="connsiteX4" fmla="*/ 1764508 w 3529016"/>
                  <a:gd name="connsiteY4" fmla="*/ 0 h 3462336"/>
                  <a:gd name="connsiteX5" fmla="*/ 1764509 w 3529016"/>
                  <a:gd name="connsiteY5" fmla="*/ 244078 h 3462336"/>
                  <a:gd name="connsiteX6" fmla="*/ 314327 w 3529016"/>
                  <a:gd name="connsiteY6" fmla="*/ 1731168 h 3462336"/>
                  <a:gd name="connsiteX7" fmla="*/ 1764509 w 3529016"/>
                  <a:gd name="connsiteY7" fmla="*/ 3218258 h 3462336"/>
                  <a:gd name="connsiteX8" fmla="*/ 3214691 w 3529016"/>
                  <a:gd name="connsiteY8" fmla="*/ 1731168 h 3462336"/>
                  <a:gd name="connsiteX9" fmla="*/ 1764509 w 3529016"/>
                  <a:gd name="connsiteY9" fmla="*/ 244078 h 3462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529016" h="3462336">
                    <a:moveTo>
                      <a:pt x="1764508" y="0"/>
                    </a:moveTo>
                    <a:cubicBezTo>
                      <a:pt x="2739019" y="0"/>
                      <a:pt x="3529016" y="775070"/>
                      <a:pt x="3529016" y="1731168"/>
                    </a:cubicBezTo>
                    <a:cubicBezTo>
                      <a:pt x="3529016" y="2687266"/>
                      <a:pt x="2739019" y="3462336"/>
                      <a:pt x="1764508" y="3462336"/>
                    </a:cubicBezTo>
                    <a:cubicBezTo>
                      <a:pt x="789997" y="3462336"/>
                      <a:pt x="0" y="2687266"/>
                      <a:pt x="0" y="1731168"/>
                    </a:cubicBezTo>
                    <a:cubicBezTo>
                      <a:pt x="0" y="775070"/>
                      <a:pt x="789997" y="0"/>
                      <a:pt x="1764508" y="0"/>
                    </a:cubicBezTo>
                    <a:close/>
                    <a:moveTo>
                      <a:pt x="1764509" y="244078"/>
                    </a:moveTo>
                    <a:cubicBezTo>
                      <a:pt x="963596" y="244078"/>
                      <a:pt x="314327" y="909871"/>
                      <a:pt x="314327" y="1731168"/>
                    </a:cubicBezTo>
                    <a:cubicBezTo>
                      <a:pt x="314327" y="2552465"/>
                      <a:pt x="963596" y="3218258"/>
                      <a:pt x="1764509" y="3218258"/>
                    </a:cubicBezTo>
                    <a:cubicBezTo>
                      <a:pt x="2565422" y="3218258"/>
                      <a:pt x="3214691" y="2552465"/>
                      <a:pt x="3214691" y="1731168"/>
                    </a:cubicBezTo>
                    <a:cubicBezTo>
                      <a:pt x="3214691" y="909871"/>
                      <a:pt x="2565422" y="244078"/>
                      <a:pt x="1764509" y="244078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任意多边形: 形状 5">
                <a:extLst>
                  <a:ext uri="{FF2B5EF4-FFF2-40B4-BE49-F238E27FC236}">
                    <a16:creationId xmlns:a16="http://schemas.microsoft.com/office/drawing/2014/main" id="{6B7BF6CF-6D7C-F10B-CF0B-93370A24D6B1}"/>
                  </a:ext>
                </a:extLst>
              </p:cNvPr>
              <p:cNvSpPr/>
              <p:nvPr/>
            </p:nvSpPr>
            <p:spPr>
              <a:xfrm>
                <a:off x="4833937" y="2028825"/>
                <a:ext cx="2671764" cy="2662238"/>
              </a:xfrm>
              <a:custGeom>
                <a:avLst/>
                <a:gdLst>
                  <a:gd name="connsiteX0" fmla="*/ 1335882 w 2671764"/>
                  <a:gd name="connsiteY0" fmla="*/ 0 h 2662238"/>
                  <a:gd name="connsiteX1" fmla="*/ 2671764 w 2671764"/>
                  <a:gd name="connsiteY1" fmla="*/ 1331119 h 2662238"/>
                  <a:gd name="connsiteX2" fmla="*/ 1335882 w 2671764"/>
                  <a:gd name="connsiteY2" fmla="*/ 2662238 h 2662238"/>
                  <a:gd name="connsiteX3" fmla="*/ 0 w 2671764"/>
                  <a:gd name="connsiteY3" fmla="*/ 1331119 h 2662238"/>
                  <a:gd name="connsiteX4" fmla="*/ 1335882 w 2671764"/>
                  <a:gd name="connsiteY4" fmla="*/ 0 h 2662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71764" h="2662238">
                    <a:moveTo>
                      <a:pt x="1335882" y="0"/>
                    </a:moveTo>
                    <a:cubicBezTo>
                      <a:pt x="2073669" y="0"/>
                      <a:pt x="2671764" y="595962"/>
                      <a:pt x="2671764" y="1331119"/>
                    </a:cubicBezTo>
                    <a:cubicBezTo>
                      <a:pt x="2671764" y="2066276"/>
                      <a:pt x="2073669" y="2662238"/>
                      <a:pt x="1335882" y="2662238"/>
                    </a:cubicBezTo>
                    <a:cubicBezTo>
                      <a:pt x="598095" y="2662238"/>
                      <a:pt x="0" y="2066276"/>
                      <a:pt x="0" y="1331119"/>
                    </a:cubicBezTo>
                    <a:cubicBezTo>
                      <a:pt x="0" y="595962"/>
                      <a:pt x="598095" y="0"/>
                      <a:pt x="1335882" y="0"/>
                    </a:cubicBezTo>
                    <a:close/>
                  </a:path>
                </a:pathLst>
              </a:custGeom>
              <a:solidFill>
                <a:srgbClr val="F0D6B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流程图: 接点 8">
                <a:extLst>
                  <a:ext uri="{FF2B5EF4-FFF2-40B4-BE49-F238E27FC236}">
                    <a16:creationId xmlns:a16="http://schemas.microsoft.com/office/drawing/2014/main" id="{2A94D631-C58B-5180-F465-79F93C4FE15E}"/>
                  </a:ext>
                </a:extLst>
              </p:cNvPr>
              <p:cNvSpPr/>
              <p:nvPr/>
            </p:nvSpPr>
            <p:spPr>
              <a:xfrm>
                <a:off x="4481512" y="2211585"/>
                <a:ext cx="704850" cy="704850"/>
              </a:xfrm>
              <a:prstGeom prst="flowChartConnector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流程图: 接点 9">
                <a:extLst>
                  <a:ext uri="{FF2B5EF4-FFF2-40B4-BE49-F238E27FC236}">
                    <a16:creationId xmlns:a16="http://schemas.microsoft.com/office/drawing/2014/main" id="{931DFDDD-1C8B-EEF6-771A-C99476681966}"/>
                  </a:ext>
                </a:extLst>
              </p:cNvPr>
              <p:cNvSpPr/>
              <p:nvPr/>
            </p:nvSpPr>
            <p:spPr>
              <a:xfrm>
                <a:off x="5817392" y="4494608"/>
                <a:ext cx="704850" cy="704850"/>
              </a:xfrm>
              <a:prstGeom prst="flowChartConnector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流程图: 接点 10">
                <a:extLst>
                  <a:ext uri="{FF2B5EF4-FFF2-40B4-BE49-F238E27FC236}">
                    <a16:creationId xmlns:a16="http://schemas.microsoft.com/office/drawing/2014/main" id="{85BF0E30-1C7D-F8E5-929F-88F317EA3B4F}"/>
                  </a:ext>
                </a:extLst>
              </p:cNvPr>
              <p:cNvSpPr/>
              <p:nvPr/>
            </p:nvSpPr>
            <p:spPr>
              <a:xfrm>
                <a:off x="7153274" y="2251470"/>
                <a:ext cx="704850" cy="704850"/>
              </a:xfrm>
              <a:prstGeom prst="flowChartConnector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24" name="椭圆 23">
            <a:extLst>
              <a:ext uri="{FF2B5EF4-FFF2-40B4-BE49-F238E27FC236}">
                <a16:creationId xmlns:a16="http://schemas.microsoft.com/office/drawing/2014/main" id="{15DB2908-BFA2-B00F-8632-07C1F0A1514B}"/>
              </a:ext>
            </a:extLst>
          </p:cNvPr>
          <p:cNvSpPr/>
          <p:nvPr/>
        </p:nvSpPr>
        <p:spPr>
          <a:xfrm>
            <a:off x="1660187" y="998692"/>
            <a:ext cx="8871626" cy="4722500"/>
          </a:xfrm>
          <a:prstGeom prst="ellipse">
            <a:avLst/>
          </a:prstGeom>
          <a:noFill/>
          <a:ln w="15875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1C1F4CE7-FBE3-556A-ACD9-3AEB65D7304C}"/>
              </a:ext>
            </a:extLst>
          </p:cNvPr>
          <p:cNvSpPr/>
          <p:nvPr/>
        </p:nvSpPr>
        <p:spPr>
          <a:xfrm>
            <a:off x="1102668" y="1876259"/>
            <a:ext cx="2119009" cy="2626468"/>
          </a:xfrm>
          <a:custGeom>
            <a:avLst/>
            <a:gdLst>
              <a:gd name="connsiteX0" fmla="*/ 1313234 w 2119009"/>
              <a:gd name="connsiteY0" fmla="*/ 0 h 2626468"/>
              <a:gd name="connsiteX1" fmla="*/ 2047476 w 2119009"/>
              <a:gd name="connsiteY1" fmla="*/ 224280 h 2626468"/>
              <a:gd name="connsiteX2" fmla="*/ 2119009 w 2119009"/>
              <a:gd name="connsiteY2" fmla="*/ 277771 h 2626468"/>
              <a:gd name="connsiteX3" fmla="*/ 2089444 w 2119009"/>
              <a:gd name="connsiteY3" fmla="*/ 299879 h 2626468"/>
              <a:gd name="connsiteX4" fmla="*/ 1611549 w 2119009"/>
              <a:gd name="connsiteY4" fmla="*/ 1313234 h 2626468"/>
              <a:gd name="connsiteX5" fmla="*/ 2089444 w 2119009"/>
              <a:gd name="connsiteY5" fmla="*/ 2326589 h 2626468"/>
              <a:gd name="connsiteX6" fmla="*/ 2119009 w 2119009"/>
              <a:gd name="connsiteY6" fmla="*/ 2348697 h 2626468"/>
              <a:gd name="connsiteX7" fmla="*/ 2047476 w 2119009"/>
              <a:gd name="connsiteY7" fmla="*/ 2402188 h 2626468"/>
              <a:gd name="connsiteX8" fmla="*/ 1313234 w 2119009"/>
              <a:gd name="connsiteY8" fmla="*/ 2626468 h 2626468"/>
              <a:gd name="connsiteX9" fmla="*/ 0 w 2119009"/>
              <a:gd name="connsiteY9" fmla="*/ 1313234 h 2626468"/>
              <a:gd name="connsiteX10" fmla="*/ 1313234 w 2119009"/>
              <a:gd name="connsiteY10" fmla="*/ 0 h 262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19009" h="2626468">
                <a:moveTo>
                  <a:pt x="1313234" y="0"/>
                </a:moveTo>
                <a:cubicBezTo>
                  <a:pt x="1585213" y="0"/>
                  <a:pt x="1837882" y="82681"/>
                  <a:pt x="2047476" y="224280"/>
                </a:cubicBezTo>
                <a:lnTo>
                  <a:pt x="2119009" y="277771"/>
                </a:lnTo>
                <a:lnTo>
                  <a:pt x="2089444" y="299879"/>
                </a:lnTo>
                <a:cubicBezTo>
                  <a:pt x="1797582" y="540745"/>
                  <a:pt x="1611549" y="905265"/>
                  <a:pt x="1611549" y="1313234"/>
                </a:cubicBezTo>
                <a:cubicBezTo>
                  <a:pt x="1611549" y="1721204"/>
                  <a:pt x="1797582" y="2085723"/>
                  <a:pt x="2089444" y="2326589"/>
                </a:cubicBezTo>
                <a:lnTo>
                  <a:pt x="2119009" y="2348697"/>
                </a:lnTo>
                <a:lnTo>
                  <a:pt x="2047476" y="2402188"/>
                </a:lnTo>
                <a:cubicBezTo>
                  <a:pt x="1837882" y="2543787"/>
                  <a:pt x="1585213" y="2626468"/>
                  <a:pt x="1313234" y="2626468"/>
                </a:cubicBezTo>
                <a:cubicBezTo>
                  <a:pt x="587955" y="2626468"/>
                  <a:pt x="0" y="2038513"/>
                  <a:pt x="0" y="1313234"/>
                </a:cubicBezTo>
                <a:cubicBezTo>
                  <a:pt x="0" y="587955"/>
                  <a:pt x="587955" y="0"/>
                  <a:pt x="1313234" y="0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BB536E28-DE25-CE5D-ACE2-4C46E0334B51}"/>
              </a:ext>
            </a:extLst>
          </p:cNvPr>
          <p:cNvSpPr/>
          <p:nvPr/>
        </p:nvSpPr>
        <p:spPr>
          <a:xfrm>
            <a:off x="9117957" y="1872853"/>
            <a:ext cx="2119008" cy="2626468"/>
          </a:xfrm>
          <a:custGeom>
            <a:avLst/>
            <a:gdLst>
              <a:gd name="connsiteX0" fmla="*/ 805774 w 2119008"/>
              <a:gd name="connsiteY0" fmla="*/ 0 h 2626468"/>
              <a:gd name="connsiteX1" fmla="*/ 2119008 w 2119008"/>
              <a:gd name="connsiteY1" fmla="*/ 1313234 h 2626468"/>
              <a:gd name="connsiteX2" fmla="*/ 805774 w 2119008"/>
              <a:gd name="connsiteY2" fmla="*/ 2626468 h 2626468"/>
              <a:gd name="connsiteX3" fmla="*/ 71532 w 2119008"/>
              <a:gd name="connsiteY3" fmla="*/ 2402188 h 2626468"/>
              <a:gd name="connsiteX4" fmla="*/ 0 w 2119008"/>
              <a:gd name="connsiteY4" fmla="*/ 2348697 h 2626468"/>
              <a:gd name="connsiteX5" fmla="*/ 29564 w 2119008"/>
              <a:gd name="connsiteY5" fmla="*/ 2326589 h 2626468"/>
              <a:gd name="connsiteX6" fmla="*/ 507459 w 2119008"/>
              <a:gd name="connsiteY6" fmla="*/ 1313234 h 2626468"/>
              <a:gd name="connsiteX7" fmla="*/ 29564 w 2119008"/>
              <a:gd name="connsiteY7" fmla="*/ 299879 h 2626468"/>
              <a:gd name="connsiteX8" fmla="*/ 0 w 2119008"/>
              <a:gd name="connsiteY8" fmla="*/ 277771 h 2626468"/>
              <a:gd name="connsiteX9" fmla="*/ 71532 w 2119008"/>
              <a:gd name="connsiteY9" fmla="*/ 224280 h 2626468"/>
              <a:gd name="connsiteX10" fmla="*/ 805774 w 2119008"/>
              <a:gd name="connsiteY10" fmla="*/ 0 h 2626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119008" h="2626468">
                <a:moveTo>
                  <a:pt x="805774" y="0"/>
                </a:moveTo>
                <a:cubicBezTo>
                  <a:pt x="1531053" y="0"/>
                  <a:pt x="2119008" y="587955"/>
                  <a:pt x="2119008" y="1313234"/>
                </a:cubicBezTo>
                <a:cubicBezTo>
                  <a:pt x="2119008" y="2038513"/>
                  <a:pt x="1531053" y="2626468"/>
                  <a:pt x="805774" y="2626468"/>
                </a:cubicBezTo>
                <a:cubicBezTo>
                  <a:pt x="533795" y="2626468"/>
                  <a:pt x="281126" y="2543787"/>
                  <a:pt x="71532" y="2402188"/>
                </a:cubicBezTo>
                <a:lnTo>
                  <a:pt x="0" y="2348697"/>
                </a:lnTo>
                <a:lnTo>
                  <a:pt x="29564" y="2326589"/>
                </a:lnTo>
                <a:cubicBezTo>
                  <a:pt x="321427" y="2085723"/>
                  <a:pt x="507459" y="1721204"/>
                  <a:pt x="507459" y="1313234"/>
                </a:cubicBezTo>
                <a:cubicBezTo>
                  <a:pt x="507459" y="905265"/>
                  <a:pt x="321427" y="540745"/>
                  <a:pt x="29564" y="299879"/>
                </a:cubicBezTo>
                <a:lnTo>
                  <a:pt x="0" y="277771"/>
                </a:lnTo>
                <a:lnTo>
                  <a:pt x="71532" y="224280"/>
                </a:lnTo>
                <a:cubicBezTo>
                  <a:pt x="281126" y="82681"/>
                  <a:pt x="533795" y="0"/>
                  <a:pt x="805774" y="0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0B5E898D-56CD-3F7C-B489-D185C665C7CA}"/>
              </a:ext>
            </a:extLst>
          </p:cNvPr>
          <p:cNvSpPr/>
          <p:nvPr/>
        </p:nvSpPr>
        <p:spPr>
          <a:xfrm>
            <a:off x="1400247" y="2251470"/>
            <a:ext cx="1307125" cy="702164"/>
          </a:xfrm>
          <a:prstGeom prst="ellipse">
            <a:avLst/>
          </a:prstGeom>
          <a:solidFill>
            <a:srgbClr val="F583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B52819D-D9A2-74F5-388C-1FB37E9C07F6}"/>
              </a:ext>
            </a:extLst>
          </p:cNvPr>
          <p:cNvSpPr/>
          <p:nvPr/>
        </p:nvSpPr>
        <p:spPr>
          <a:xfrm>
            <a:off x="1412283" y="3211784"/>
            <a:ext cx="1307125" cy="702164"/>
          </a:xfrm>
          <a:prstGeom prst="ellipse">
            <a:avLst/>
          </a:prstGeom>
          <a:solidFill>
            <a:srgbClr val="F583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4280018D-5ED8-5249-E468-73B741607056}"/>
              </a:ext>
            </a:extLst>
          </p:cNvPr>
          <p:cNvSpPr/>
          <p:nvPr/>
        </p:nvSpPr>
        <p:spPr>
          <a:xfrm>
            <a:off x="9651971" y="3240816"/>
            <a:ext cx="1307125" cy="702164"/>
          </a:xfrm>
          <a:prstGeom prst="ellipse">
            <a:avLst/>
          </a:prstGeom>
          <a:solidFill>
            <a:srgbClr val="F583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4B0236D3-0A33-F8F2-4D69-564A09BF613E}"/>
              </a:ext>
            </a:extLst>
          </p:cNvPr>
          <p:cNvSpPr/>
          <p:nvPr/>
        </p:nvSpPr>
        <p:spPr>
          <a:xfrm>
            <a:off x="9651970" y="2251470"/>
            <a:ext cx="1307125" cy="702164"/>
          </a:xfrm>
          <a:prstGeom prst="ellipse">
            <a:avLst/>
          </a:prstGeom>
          <a:solidFill>
            <a:srgbClr val="F583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504A6CE-A2AD-4853-5916-7ED1579DBF5E}"/>
              </a:ext>
            </a:extLst>
          </p:cNvPr>
          <p:cNvSpPr/>
          <p:nvPr/>
        </p:nvSpPr>
        <p:spPr>
          <a:xfrm>
            <a:off x="1102668" y="5639905"/>
            <a:ext cx="1390650" cy="166509"/>
          </a:xfrm>
          <a:prstGeom prst="roundRect">
            <a:avLst/>
          </a:prstGeom>
          <a:solidFill>
            <a:srgbClr val="F58383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右 33">
            <a:extLst>
              <a:ext uri="{FF2B5EF4-FFF2-40B4-BE49-F238E27FC236}">
                <a16:creationId xmlns:a16="http://schemas.microsoft.com/office/drawing/2014/main" id="{251FB1C3-2CCA-8D7D-333B-8041B1BE9DFA}"/>
              </a:ext>
            </a:extLst>
          </p:cNvPr>
          <p:cNvSpPr/>
          <p:nvPr/>
        </p:nvSpPr>
        <p:spPr>
          <a:xfrm>
            <a:off x="3251745" y="2998500"/>
            <a:ext cx="535022" cy="484632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箭头: 右 34">
            <a:extLst>
              <a:ext uri="{FF2B5EF4-FFF2-40B4-BE49-F238E27FC236}">
                <a16:creationId xmlns:a16="http://schemas.microsoft.com/office/drawing/2014/main" id="{1C25E4B1-5C07-2A1C-DB80-3E5B20023ACA}"/>
              </a:ext>
            </a:extLst>
          </p:cNvPr>
          <p:cNvSpPr/>
          <p:nvPr/>
        </p:nvSpPr>
        <p:spPr>
          <a:xfrm rot="10800000">
            <a:off x="8595069" y="2998500"/>
            <a:ext cx="535022" cy="484632"/>
          </a:xfrm>
          <a:prstGeom prst="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箭头: 左右 35">
            <a:extLst>
              <a:ext uri="{FF2B5EF4-FFF2-40B4-BE49-F238E27FC236}">
                <a16:creationId xmlns:a16="http://schemas.microsoft.com/office/drawing/2014/main" id="{EFF57535-9E15-34C3-BC86-F6F5F3EFDE51}"/>
              </a:ext>
            </a:extLst>
          </p:cNvPr>
          <p:cNvSpPr/>
          <p:nvPr/>
        </p:nvSpPr>
        <p:spPr>
          <a:xfrm>
            <a:off x="5310145" y="2211585"/>
            <a:ext cx="1713159" cy="457200"/>
          </a:xfrm>
          <a:prstGeom prst="leftRightArrow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A8C76090-9C80-BD0E-DC4F-BE9F7DC386F8}"/>
              </a:ext>
            </a:extLst>
          </p:cNvPr>
          <p:cNvGrpSpPr/>
          <p:nvPr/>
        </p:nvGrpSpPr>
        <p:grpSpPr>
          <a:xfrm>
            <a:off x="5135462" y="2824757"/>
            <a:ext cx="2057885" cy="1584628"/>
            <a:chOff x="5250907" y="2816744"/>
            <a:chExt cx="1891628" cy="1375875"/>
          </a:xfrm>
        </p:grpSpPr>
        <p:sp>
          <p:nvSpPr>
            <p:cNvPr id="93" name="梯形 92">
              <a:extLst>
                <a:ext uri="{FF2B5EF4-FFF2-40B4-BE49-F238E27FC236}">
                  <a16:creationId xmlns:a16="http://schemas.microsoft.com/office/drawing/2014/main" id="{D2EDD6B4-F1F3-6465-952E-E0B5948FB029}"/>
                </a:ext>
              </a:extLst>
            </p:cNvPr>
            <p:cNvSpPr/>
            <p:nvPr/>
          </p:nvSpPr>
          <p:spPr>
            <a:xfrm rot="10800000">
              <a:off x="5250907" y="2816744"/>
              <a:ext cx="1891628" cy="382872"/>
            </a:xfrm>
            <a:prstGeom prst="trapezoid">
              <a:avLst>
                <a:gd name="adj" fmla="val 68193"/>
              </a:avLst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4" name="梯形 93">
              <a:extLst>
                <a:ext uri="{FF2B5EF4-FFF2-40B4-BE49-F238E27FC236}">
                  <a16:creationId xmlns:a16="http://schemas.microsoft.com/office/drawing/2014/main" id="{E67A5867-810F-43D7-5035-03EBE2ED0A70}"/>
                </a:ext>
              </a:extLst>
            </p:cNvPr>
            <p:cNvSpPr/>
            <p:nvPr/>
          </p:nvSpPr>
          <p:spPr>
            <a:xfrm rot="10800000">
              <a:off x="5603131" y="3326859"/>
              <a:ext cx="1186775" cy="290081"/>
            </a:xfrm>
            <a:prstGeom prst="trapezoid">
              <a:avLst>
                <a:gd name="adj" fmla="val 68193"/>
              </a:avLst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5" name="等腰三角形 94">
              <a:extLst>
                <a:ext uri="{FF2B5EF4-FFF2-40B4-BE49-F238E27FC236}">
                  <a16:creationId xmlns:a16="http://schemas.microsoft.com/office/drawing/2014/main" id="{3E18A86C-EEFE-F149-8989-98093A7CCA61}"/>
                </a:ext>
              </a:extLst>
            </p:cNvPr>
            <p:cNvSpPr/>
            <p:nvPr/>
          </p:nvSpPr>
          <p:spPr>
            <a:xfrm rot="10800000">
              <a:off x="5875506" y="3753909"/>
              <a:ext cx="622570" cy="438710"/>
            </a:xfrm>
            <a:prstGeom prst="triangle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84692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8626233B-A29D-6FB0-869F-65AEC25959A3}"/>
              </a:ext>
            </a:extLst>
          </p:cNvPr>
          <p:cNvSpPr/>
          <p:nvPr/>
        </p:nvSpPr>
        <p:spPr>
          <a:xfrm>
            <a:off x="389105" y="330739"/>
            <a:ext cx="7169285" cy="2470825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C0BF224-958F-99BB-5E8E-47DF8F288931}"/>
              </a:ext>
            </a:extLst>
          </p:cNvPr>
          <p:cNvSpPr/>
          <p:nvPr/>
        </p:nvSpPr>
        <p:spPr>
          <a:xfrm>
            <a:off x="1196501" y="447475"/>
            <a:ext cx="5554492" cy="43774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9" name="组合 68">
            <a:extLst>
              <a:ext uri="{FF2B5EF4-FFF2-40B4-BE49-F238E27FC236}">
                <a16:creationId xmlns:a16="http://schemas.microsoft.com/office/drawing/2014/main" id="{1626C854-9B46-B5F4-BBF8-837722F1087B}"/>
              </a:ext>
            </a:extLst>
          </p:cNvPr>
          <p:cNvGrpSpPr/>
          <p:nvPr/>
        </p:nvGrpSpPr>
        <p:grpSpPr>
          <a:xfrm>
            <a:off x="607975" y="1184345"/>
            <a:ext cx="1862849" cy="1162453"/>
            <a:chOff x="607975" y="1184345"/>
            <a:chExt cx="1862849" cy="1162453"/>
          </a:xfrm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943B1948-3C22-A8B8-DF35-F8C99E93503E}"/>
                </a:ext>
              </a:extLst>
            </p:cNvPr>
            <p:cNvSpPr/>
            <p:nvPr/>
          </p:nvSpPr>
          <p:spPr>
            <a:xfrm>
              <a:off x="607975" y="1262165"/>
              <a:ext cx="384245" cy="1031132"/>
            </a:xfrm>
            <a:prstGeom prst="roundRect">
              <a:avLst/>
            </a:prstGeom>
            <a:solidFill>
              <a:srgbClr val="F5838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EC930004-FB22-33F7-B9C5-36294063F621}"/>
                </a:ext>
              </a:extLst>
            </p:cNvPr>
            <p:cNvGrpSpPr/>
            <p:nvPr/>
          </p:nvGrpSpPr>
          <p:grpSpPr>
            <a:xfrm>
              <a:off x="992220" y="1417807"/>
              <a:ext cx="690665" cy="710119"/>
              <a:chOff x="992220" y="1417807"/>
              <a:chExt cx="690665" cy="710119"/>
            </a:xfrm>
          </p:grpSpPr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8B03CC7E-E2FA-F4CC-DA4E-2DD75B33CC72}"/>
                  </a:ext>
                </a:extLst>
              </p:cNvPr>
              <p:cNvCxnSpPr>
                <a:cxnSpLocks/>
                <a:stCxn id="23" idx="3"/>
              </p:cNvCxnSpPr>
              <p:nvPr/>
            </p:nvCxnSpPr>
            <p:spPr>
              <a:xfrm>
                <a:off x="992220" y="1777731"/>
                <a:ext cx="306421" cy="0"/>
              </a:xfrm>
              <a:prstGeom prst="line">
                <a:avLst/>
              </a:pr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>
                <a:extLst>
                  <a:ext uri="{FF2B5EF4-FFF2-40B4-BE49-F238E27FC236}">
                    <a16:creationId xmlns:a16="http://schemas.microsoft.com/office/drawing/2014/main" id="{2B71D876-655F-21A7-A1D1-BE3606F8787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98641" y="1417807"/>
                <a:ext cx="0" cy="710119"/>
              </a:xfrm>
              <a:prstGeom prst="line">
                <a:avLst/>
              </a:pr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3" name="直接箭头连接符 52">
                <a:extLst>
                  <a:ext uri="{FF2B5EF4-FFF2-40B4-BE49-F238E27FC236}">
                    <a16:creationId xmlns:a16="http://schemas.microsoft.com/office/drawing/2014/main" id="{6B5590DE-21CD-A2D5-30B0-5BF81F1A69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8641" y="1417807"/>
                <a:ext cx="38424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5" name="直接箭头连接符 54">
                <a:extLst>
                  <a:ext uri="{FF2B5EF4-FFF2-40B4-BE49-F238E27FC236}">
                    <a16:creationId xmlns:a16="http://schemas.microsoft.com/office/drawing/2014/main" id="{0E8ADABB-95BD-5C2E-E624-F7F04E11E5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8641" y="2127926"/>
                <a:ext cx="38424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EA209AC-C4F8-D2A6-06F1-38BB61EDA5DF}"/>
                </a:ext>
              </a:extLst>
            </p:cNvPr>
            <p:cNvSpPr/>
            <p:nvPr/>
          </p:nvSpPr>
          <p:spPr>
            <a:xfrm>
              <a:off x="1682885" y="1184345"/>
              <a:ext cx="787939" cy="43774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B6F8F5B8-09FB-86FD-5C24-59C40D43D007}"/>
                </a:ext>
              </a:extLst>
            </p:cNvPr>
            <p:cNvSpPr/>
            <p:nvPr/>
          </p:nvSpPr>
          <p:spPr>
            <a:xfrm>
              <a:off x="1682885" y="1909054"/>
              <a:ext cx="787939" cy="43774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DA1209DA-F255-A882-107A-6539CA9AA04A}"/>
              </a:ext>
            </a:extLst>
          </p:cNvPr>
          <p:cNvGrpSpPr/>
          <p:nvPr/>
        </p:nvGrpSpPr>
        <p:grpSpPr>
          <a:xfrm>
            <a:off x="2976665" y="1207448"/>
            <a:ext cx="1862849" cy="1162453"/>
            <a:chOff x="607975" y="1184345"/>
            <a:chExt cx="1862849" cy="1162453"/>
          </a:xfrm>
        </p:grpSpPr>
        <p:sp>
          <p:nvSpPr>
            <p:cNvPr id="71" name="矩形: 圆角 70">
              <a:extLst>
                <a:ext uri="{FF2B5EF4-FFF2-40B4-BE49-F238E27FC236}">
                  <a16:creationId xmlns:a16="http://schemas.microsoft.com/office/drawing/2014/main" id="{7DF1B0A2-12B9-133E-FD85-D6B9C92BD87B}"/>
                </a:ext>
              </a:extLst>
            </p:cNvPr>
            <p:cNvSpPr/>
            <p:nvPr/>
          </p:nvSpPr>
          <p:spPr>
            <a:xfrm>
              <a:off x="607975" y="1262165"/>
              <a:ext cx="384245" cy="1031132"/>
            </a:xfrm>
            <a:prstGeom prst="roundRect">
              <a:avLst/>
            </a:prstGeom>
            <a:solidFill>
              <a:srgbClr val="F5838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1CFA1D2E-BD91-371B-80BD-D228C201587A}"/>
                </a:ext>
              </a:extLst>
            </p:cNvPr>
            <p:cNvGrpSpPr/>
            <p:nvPr/>
          </p:nvGrpSpPr>
          <p:grpSpPr>
            <a:xfrm>
              <a:off x="992220" y="1417807"/>
              <a:ext cx="690665" cy="710119"/>
              <a:chOff x="992220" y="1417807"/>
              <a:chExt cx="690665" cy="710119"/>
            </a:xfrm>
          </p:grpSpPr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FA38DB02-D40B-A4DF-0FED-09F842E941CD}"/>
                  </a:ext>
                </a:extLst>
              </p:cNvPr>
              <p:cNvCxnSpPr>
                <a:cxnSpLocks/>
                <a:stCxn id="71" idx="3"/>
              </p:cNvCxnSpPr>
              <p:nvPr/>
            </p:nvCxnSpPr>
            <p:spPr>
              <a:xfrm>
                <a:off x="992220" y="1777731"/>
                <a:ext cx="306421" cy="0"/>
              </a:xfrm>
              <a:prstGeom prst="line">
                <a:avLst/>
              </a:pr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B7C634F4-3481-5878-4973-D3682026BB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98641" y="1417807"/>
                <a:ext cx="0" cy="710119"/>
              </a:xfrm>
              <a:prstGeom prst="line">
                <a:avLst/>
              </a:pr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7" name="直接箭头连接符 76">
                <a:extLst>
                  <a:ext uri="{FF2B5EF4-FFF2-40B4-BE49-F238E27FC236}">
                    <a16:creationId xmlns:a16="http://schemas.microsoft.com/office/drawing/2014/main" id="{F3EE6205-A612-96DE-8AC1-00F337CB47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8641" y="1417807"/>
                <a:ext cx="38424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8" name="直接箭头连接符 77">
                <a:extLst>
                  <a:ext uri="{FF2B5EF4-FFF2-40B4-BE49-F238E27FC236}">
                    <a16:creationId xmlns:a16="http://schemas.microsoft.com/office/drawing/2014/main" id="{FEB967B9-BDE8-BBEF-AAB7-2B25582420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8641" y="2127926"/>
                <a:ext cx="38424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BA975402-7071-41B1-0A24-899A6A5F40BB}"/>
                </a:ext>
              </a:extLst>
            </p:cNvPr>
            <p:cNvSpPr/>
            <p:nvPr/>
          </p:nvSpPr>
          <p:spPr>
            <a:xfrm>
              <a:off x="1682885" y="1184345"/>
              <a:ext cx="787939" cy="43774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AB04E447-3297-C734-3F0F-5F5B6EC5E857}"/>
                </a:ext>
              </a:extLst>
            </p:cNvPr>
            <p:cNvSpPr/>
            <p:nvPr/>
          </p:nvSpPr>
          <p:spPr>
            <a:xfrm>
              <a:off x="1682885" y="1909054"/>
              <a:ext cx="787939" cy="43774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65515DCF-8C0A-3E5D-ADCC-5C3993A3298C}"/>
              </a:ext>
            </a:extLst>
          </p:cNvPr>
          <p:cNvGrpSpPr/>
          <p:nvPr/>
        </p:nvGrpSpPr>
        <p:grpSpPr>
          <a:xfrm>
            <a:off x="5296723" y="1218999"/>
            <a:ext cx="1862849" cy="1162453"/>
            <a:chOff x="607975" y="1184345"/>
            <a:chExt cx="1862849" cy="1162453"/>
          </a:xfrm>
        </p:grpSpPr>
        <p:sp>
          <p:nvSpPr>
            <p:cNvPr id="80" name="矩形: 圆角 79">
              <a:extLst>
                <a:ext uri="{FF2B5EF4-FFF2-40B4-BE49-F238E27FC236}">
                  <a16:creationId xmlns:a16="http://schemas.microsoft.com/office/drawing/2014/main" id="{D5B8175E-D04F-3A72-10E7-6A592301AAC7}"/>
                </a:ext>
              </a:extLst>
            </p:cNvPr>
            <p:cNvSpPr/>
            <p:nvPr/>
          </p:nvSpPr>
          <p:spPr>
            <a:xfrm>
              <a:off x="607975" y="1262165"/>
              <a:ext cx="384245" cy="1031132"/>
            </a:xfrm>
            <a:prstGeom prst="roundRect">
              <a:avLst/>
            </a:prstGeom>
            <a:solidFill>
              <a:srgbClr val="F5838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74106434-6CE4-142A-182A-9A975D337130}"/>
                </a:ext>
              </a:extLst>
            </p:cNvPr>
            <p:cNvGrpSpPr/>
            <p:nvPr/>
          </p:nvGrpSpPr>
          <p:grpSpPr>
            <a:xfrm>
              <a:off x="992220" y="1417807"/>
              <a:ext cx="690665" cy="710119"/>
              <a:chOff x="992220" y="1417807"/>
              <a:chExt cx="690665" cy="710119"/>
            </a:xfrm>
          </p:grpSpPr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772FFF28-295C-8D6F-53D0-3B876F48870D}"/>
                  </a:ext>
                </a:extLst>
              </p:cNvPr>
              <p:cNvCxnSpPr>
                <a:cxnSpLocks/>
                <a:stCxn id="80" idx="3"/>
              </p:cNvCxnSpPr>
              <p:nvPr/>
            </p:nvCxnSpPr>
            <p:spPr>
              <a:xfrm>
                <a:off x="992220" y="1777731"/>
                <a:ext cx="306421" cy="0"/>
              </a:xfrm>
              <a:prstGeom prst="line">
                <a:avLst/>
              </a:pr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196AB04E-495D-A51F-74E3-F914239BFE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98641" y="1417807"/>
                <a:ext cx="0" cy="710119"/>
              </a:xfrm>
              <a:prstGeom prst="line">
                <a:avLst/>
              </a:prstGeom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6" name="直接箭头连接符 85">
                <a:extLst>
                  <a:ext uri="{FF2B5EF4-FFF2-40B4-BE49-F238E27FC236}">
                    <a16:creationId xmlns:a16="http://schemas.microsoft.com/office/drawing/2014/main" id="{07E5920C-8385-E2ED-8D60-4127211056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8641" y="1417807"/>
                <a:ext cx="38424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7" name="直接箭头连接符 86">
                <a:extLst>
                  <a:ext uri="{FF2B5EF4-FFF2-40B4-BE49-F238E27FC236}">
                    <a16:creationId xmlns:a16="http://schemas.microsoft.com/office/drawing/2014/main" id="{7B2AA64D-91D1-5BB4-AEBF-7B131FBF6F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98641" y="2127926"/>
                <a:ext cx="38424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8EBC10A5-ED99-6ABE-4F4D-60588EC09B16}"/>
                </a:ext>
              </a:extLst>
            </p:cNvPr>
            <p:cNvSpPr/>
            <p:nvPr/>
          </p:nvSpPr>
          <p:spPr>
            <a:xfrm>
              <a:off x="1682885" y="1184345"/>
              <a:ext cx="787939" cy="43774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F93B322-98A5-6EFD-7DA0-C31C55AEC8C5}"/>
                </a:ext>
              </a:extLst>
            </p:cNvPr>
            <p:cNvSpPr/>
            <p:nvPr/>
          </p:nvSpPr>
          <p:spPr>
            <a:xfrm>
              <a:off x="1682885" y="1909054"/>
              <a:ext cx="787939" cy="43774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88" name="矩形 87">
            <a:extLst>
              <a:ext uri="{FF2B5EF4-FFF2-40B4-BE49-F238E27FC236}">
                <a16:creationId xmlns:a16="http://schemas.microsoft.com/office/drawing/2014/main" id="{78E8557C-75BA-052B-847A-1D30EDD91DA9}"/>
              </a:ext>
            </a:extLst>
          </p:cNvPr>
          <p:cNvSpPr/>
          <p:nvPr/>
        </p:nvSpPr>
        <p:spPr>
          <a:xfrm>
            <a:off x="389105" y="3056919"/>
            <a:ext cx="7169285" cy="2470825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圆柱体 88">
            <a:extLst>
              <a:ext uri="{FF2B5EF4-FFF2-40B4-BE49-F238E27FC236}">
                <a16:creationId xmlns:a16="http://schemas.microsoft.com/office/drawing/2014/main" id="{D2D8E165-04A8-DF9F-4445-0A02406A021F}"/>
              </a:ext>
            </a:extLst>
          </p:cNvPr>
          <p:cNvSpPr/>
          <p:nvPr/>
        </p:nvSpPr>
        <p:spPr>
          <a:xfrm>
            <a:off x="607974" y="3346318"/>
            <a:ext cx="471795" cy="1780165"/>
          </a:xfrm>
          <a:prstGeom prst="can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圆柱体 89">
            <a:extLst>
              <a:ext uri="{FF2B5EF4-FFF2-40B4-BE49-F238E27FC236}">
                <a16:creationId xmlns:a16="http://schemas.microsoft.com/office/drawing/2014/main" id="{5EE6AF5F-C9D6-0193-27B6-1CF0A462FBF3}"/>
              </a:ext>
            </a:extLst>
          </p:cNvPr>
          <p:cNvSpPr/>
          <p:nvPr/>
        </p:nvSpPr>
        <p:spPr>
          <a:xfrm>
            <a:off x="6923674" y="3346317"/>
            <a:ext cx="471795" cy="1780165"/>
          </a:xfrm>
          <a:prstGeom prst="can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134F479-3ACD-4980-4870-F508C9C2BEA0}"/>
              </a:ext>
            </a:extLst>
          </p:cNvPr>
          <p:cNvSpPr/>
          <p:nvPr/>
        </p:nvSpPr>
        <p:spPr>
          <a:xfrm>
            <a:off x="1298638" y="3346317"/>
            <a:ext cx="1313234" cy="43774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shade val="15000"/>
                <a:alpha val="3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E4D4F79E-4664-557E-7B19-44A8A361028C}"/>
              </a:ext>
            </a:extLst>
          </p:cNvPr>
          <p:cNvSpPr/>
          <p:nvPr/>
        </p:nvSpPr>
        <p:spPr>
          <a:xfrm rot="16200000">
            <a:off x="926558" y="4158576"/>
            <a:ext cx="1181905" cy="437745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dirty="0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6FD8263-C240-57B3-D327-54CF0E61092B}"/>
              </a:ext>
            </a:extLst>
          </p:cNvPr>
          <p:cNvSpPr/>
          <p:nvPr/>
        </p:nvSpPr>
        <p:spPr>
          <a:xfrm rot="16200000">
            <a:off x="1802047" y="4158576"/>
            <a:ext cx="1181905" cy="437745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BE6291D4-8328-754F-C1AC-FEDB9DF4EB41}"/>
              </a:ext>
            </a:extLst>
          </p:cNvPr>
          <p:cNvGrpSpPr/>
          <p:nvPr/>
        </p:nvGrpSpPr>
        <p:grpSpPr>
          <a:xfrm>
            <a:off x="3198765" y="3367939"/>
            <a:ext cx="1313235" cy="1600462"/>
            <a:chOff x="3198765" y="3367939"/>
            <a:chExt cx="1313235" cy="1600462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D4FDF556-50F7-BFEC-988A-C8A89D82ABEB}"/>
                </a:ext>
              </a:extLst>
            </p:cNvPr>
            <p:cNvSpPr/>
            <p:nvPr/>
          </p:nvSpPr>
          <p:spPr>
            <a:xfrm>
              <a:off x="3198765" y="3367939"/>
              <a:ext cx="1313234" cy="399458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1">
                  <a:shade val="15000"/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8F174C19-EE2B-AB6A-416A-EDC091A81677}"/>
                </a:ext>
              </a:extLst>
            </p:cNvPr>
            <p:cNvSpPr/>
            <p:nvPr/>
          </p:nvSpPr>
          <p:spPr>
            <a:xfrm>
              <a:off x="3198766" y="4568943"/>
              <a:ext cx="1313234" cy="399458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7D811C63-9DDC-C7CD-D454-4A608E9B9184}"/>
                </a:ext>
              </a:extLst>
            </p:cNvPr>
            <p:cNvSpPr/>
            <p:nvPr/>
          </p:nvSpPr>
          <p:spPr>
            <a:xfrm>
              <a:off x="3198766" y="3763370"/>
              <a:ext cx="1313234" cy="399458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8" name="矩形 97">
              <a:extLst>
                <a:ext uri="{FF2B5EF4-FFF2-40B4-BE49-F238E27FC236}">
                  <a16:creationId xmlns:a16="http://schemas.microsoft.com/office/drawing/2014/main" id="{E6F2AC95-01B1-2C60-BDDB-ABFDE6F3F3B6}"/>
                </a:ext>
              </a:extLst>
            </p:cNvPr>
            <p:cNvSpPr/>
            <p:nvPr/>
          </p:nvSpPr>
          <p:spPr>
            <a:xfrm>
              <a:off x="3198766" y="4169485"/>
              <a:ext cx="1313234" cy="399458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4FB3CBDC-C8EE-9189-F04D-B038EF61CEE6}"/>
              </a:ext>
            </a:extLst>
          </p:cNvPr>
          <p:cNvGrpSpPr/>
          <p:nvPr/>
        </p:nvGrpSpPr>
        <p:grpSpPr>
          <a:xfrm>
            <a:off x="5175526" y="3329272"/>
            <a:ext cx="1313234" cy="1619673"/>
            <a:chOff x="3198766" y="3332112"/>
            <a:chExt cx="1313234" cy="1774914"/>
          </a:xfrm>
        </p:grpSpPr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4DD97482-7E60-3742-A007-146C3D5F7FB1}"/>
                </a:ext>
              </a:extLst>
            </p:cNvPr>
            <p:cNvSpPr/>
            <p:nvPr/>
          </p:nvSpPr>
          <p:spPr>
            <a:xfrm>
              <a:off x="3198766" y="3332112"/>
              <a:ext cx="1313234" cy="437745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1">
                  <a:shade val="15000"/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4B91A2CB-C994-F015-FB39-5460DB818E28}"/>
                </a:ext>
              </a:extLst>
            </p:cNvPr>
            <p:cNvSpPr/>
            <p:nvPr/>
          </p:nvSpPr>
          <p:spPr>
            <a:xfrm>
              <a:off x="3198766" y="4669281"/>
              <a:ext cx="1313234" cy="437745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4089F116-A8CB-DBC2-C3BE-43171DA3A5E9}"/>
                </a:ext>
              </a:extLst>
            </p:cNvPr>
            <p:cNvSpPr/>
            <p:nvPr/>
          </p:nvSpPr>
          <p:spPr>
            <a:xfrm>
              <a:off x="3198766" y="3786496"/>
              <a:ext cx="1313234" cy="437745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85A92957-1FF9-4217-D877-0B31EDEADB4C}"/>
                </a:ext>
              </a:extLst>
            </p:cNvPr>
            <p:cNvSpPr/>
            <p:nvPr/>
          </p:nvSpPr>
          <p:spPr>
            <a:xfrm>
              <a:off x="3198766" y="4231536"/>
              <a:ext cx="1313234" cy="437745"/>
            </a:xfrm>
            <a:prstGeom prst="rect">
              <a:avLst/>
            </a:prstGeom>
            <a:noFill/>
            <a:ln>
              <a:solidFill>
                <a:schemeClr val="accent1">
                  <a:shade val="15000"/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7A594FB1-C443-0AF5-4A59-302D73B0E8E5}"/>
              </a:ext>
            </a:extLst>
          </p:cNvPr>
          <p:cNvSpPr/>
          <p:nvPr/>
        </p:nvSpPr>
        <p:spPr>
          <a:xfrm>
            <a:off x="8158296" y="303179"/>
            <a:ext cx="3505200" cy="1847850"/>
          </a:xfrm>
          <a:custGeom>
            <a:avLst/>
            <a:gdLst>
              <a:gd name="connsiteX0" fmla="*/ 615962 w 3505200"/>
              <a:gd name="connsiteY0" fmla="*/ 0 h 1847850"/>
              <a:gd name="connsiteX1" fmla="*/ 3505200 w 3505200"/>
              <a:gd name="connsiteY1" fmla="*/ 0 h 1847850"/>
              <a:gd name="connsiteX2" fmla="*/ 3505200 w 3505200"/>
              <a:gd name="connsiteY2" fmla="*/ 1847850 h 1847850"/>
              <a:gd name="connsiteX3" fmla="*/ 0 w 3505200"/>
              <a:gd name="connsiteY3" fmla="*/ 1847850 h 1847850"/>
              <a:gd name="connsiteX4" fmla="*/ 0 w 3505200"/>
              <a:gd name="connsiteY4" fmla="*/ 615962 h 1847850"/>
              <a:gd name="connsiteX5" fmla="*/ 615962 w 3505200"/>
              <a:gd name="connsiteY5" fmla="*/ 0 h 1847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05200" h="1847850">
                <a:moveTo>
                  <a:pt x="615962" y="0"/>
                </a:moveTo>
                <a:lnTo>
                  <a:pt x="3505200" y="0"/>
                </a:lnTo>
                <a:lnTo>
                  <a:pt x="3505200" y="1847850"/>
                </a:lnTo>
                <a:lnTo>
                  <a:pt x="0" y="1847850"/>
                </a:lnTo>
                <a:lnTo>
                  <a:pt x="0" y="615962"/>
                </a:lnTo>
                <a:cubicBezTo>
                  <a:pt x="0" y="275776"/>
                  <a:pt x="275776" y="0"/>
                  <a:pt x="615962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6B24B261-AC43-1B30-F1EF-50D5D5F3AEBA}"/>
              </a:ext>
            </a:extLst>
          </p:cNvPr>
          <p:cNvSpPr/>
          <p:nvPr/>
        </p:nvSpPr>
        <p:spPr>
          <a:xfrm>
            <a:off x="8158295" y="923438"/>
            <a:ext cx="3505200" cy="1847850"/>
          </a:xfrm>
          <a:custGeom>
            <a:avLst/>
            <a:gdLst>
              <a:gd name="connsiteX0" fmla="*/ 0 w 3505200"/>
              <a:gd name="connsiteY0" fmla="*/ 0 h 1847850"/>
              <a:gd name="connsiteX1" fmla="*/ 2889238 w 3505200"/>
              <a:gd name="connsiteY1" fmla="*/ 0 h 1847850"/>
              <a:gd name="connsiteX2" fmla="*/ 3505200 w 3505200"/>
              <a:gd name="connsiteY2" fmla="*/ 615962 h 1847850"/>
              <a:gd name="connsiteX3" fmla="*/ 3505200 w 3505200"/>
              <a:gd name="connsiteY3" fmla="*/ 1847850 h 1847850"/>
              <a:gd name="connsiteX4" fmla="*/ 0 w 3505200"/>
              <a:gd name="connsiteY4" fmla="*/ 1847850 h 1847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05200" h="1847850">
                <a:moveTo>
                  <a:pt x="0" y="0"/>
                </a:moveTo>
                <a:lnTo>
                  <a:pt x="2889238" y="0"/>
                </a:lnTo>
                <a:cubicBezTo>
                  <a:pt x="3229424" y="0"/>
                  <a:pt x="3505200" y="275776"/>
                  <a:pt x="3505200" y="615962"/>
                </a:cubicBezTo>
                <a:lnTo>
                  <a:pt x="3505200" y="1847850"/>
                </a:lnTo>
                <a:lnTo>
                  <a:pt x="0" y="184785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BC0E8CC8-9007-B2FE-ECC6-CBEA42309B24}"/>
              </a:ext>
            </a:extLst>
          </p:cNvPr>
          <p:cNvSpPr/>
          <p:nvPr/>
        </p:nvSpPr>
        <p:spPr>
          <a:xfrm>
            <a:off x="8158296" y="1807520"/>
            <a:ext cx="3505199" cy="1847850"/>
          </a:xfrm>
          <a:custGeom>
            <a:avLst/>
            <a:gdLst>
              <a:gd name="connsiteX0" fmla="*/ 0 w 3505199"/>
              <a:gd name="connsiteY0" fmla="*/ 0 h 1847850"/>
              <a:gd name="connsiteX1" fmla="*/ 3505199 w 3505199"/>
              <a:gd name="connsiteY1" fmla="*/ 0 h 1847850"/>
              <a:gd name="connsiteX2" fmla="*/ 3505199 w 3505199"/>
              <a:gd name="connsiteY2" fmla="*/ 1847850 h 1847850"/>
              <a:gd name="connsiteX3" fmla="*/ 615962 w 3505199"/>
              <a:gd name="connsiteY3" fmla="*/ 1847850 h 1847850"/>
              <a:gd name="connsiteX4" fmla="*/ 0 w 3505199"/>
              <a:gd name="connsiteY4" fmla="*/ 1231888 h 1847850"/>
              <a:gd name="connsiteX5" fmla="*/ 0 w 3505199"/>
              <a:gd name="connsiteY5" fmla="*/ 0 h 1847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05199" h="1847850">
                <a:moveTo>
                  <a:pt x="0" y="0"/>
                </a:moveTo>
                <a:lnTo>
                  <a:pt x="3505199" y="0"/>
                </a:lnTo>
                <a:lnTo>
                  <a:pt x="3505199" y="1847850"/>
                </a:lnTo>
                <a:lnTo>
                  <a:pt x="615962" y="1847850"/>
                </a:lnTo>
                <a:cubicBezTo>
                  <a:pt x="275776" y="1847850"/>
                  <a:pt x="0" y="1572074"/>
                  <a:pt x="0" y="1231888"/>
                </a:cubicBez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E7E4AA44-3AE2-DB49-4B04-48946CED675B}"/>
              </a:ext>
            </a:extLst>
          </p:cNvPr>
          <p:cNvSpPr/>
          <p:nvPr/>
        </p:nvSpPr>
        <p:spPr>
          <a:xfrm>
            <a:off x="8158294" y="2400508"/>
            <a:ext cx="3505201" cy="1847850"/>
          </a:xfrm>
          <a:custGeom>
            <a:avLst/>
            <a:gdLst>
              <a:gd name="connsiteX0" fmla="*/ 0 w 3505201"/>
              <a:gd name="connsiteY0" fmla="*/ 0 h 1847850"/>
              <a:gd name="connsiteX1" fmla="*/ 1 w 3505201"/>
              <a:gd name="connsiteY1" fmla="*/ 0 h 1847850"/>
              <a:gd name="connsiteX2" fmla="*/ 3505201 w 3505201"/>
              <a:gd name="connsiteY2" fmla="*/ 0 h 1847850"/>
              <a:gd name="connsiteX3" fmla="*/ 3505201 w 3505201"/>
              <a:gd name="connsiteY3" fmla="*/ 1231888 h 1847850"/>
              <a:gd name="connsiteX4" fmla="*/ 2889239 w 3505201"/>
              <a:gd name="connsiteY4" fmla="*/ 1847850 h 1847850"/>
              <a:gd name="connsiteX5" fmla="*/ 0 w 3505201"/>
              <a:gd name="connsiteY5" fmla="*/ 1847850 h 1847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05201" h="1847850">
                <a:moveTo>
                  <a:pt x="0" y="0"/>
                </a:moveTo>
                <a:lnTo>
                  <a:pt x="1" y="0"/>
                </a:lnTo>
                <a:lnTo>
                  <a:pt x="3505201" y="0"/>
                </a:lnTo>
                <a:lnTo>
                  <a:pt x="3505201" y="1231888"/>
                </a:lnTo>
                <a:cubicBezTo>
                  <a:pt x="3505201" y="1572074"/>
                  <a:pt x="3229425" y="1847850"/>
                  <a:pt x="2889239" y="1847850"/>
                </a:cubicBezTo>
                <a:lnTo>
                  <a:pt x="0" y="184785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41918DC4-15DA-30B0-61ED-B3293A0EBECD}"/>
              </a:ext>
            </a:extLst>
          </p:cNvPr>
          <p:cNvGrpSpPr/>
          <p:nvPr/>
        </p:nvGrpSpPr>
        <p:grpSpPr>
          <a:xfrm>
            <a:off x="8721073" y="4927065"/>
            <a:ext cx="1727633" cy="398834"/>
            <a:chOff x="2378413" y="4007796"/>
            <a:chExt cx="1727633" cy="398834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A31DA08-AA45-8533-9BFE-EE0FEB1D73E1}"/>
                </a:ext>
              </a:extLst>
            </p:cNvPr>
            <p:cNvSpPr/>
            <p:nvPr/>
          </p:nvSpPr>
          <p:spPr>
            <a:xfrm>
              <a:off x="2577830" y="4007796"/>
              <a:ext cx="1328799" cy="39883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流程图: 接点 7">
              <a:extLst>
                <a:ext uri="{FF2B5EF4-FFF2-40B4-BE49-F238E27FC236}">
                  <a16:creationId xmlns:a16="http://schemas.microsoft.com/office/drawing/2014/main" id="{C68FD33B-706D-48C4-D12D-D65F0117A439}"/>
                </a:ext>
              </a:extLst>
            </p:cNvPr>
            <p:cNvSpPr/>
            <p:nvPr/>
          </p:nvSpPr>
          <p:spPr>
            <a:xfrm>
              <a:off x="3707212" y="4007796"/>
              <a:ext cx="398834" cy="398834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流程图: 接点 8">
              <a:extLst>
                <a:ext uri="{FF2B5EF4-FFF2-40B4-BE49-F238E27FC236}">
                  <a16:creationId xmlns:a16="http://schemas.microsoft.com/office/drawing/2014/main" id="{E4EE092F-660A-91E9-F247-1EDE2AD2CBDD}"/>
                </a:ext>
              </a:extLst>
            </p:cNvPr>
            <p:cNvSpPr/>
            <p:nvPr/>
          </p:nvSpPr>
          <p:spPr>
            <a:xfrm>
              <a:off x="2378413" y="4007796"/>
              <a:ext cx="398834" cy="398834"/>
            </a:xfrm>
            <a:prstGeom prst="flowChartConnector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97883E05-4B8E-AA78-B33B-90CC754E722F}"/>
              </a:ext>
            </a:extLst>
          </p:cNvPr>
          <p:cNvGrpSpPr/>
          <p:nvPr/>
        </p:nvGrpSpPr>
        <p:grpSpPr>
          <a:xfrm>
            <a:off x="8670801" y="5816904"/>
            <a:ext cx="2130430" cy="408562"/>
            <a:chOff x="2139681" y="4095345"/>
            <a:chExt cx="2130430" cy="408562"/>
          </a:xfrm>
        </p:grpSpPr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E0BF7612-D47A-7087-0FBE-4A59E0E2E189}"/>
                </a:ext>
              </a:extLst>
            </p:cNvPr>
            <p:cNvSpPr/>
            <p:nvPr/>
          </p:nvSpPr>
          <p:spPr>
            <a:xfrm>
              <a:off x="2139681" y="4095345"/>
              <a:ext cx="204281" cy="408562"/>
            </a:xfrm>
            <a:custGeom>
              <a:avLst/>
              <a:gdLst>
                <a:gd name="connsiteX0" fmla="*/ 204281 w 204281"/>
                <a:gd name="connsiteY0" fmla="*/ 0 h 408562"/>
                <a:gd name="connsiteX1" fmla="*/ 204281 w 204281"/>
                <a:gd name="connsiteY1" fmla="*/ 408562 h 408562"/>
                <a:gd name="connsiteX2" fmla="*/ 0 w 204281"/>
                <a:gd name="connsiteY2" fmla="*/ 204281 h 408562"/>
                <a:gd name="connsiteX3" fmla="*/ 204281 w 204281"/>
                <a:gd name="connsiteY3" fmla="*/ 0 h 40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4281" h="408562">
                  <a:moveTo>
                    <a:pt x="204281" y="0"/>
                  </a:moveTo>
                  <a:lnTo>
                    <a:pt x="204281" y="408562"/>
                  </a:lnTo>
                  <a:cubicBezTo>
                    <a:pt x="91460" y="408562"/>
                    <a:pt x="0" y="317102"/>
                    <a:pt x="0" y="204281"/>
                  </a:cubicBezTo>
                  <a:cubicBezTo>
                    <a:pt x="0" y="91460"/>
                    <a:pt x="91460" y="0"/>
                    <a:pt x="204281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0BDD4528-B0A8-36AE-9237-661C7A32346A}"/>
                </a:ext>
              </a:extLst>
            </p:cNvPr>
            <p:cNvSpPr/>
            <p:nvPr/>
          </p:nvSpPr>
          <p:spPr>
            <a:xfrm>
              <a:off x="4065830" y="4095345"/>
              <a:ext cx="204281" cy="408562"/>
            </a:xfrm>
            <a:custGeom>
              <a:avLst/>
              <a:gdLst>
                <a:gd name="connsiteX0" fmla="*/ 0 w 204281"/>
                <a:gd name="connsiteY0" fmla="*/ 0 h 408562"/>
                <a:gd name="connsiteX1" fmla="*/ 204281 w 204281"/>
                <a:gd name="connsiteY1" fmla="*/ 204281 h 408562"/>
                <a:gd name="connsiteX2" fmla="*/ 0 w 204281"/>
                <a:gd name="connsiteY2" fmla="*/ 408562 h 408562"/>
                <a:gd name="connsiteX3" fmla="*/ 0 w 204281"/>
                <a:gd name="connsiteY3" fmla="*/ 0 h 40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4281" h="408562">
                  <a:moveTo>
                    <a:pt x="0" y="0"/>
                  </a:moveTo>
                  <a:cubicBezTo>
                    <a:pt x="112821" y="0"/>
                    <a:pt x="204281" y="91460"/>
                    <a:pt x="204281" y="204281"/>
                  </a:cubicBezTo>
                  <a:cubicBezTo>
                    <a:pt x="204281" y="317102"/>
                    <a:pt x="112821" y="408562"/>
                    <a:pt x="0" y="408562"/>
                  </a:cubicBez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6AF18084-EEBB-22B2-4690-F56471F5EEF5}"/>
                </a:ext>
              </a:extLst>
            </p:cNvPr>
            <p:cNvSpPr/>
            <p:nvPr/>
          </p:nvSpPr>
          <p:spPr>
            <a:xfrm>
              <a:off x="2343962" y="4095345"/>
              <a:ext cx="1747938" cy="4085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14" name="矩形 13">
            <a:extLst>
              <a:ext uri="{FF2B5EF4-FFF2-40B4-BE49-F238E27FC236}">
                <a16:creationId xmlns:a16="http://schemas.microsoft.com/office/drawing/2014/main" id="{9B5C1647-B625-F6CF-E47A-4B54A2771644}"/>
              </a:ext>
            </a:extLst>
          </p:cNvPr>
          <p:cNvSpPr/>
          <p:nvPr/>
        </p:nvSpPr>
        <p:spPr>
          <a:xfrm rot="16200000">
            <a:off x="1357402" y="4160755"/>
            <a:ext cx="1181905" cy="437745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83818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5C383CB-702A-01A1-71C5-8774912E6F17}"/>
              </a:ext>
            </a:extLst>
          </p:cNvPr>
          <p:cNvSpPr/>
          <p:nvPr/>
        </p:nvSpPr>
        <p:spPr>
          <a:xfrm>
            <a:off x="2207514" y="787939"/>
            <a:ext cx="7169285" cy="3139825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7971B7-3431-BB9C-19B4-1994218A48ED}"/>
              </a:ext>
            </a:extLst>
          </p:cNvPr>
          <p:cNvSpPr/>
          <p:nvPr/>
        </p:nvSpPr>
        <p:spPr>
          <a:xfrm>
            <a:off x="3443810" y="1007918"/>
            <a:ext cx="4696691" cy="4987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8D3CE78-0054-55F1-16E7-33FE960A87C1}"/>
              </a:ext>
            </a:extLst>
          </p:cNvPr>
          <p:cNvSpPr/>
          <p:nvPr/>
        </p:nvSpPr>
        <p:spPr>
          <a:xfrm>
            <a:off x="2441864" y="1600200"/>
            <a:ext cx="540327" cy="2057400"/>
          </a:xfrm>
          <a:prstGeom prst="rect">
            <a:avLst/>
          </a:prstGeom>
          <a:solidFill>
            <a:srgbClr val="F58383">
              <a:alpha val="50000"/>
            </a:srgbClr>
          </a:solid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934AE6C-093F-87D5-BFCC-A0B2875E1279}"/>
              </a:ext>
            </a:extLst>
          </p:cNvPr>
          <p:cNvSpPr/>
          <p:nvPr/>
        </p:nvSpPr>
        <p:spPr>
          <a:xfrm>
            <a:off x="8631383" y="1600200"/>
            <a:ext cx="540327" cy="2057400"/>
          </a:xfrm>
          <a:prstGeom prst="rect">
            <a:avLst/>
          </a:prstGeom>
          <a:solidFill>
            <a:srgbClr val="F58383">
              <a:alpha val="50000"/>
            </a:srgbClr>
          </a:solidFill>
          <a:ln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连接符: 肘形 6">
            <a:extLst>
              <a:ext uri="{FF2B5EF4-FFF2-40B4-BE49-F238E27FC236}">
                <a16:creationId xmlns:a16="http://schemas.microsoft.com/office/drawing/2014/main" id="{1EBBF8ED-4A11-E8A4-8CDF-3E1F786CBE79}"/>
              </a:ext>
            </a:extLst>
          </p:cNvPr>
          <p:cNvCxnSpPr>
            <a:cxnSpLocks/>
            <a:stCxn id="3" idx="1"/>
            <a:endCxn id="4" idx="0"/>
          </p:cNvCxnSpPr>
          <p:nvPr/>
        </p:nvCxnSpPr>
        <p:spPr>
          <a:xfrm rot="10800000" flipV="1">
            <a:off x="2712028" y="1257300"/>
            <a:ext cx="731782" cy="3429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D6278FEB-1B29-6313-4550-706AF046E1A2}"/>
              </a:ext>
            </a:extLst>
          </p:cNvPr>
          <p:cNvCxnSpPr>
            <a:cxnSpLocks/>
            <a:stCxn id="3" idx="3"/>
            <a:endCxn id="5" idx="0"/>
          </p:cNvCxnSpPr>
          <p:nvPr/>
        </p:nvCxnSpPr>
        <p:spPr>
          <a:xfrm>
            <a:off x="8140501" y="1257300"/>
            <a:ext cx="761046" cy="3429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流程图: 接点 14">
            <a:extLst>
              <a:ext uri="{FF2B5EF4-FFF2-40B4-BE49-F238E27FC236}">
                <a16:creationId xmlns:a16="http://schemas.microsoft.com/office/drawing/2014/main" id="{27DE7D14-5E7D-F342-AA17-383445E4F6E7}"/>
              </a:ext>
            </a:extLst>
          </p:cNvPr>
          <p:cNvSpPr/>
          <p:nvPr/>
        </p:nvSpPr>
        <p:spPr>
          <a:xfrm>
            <a:off x="4658266" y="1870364"/>
            <a:ext cx="893618" cy="893618"/>
          </a:xfrm>
          <a:prstGeom prst="flowChartConnector">
            <a:avLst/>
          </a:prstGeom>
          <a:gradFill flip="none" rotWithShape="1">
            <a:gsLst>
              <a:gs pos="71687">
                <a:srgbClr val="AEBEE1">
                  <a:alpha val="10000"/>
                </a:srgbClr>
              </a:gs>
              <a:gs pos="69375">
                <a:srgbClr val="B1BCDE"/>
              </a:gs>
              <a:gs pos="64750">
                <a:srgbClr val="B6B8D8"/>
              </a:gs>
              <a:gs pos="55500">
                <a:srgbClr val="C0B0CB"/>
              </a:gs>
              <a:gs pos="37000">
                <a:srgbClr val="D5A0B2"/>
              </a:gs>
              <a:gs pos="0">
                <a:srgbClr val="FF7F7F"/>
              </a:gs>
              <a:gs pos="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流程图: 接点 15">
            <a:extLst>
              <a:ext uri="{FF2B5EF4-FFF2-40B4-BE49-F238E27FC236}">
                <a16:creationId xmlns:a16="http://schemas.microsoft.com/office/drawing/2014/main" id="{9D75FB06-6296-5C90-CABC-EB0CAA68C190}"/>
              </a:ext>
            </a:extLst>
          </p:cNvPr>
          <p:cNvSpPr/>
          <p:nvPr/>
        </p:nvSpPr>
        <p:spPr>
          <a:xfrm>
            <a:off x="6198697" y="1870364"/>
            <a:ext cx="893618" cy="893618"/>
          </a:xfrm>
          <a:prstGeom prst="flowChartConnector">
            <a:avLst/>
          </a:prstGeom>
          <a:gradFill flip="none" rotWithShape="1">
            <a:gsLst>
              <a:gs pos="71687">
                <a:srgbClr val="AEBEE1">
                  <a:alpha val="10000"/>
                </a:srgbClr>
              </a:gs>
              <a:gs pos="69375">
                <a:srgbClr val="B1BCDE"/>
              </a:gs>
              <a:gs pos="64750">
                <a:srgbClr val="B6B8D8"/>
              </a:gs>
              <a:gs pos="55500">
                <a:srgbClr val="C0B0CB"/>
              </a:gs>
              <a:gs pos="37000">
                <a:srgbClr val="D5A0B2"/>
              </a:gs>
              <a:gs pos="0">
                <a:srgbClr val="FF7F7F"/>
              </a:gs>
              <a:gs pos="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流程图: 接点 16">
            <a:extLst>
              <a:ext uri="{FF2B5EF4-FFF2-40B4-BE49-F238E27FC236}">
                <a16:creationId xmlns:a16="http://schemas.microsoft.com/office/drawing/2014/main" id="{2FFAC90B-8105-FDC5-1491-4B7E9EAEF425}"/>
              </a:ext>
            </a:extLst>
          </p:cNvPr>
          <p:cNvSpPr/>
          <p:nvPr/>
        </p:nvSpPr>
        <p:spPr>
          <a:xfrm>
            <a:off x="7492324" y="1870364"/>
            <a:ext cx="893618" cy="893618"/>
          </a:xfrm>
          <a:prstGeom prst="flowChartConnector">
            <a:avLst/>
          </a:prstGeom>
          <a:gradFill flip="none" rotWithShape="1">
            <a:gsLst>
              <a:gs pos="71687">
                <a:srgbClr val="AEBEE1">
                  <a:alpha val="10000"/>
                  <a:lumMod val="99000"/>
                </a:srgbClr>
              </a:gs>
              <a:gs pos="69375">
                <a:srgbClr val="B1BCDE"/>
              </a:gs>
              <a:gs pos="64750">
                <a:srgbClr val="B6B8D8"/>
              </a:gs>
              <a:gs pos="55500">
                <a:srgbClr val="C0B0CB"/>
              </a:gs>
              <a:gs pos="37000">
                <a:srgbClr val="D5A0B2"/>
              </a:gs>
              <a:gs pos="0">
                <a:srgbClr val="FF7F7F"/>
              </a:gs>
              <a:gs pos="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F82577B8-7227-05C0-AB8D-5FBFAC8263D9}"/>
              </a:ext>
            </a:extLst>
          </p:cNvPr>
          <p:cNvGrpSpPr/>
          <p:nvPr/>
        </p:nvGrpSpPr>
        <p:grpSpPr>
          <a:xfrm>
            <a:off x="3475049" y="3127664"/>
            <a:ext cx="1322222" cy="529936"/>
            <a:chOff x="4876475" y="4977245"/>
            <a:chExt cx="1834516" cy="519546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ABBA0455-057D-677F-2D66-2E1FB1769916}"/>
                </a:ext>
              </a:extLst>
            </p:cNvPr>
            <p:cNvSpPr/>
            <p:nvPr/>
          </p:nvSpPr>
          <p:spPr>
            <a:xfrm>
              <a:off x="5105075" y="4977245"/>
              <a:ext cx="1306116" cy="51954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流程图: 接点 19">
              <a:extLst>
                <a:ext uri="{FF2B5EF4-FFF2-40B4-BE49-F238E27FC236}">
                  <a16:creationId xmlns:a16="http://schemas.microsoft.com/office/drawing/2014/main" id="{D4B3A435-677F-AEA2-FBB4-936694B9C5B7}"/>
                </a:ext>
              </a:extLst>
            </p:cNvPr>
            <p:cNvSpPr/>
            <p:nvPr/>
          </p:nvSpPr>
          <p:spPr>
            <a:xfrm>
              <a:off x="4876475" y="4977245"/>
              <a:ext cx="519546" cy="519546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流程图: 接点 20">
              <a:extLst>
                <a:ext uri="{FF2B5EF4-FFF2-40B4-BE49-F238E27FC236}">
                  <a16:creationId xmlns:a16="http://schemas.microsoft.com/office/drawing/2014/main" id="{DF1AFCEA-46A1-CE1E-EB6B-23C65EED1139}"/>
                </a:ext>
              </a:extLst>
            </p:cNvPr>
            <p:cNvSpPr/>
            <p:nvPr/>
          </p:nvSpPr>
          <p:spPr>
            <a:xfrm>
              <a:off x="6191445" y="4977245"/>
              <a:ext cx="519546" cy="519546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E35B307B-D890-C0FF-999E-1261D709FC35}"/>
              </a:ext>
            </a:extLst>
          </p:cNvPr>
          <p:cNvGrpSpPr/>
          <p:nvPr/>
        </p:nvGrpSpPr>
        <p:grpSpPr>
          <a:xfrm>
            <a:off x="5182850" y="3127664"/>
            <a:ext cx="1322222" cy="529936"/>
            <a:chOff x="4876475" y="4977245"/>
            <a:chExt cx="1834516" cy="519546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235CF2AF-3608-BA15-A111-A9FECA6AC789}"/>
                </a:ext>
              </a:extLst>
            </p:cNvPr>
            <p:cNvSpPr/>
            <p:nvPr/>
          </p:nvSpPr>
          <p:spPr>
            <a:xfrm>
              <a:off x="5105075" y="4977245"/>
              <a:ext cx="1306116" cy="51954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流程图: 接点 25">
              <a:extLst>
                <a:ext uri="{FF2B5EF4-FFF2-40B4-BE49-F238E27FC236}">
                  <a16:creationId xmlns:a16="http://schemas.microsoft.com/office/drawing/2014/main" id="{C8FB7CE8-D11F-DF24-18E4-CD9F16403E92}"/>
                </a:ext>
              </a:extLst>
            </p:cNvPr>
            <p:cNvSpPr/>
            <p:nvPr/>
          </p:nvSpPr>
          <p:spPr>
            <a:xfrm>
              <a:off x="4876475" y="4977245"/>
              <a:ext cx="519546" cy="519546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流程图: 接点 26">
              <a:extLst>
                <a:ext uri="{FF2B5EF4-FFF2-40B4-BE49-F238E27FC236}">
                  <a16:creationId xmlns:a16="http://schemas.microsoft.com/office/drawing/2014/main" id="{DC0B8FD7-0BCF-4710-B5ED-CD410E31E1B7}"/>
                </a:ext>
              </a:extLst>
            </p:cNvPr>
            <p:cNvSpPr/>
            <p:nvPr/>
          </p:nvSpPr>
          <p:spPr>
            <a:xfrm>
              <a:off x="6191445" y="4977245"/>
              <a:ext cx="519546" cy="519546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54703ACC-DCB6-CD39-97C8-4D6AF8A0546A}"/>
              </a:ext>
            </a:extLst>
          </p:cNvPr>
          <p:cNvGrpSpPr/>
          <p:nvPr/>
        </p:nvGrpSpPr>
        <p:grpSpPr>
          <a:xfrm>
            <a:off x="6927240" y="3127664"/>
            <a:ext cx="1322222" cy="529936"/>
            <a:chOff x="4876475" y="4977245"/>
            <a:chExt cx="1834516" cy="519546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0F02407-406D-AD47-1749-D7ACB87C057C}"/>
                </a:ext>
              </a:extLst>
            </p:cNvPr>
            <p:cNvSpPr/>
            <p:nvPr/>
          </p:nvSpPr>
          <p:spPr>
            <a:xfrm>
              <a:off x="5105075" y="4977245"/>
              <a:ext cx="1306116" cy="51954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流程图: 接点 29">
              <a:extLst>
                <a:ext uri="{FF2B5EF4-FFF2-40B4-BE49-F238E27FC236}">
                  <a16:creationId xmlns:a16="http://schemas.microsoft.com/office/drawing/2014/main" id="{CF519132-60C0-D0AD-45A9-C6D1CF42ADD3}"/>
                </a:ext>
              </a:extLst>
            </p:cNvPr>
            <p:cNvSpPr/>
            <p:nvPr/>
          </p:nvSpPr>
          <p:spPr>
            <a:xfrm>
              <a:off x="4876475" y="4977245"/>
              <a:ext cx="519546" cy="519546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流程图: 接点 30">
              <a:extLst>
                <a:ext uri="{FF2B5EF4-FFF2-40B4-BE49-F238E27FC236}">
                  <a16:creationId xmlns:a16="http://schemas.microsoft.com/office/drawing/2014/main" id="{CFABBD80-E667-1518-A38D-26CB757404E3}"/>
                </a:ext>
              </a:extLst>
            </p:cNvPr>
            <p:cNvSpPr/>
            <p:nvPr/>
          </p:nvSpPr>
          <p:spPr>
            <a:xfrm>
              <a:off x="6191445" y="4977245"/>
              <a:ext cx="519546" cy="519546"/>
            </a:xfrm>
            <a:prstGeom prst="flowChartConnector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2" name="流程图: 接点 31">
            <a:extLst>
              <a:ext uri="{FF2B5EF4-FFF2-40B4-BE49-F238E27FC236}">
                <a16:creationId xmlns:a16="http://schemas.microsoft.com/office/drawing/2014/main" id="{F23A82F1-69C4-1758-E9A4-1B65BA7C2236}"/>
              </a:ext>
            </a:extLst>
          </p:cNvPr>
          <p:cNvSpPr/>
          <p:nvPr/>
        </p:nvSpPr>
        <p:spPr>
          <a:xfrm>
            <a:off x="3302655" y="1870364"/>
            <a:ext cx="893618" cy="893618"/>
          </a:xfrm>
          <a:prstGeom prst="flowChartConnector">
            <a:avLst/>
          </a:prstGeom>
          <a:gradFill flip="none" rotWithShape="1">
            <a:gsLst>
              <a:gs pos="71687">
                <a:srgbClr val="AEBEE1">
                  <a:alpha val="10000"/>
                </a:srgbClr>
              </a:gs>
              <a:gs pos="69375">
                <a:srgbClr val="B1BCDE"/>
              </a:gs>
              <a:gs pos="64750">
                <a:srgbClr val="B6B8D8"/>
              </a:gs>
              <a:gs pos="55500">
                <a:srgbClr val="C0B0CB"/>
              </a:gs>
              <a:gs pos="37000">
                <a:srgbClr val="D5A0B2"/>
              </a:gs>
              <a:gs pos="0">
                <a:srgbClr val="FF7F7F"/>
              </a:gs>
              <a:gs pos="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29647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任意多边形: 形状 95">
            <a:extLst>
              <a:ext uri="{FF2B5EF4-FFF2-40B4-BE49-F238E27FC236}">
                <a16:creationId xmlns:a16="http://schemas.microsoft.com/office/drawing/2014/main" id="{B084AAE7-C716-2FD5-745E-1A537155A51E}"/>
              </a:ext>
            </a:extLst>
          </p:cNvPr>
          <p:cNvSpPr/>
          <p:nvPr/>
        </p:nvSpPr>
        <p:spPr>
          <a:xfrm rot="5400000">
            <a:off x="6111015" y="782183"/>
            <a:ext cx="2655620" cy="2633701"/>
          </a:xfrm>
          <a:custGeom>
            <a:avLst/>
            <a:gdLst>
              <a:gd name="connsiteX0" fmla="*/ 0 w 2655620"/>
              <a:gd name="connsiteY0" fmla="*/ 2633701 h 2633701"/>
              <a:gd name="connsiteX1" fmla="*/ 12551 w 2655620"/>
              <a:gd name="connsiteY1" fmla="*/ 2385145 h 2633701"/>
              <a:gd name="connsiteX2" fmla="*/ 2655620 w 2655620"/>
              <a:gd name="connsiteY2" fmla="*/ 0 h 2633701"/>
              <a:gd name="connsiteX3" fmla="*/ 2655620 w 2655620"/>
              <a:gd name="connsiteY3" fmla="*/ 1402188 h 2633701"/>
              <a:gd name="connsiteX4" fmla="*/ 1404624 w 2655620"/>
              <a:gd name="connsiteY4" fmla="*/ 2531105 h 2633701"/>
              <a:gd name="connsiteX5" fmla="*/ 1399444 w 2655620"/>
              <a:gd name="connsiteY5" fmla="*/ 2633701 h 2633701"/>
              <a:gd name="connsiteX6" fmla="*/ 0 w 2655620"/>
              <a:gd name="connsiteY6" fmla="*/ 2633701 h 2633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55620" h="2633701">
                <a:moveTo>
                  <a:pt x="0" y="2633701"/>
                </a:moveTo>
                <a:lnTo>
                  <a:pt x="12551" y="2385145"/>
                </a:lnTo>
                <a:cubicBezTo>
                  <a:pt x="148605" y="1045445"/>
                  <a:pt x="1280024" y="0"/>
                  <a:pt x="2655620" y="0"/>
                </a:cubicBezTo>
                <a:lnTo>
                  <a:pt x="2655620" y="1402188"/>
                </a:lnTo>
                <a:cubicBezTo>
                  <a:pt x="2004535" y="1402188"/>
                  <a:pt x="1469020" y="1897010"/>
                  <a:pt x="1404624" y="2531105"/>
                </a:cubicBezTo>
                <a:lnTo>
                  <a:pt x="1399444" y="2633701"/>
                </a:lnTo>
                <a:lnTo>
                  <a:pt x="0" y="2633701"/>
                </a:lnTo>
                <a:close/>
              </a:path>
            </a:pathLst>
          </a:custGeom>
          <a:gradFill>
            <a:gsLst>
              <a:gs pos="0">
                <a:srgbClr val="F58383"/>
              </a:gs>
              <a:gs pos="100000">
                <a:srgbClr val="FFFFFF"/>
              </a:gs>
            </a:gsLst>
            <a:lin ang="135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5" name="任意多边形: 形状 94">
            <a:extLst>
              <a:ext uri="{FF2B5EF4-FFF2-40B4-BE49-F238E27FC236}">
                <a16:creationId xmlns:a16="http://schemas.microsoft.com/office/drawing/2014/main" id="{F416530F-2673-F871-8A14-5E051EFD5F16}"/>
              </a:ext>
            </a:extLst>
          </p:cNvPr>
          <p:cNvSpPr/>
          <p:nvPr/>
        </p:nvSpPr>
        <p:spPr>
          <a:xfrm rot="5400000">
            <a:off x="4851499" y="2156368"/>
            <a:ext cx="1257488" cy="1283463"/>
          </a:xfrm>
          <a:custGeom>
            <a:avLst/>
            <a:gdLst>
              <a:gd name="connsiteX0" fmla="*/ 0 w 1257488"/>
              <a:gd name="connsiteY0" fmla="*/ 25975 h 1283463"/>
              <a:gd name="connsiteX1" fmla="*/ 1312 w 1257488"/>
              <a:gd name="connsiteY1" fmla="*/ 0 h 1283463"/>
              <a:gd name="connsiteX2" fmla="*/ 141124 w 1257488"/>
              <a:gd name="connsiteY2" fmla="*/ 0 h 1283463"/>
              <a:gd name="connsiteX3" fmla="*/ 139812 w 1257488"/>
              <a:gd name="connsiteY3" fmla="*/ 25975 h 1283463"/>
              <a:gd name="connsiteX4" fmla="*/ 1257488 w 1257488"/>
              <a:gd name="connsiteY4" fmla="*/ 1143651 h 1283463"/>
              <a:gd name="connsiteX5" fmla="*/ 1257488 w 1257488"/>
              <a:gd name="connsiteY5" fmla="*/ 1283463 h 1283463"/>
              <a:gd name="connsiteX6" fmla="*/ 0 w 1257488"/>
              <a:gd name="connsiteY6" fmla="*/ 25975 h 12834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57488" h="1283463">
                <a:moveTo>
                  <a:pt x="0" y="25975"/>
                </a:moveTo>
                <a:lnTo>
                  <a:pt x="1312" y="0"/>
                </a:lnTo>
                <a:lnTo>
                  <a:pt x="141124" y="0"/>
                </a:lnTo>
                <a:lnTo>
                  <a:pt x="139812" y="25975"/>
                </a:lnTo>
                <a:cubicBezTo>
                  <a:pt x="139812" y="643250"/>
                  <a:pt x="640213" y="1143651"/>
                  <a:pt x="1257488" y="1143651"/>
                </a:cubicBezTo>
                <a:lnTo>
                  <a:pt x="1257488" y="1283463"/>
                </a:lnTo>
                <a:cubicBezTo>
                  <a:pt x="562997" y="1283463"/>
                  <a:pt x="0" y="720466"/>
                  <a:pt x="0" y="25975"/>
                </a:cubicBezTo>
                <a:close/>
              </a:path>
            </a:pathLst>
          </a:custGeom>
          <a:solidFill>
            <a:srgbClr val="52B7D2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9783B5D6-27E2-1A0D-1038-90D515788DF1}"/>
              </a:ext>
            </a:extLst>
          </p:cNvPr>
          <p:cNvSpPr/>
          <p:nvPr/>
        </p:nvSpPr>
        <p:spPr>
          <a:xfrm rot="5400000">
            <a:off x="3453646" y="3415301"/>
            <a:ext cx="2656786" cy="2679871"/>
          </a:xfrm>
          <a:custGeom>
            <a:avLst/>
            <a:gdLst>
              <a:gd name="connsiteX0" fmla="*/ 0 w 2656786"/>
              <a:gd name="connsiteY0" fmla="*/ 2679871 h 2679871"/>
              <a:gd name="connsiteX1" fmla="*/ 0 w 2656786"/>
              <a:gd name="connsiteY1" fmla="*/ 1283463 h 2679871"/>
              <a:gd name="connsiteX2" fmla="*/ 1257488 w 2656786"/>
              <a:gd name="connsiteY2" fmla="*/ 25975 h 2679871"/>
              <a:gd name="connsiteX3" fmla="*/ 1256176 w 2656786"/>
              <a:gd name="connsiteY3" fmla="*/ 0 h 2679871"/>
              <a:gd name="connsiteX4" fmla="*/ 2655620 w 2656786"/>
              <a:gd name="connsiteY4" fmla="*/ 0 h 2679871"/>
              <a:gd name="connsiteX5" fmla="*/ 2656786 w 2656786"/>
              <a:gd name="connsiteY5" fmla="*/ 23085 h 2679871"/>
              <a:gd name="connsiteX6" fmla="*/ 0 w 2656786"/>
              <a:gd name="connsiteY6" fmla="*/ 2679871 h 2679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56786" h="2679871">
                <a:moveTo>
                  <a:pt x="0" y="2679871"/>
                </a:moveTo>
                <a:lnTo>
                  <a:pt x="0" y="1283463"/>
                </a:lnTo>
                <a:cubicBezTo>
                  <a:pt x="694491" y="1283463"/>
                  <a:pt x="1257488" y="720466"/>
                  <a:pt x="1257488" y="25975"/>
                </a:cubicBezTo>
                <a:lnTo>
                  <a:pt x="1256176" y="0"/>
                </a:lnTo>
                <a:lnTo>
                  <a:pt x="2655620" y="0"/>
                </a:lnTo>
                <a:lnTo>
                  <a:pt x="2656786" y="23085"/>
                </a:lnTo>
                <a:cubicBezTo>
                  <a:pt x="2656786" y="1490387"/>
                  <a:pt x="1467302" y="2679871"/>
                  <a:pt x="0" y="2679871"/>
                </a:cubicBezTo>
                <a:close/>
              </a:path>
            </a:pathLst>
          </a:custGeom>
          <a:gradFill flip="none" rotWithShape="1">
            <a:gsLst>
              <a:gs pos="0">
                <a:srgbClr val="FFBFBF"/>
              </a:gs>
              <a:gs pos="100000">
                <a:srgbClr val="FFFFF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1" name="任意多边形: 形状 90">
            <a:extLst>
              <a:ext uri="{FF2B5EF4-FFF2-40B4-BE49-F238E27FC236}">
                <a16:creationId xmlns:a16="http://schemas.microsoft.com/office/drawing/2014/main" id="{AF7F4262-ED11-F3BB-E4FC-94451FABDA8D}"/>
              </a:ext>
            </a:extLst>
          </p:cNvPr>
          <p:cNvSpPr/>
          <p:nvPr/>
        </p:nvSpPr>
        <p:spPr>
          <a:xfrm rot="5400000">
            <a:off x="6109643" y="3439175"/>
            <a:ext cx="1256176" cy="1231513"/>
          </a:xfrm>
          <a:custGeom>
            <a:avLst/>
            <a:gdLst>
              <a:gd name="connsiteX0" fmla="*/ 0 w 1256176"/>
              <a:gd name="connsiteY0" fmla="*/ 139812 h 1231513"/>
              <a:gd name="connsiteX1" fmla="*/ 0 w 1256176"/>
              <a:gd name="connsiteY1" fmla="*/ 0 h 1231513"/>
              <a:gd name="connsiteX2" fmla="*/ 1250996 w 1256176"/>
              <a:gd name="connsiteY2" fmla="*/ 1128917 h 1231513"/>
              <a:gd name="connsiteX3" fmla="*/ 1256176 w 1256176"/>
              <a:gd name="connsiteY3" fmla="*/ 1231513 h 1231513"/>
              <a:gd name="connsiteX4" fmla="*/ 1116364 w 1256176"/>
              <a:gd name="connsiteY4" fmla="*/ 1231513 h 1231513"/>
              <a:gd name="connsiteX5" fmla="*/ 1111906 w 1256176"/>
              <a:gd name="connsiteY5" fmla="*/ 1143212 h 1231513"/>
              <a:gd name="connsiteX6" fmla="*/ 0 w 1256176"/>
              <a:gd name="connsiteY6" fmla="*/ 139812 h 1231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56176" h="1231513">
                <a:moveTo>
                  <a:pt x="0" y="139812"/>
                </a:moveTo>
                <a:lnTo>
                  <a:pt x="0" y="0"/>
                </a:lnTo>
                <a:cubicBezTo>
                  <a:pt x="651085" y="0"/>
                  <a:pt x="1186599" y="494822"/>
                  <a:pt x="1250996" y="1128917"/>
                </a:cubicBezTo>
                <a:lnTo>
                  <a:pt x="1256176" y="1231513"/>
                </a:lnTo>
                <a:lnTo>
                  <a:pt x="1116364" y="1231513"/>
                </a:lnTo>
                <a:lnTo>
                  <a:pt x="1111906" y="1143212"/>
                </a:lnTo>
                <a:cubicBezTo>
                  <a:pt x="1054669" y="579618"/>
                  <a:pt x="578695" y="139812"/>
                  <a:pt x="0" y="139812"/>
                </a:cubicBezTo>
                <a:close/>
              </a:path>
            </a:pathLst>
          </a:custGeom>
          <a:solidFill>
            <a:srgbClr val="68C2A3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8" name="任意多边形: 形状 87">
            <a:extLst>
              <a:ext uri="{FF2B5EF4-FFF2-40B4-BE49-F238E27FC236}">
                <a16:creationId xmlns:a16="http://schemas.microsoft.com/office/drawing/2014/main" id="{7792F3C5-7A26-0B43-0D09-E0492C8008A4}"/>
              </a:ext>
            </a:extLst>
          </p:cNvPr>
          <p:cNvSpPr/>
          <p:nvPr/>
        </p:nvSpPr>
        <p:spPr>
          <a:xfrm rot="5400000">
            <a:off x="3453646" y="758515"/>
            <a:ext cx="2656786" cy="2679871"/>
          </a:xfrm>
          <a:custGeom>
            <a:avLst/>
            <a:gdLst>
              <a:gd name="connsiteX0" fmla="*/ 0 w 2656786"/>
              <a:gd name="connsiteY0" fmla="*/ 23085 h 2679871"/>
              <a:gd name="connsiteX1" fmla="*/ 1166 w 2656786"/>
              <a:gd name="connsiteY1" fmla="*/ 0 h 2679871"/>
              <a:gd name="connsiteX2" fmla="*/ 1400610 w 2656786"/>
              <a:gd name="connsiteY2" fmla="*/ 0 h 2679871"/>
              <a:gd name="connsiteX3" fmla="*/ 1399298 w 2656786"/>
              <a:gd name="connsiteY3" fmla="*/ 25975 h 2679871"/>
              <a:gd name="connsiteX4" fmla="*/ 2656786 w 2656786"/>
              <a:gd name="connsiteY4" fmla="*/ 1283463 h 2679871"/>
              <a:gd name="connsiteX5" fmla="*/ 2656786 w 2656786"/>
              <a:gd name="connsiteY5" fmla="*/ 2679871 h 2679871"/>
              <a:gd name="connsiteX6" fmla="*/ 0 w 2656786"/>
              <a:gd name="connsiteY6" fmla="*/ 23085 h 2679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56786" h="2679871">
                <a:moveTo>
                  <a:pt x="0" y="23085"/>
                </a:moveTo>
                <a:lnTo>
                  <a:pt x="1166" y="0"/>
                </a:lnTo>
                <a:lnTo>
                  <a:pt x="1400610" y="0"/>
                </a:lnTo>
                <a:lnTo>
                  <a:pt x="1399298" y="25975"/>
                </a:lnTo>
                <a:cubicBezTo>
                  <a:pt x="1399298" y="720466"/>
                  <a:pt x="1962295" y="1283463"/>
                  <a:pt x="2656786" y="1283463"/>
                </a:cubicBezTo>
                <a:lnTo>
                  <a:pt x="2656786" y="2679871"/>
                </a:lnTo>
                <a:cubicBezTo>
                  <a:pt x="1189484" y="2679871"/>
                  <a:pt x="0" y="1490387"/>
                  <a:pt x="0" y="23085"/>
                </a:cubicBezTo>
                <a:close/>
              </a:path>
            </a:pathLst>
          </a:custGeom>
          <a:gradFill flip="none" rotWithShape="1">
            <a:gsLst>
              <a:gs pos="0">
                <a:srgbClr val="52B7D2"/>
              </a:gs>
              <a:gs pos="100000">
                <a:srgbClr val="FFFFFF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7" name="任意多边形: 形状 86">
            <a:extLst>
              <a:ext uri="{FF2B5EF4-FFF2-40B4-BE49-F238E27FC236}">
                <a16:creationId xmlns:a16="http://schemas.microsoft.com/office/drawing/2014/main" id="{EDB3559E-A3B0-A884-741F-CDDD060EAFA5}"/>
              </a:ext>
            </a:extLst>
          </p:cNvPr>
          <p:cNvSpPr/>
          <p:nvPr/>
        </p:nvSpPr>
        <p:spPr>
          <a:xfrm rot="5400000">
            <a:off x="6109643" y="2182999"/>
            <a:ext cx="1256176" cy="1231513"/>
          </a:xfrm>
          <a:custGeom>
            <a:avLst/>
            <a:gdLst>
              <a:gd name="connsiteX0" fmla="*/ 0 w 1256176"/>
              <a:gd name="connsiteY0" fmla="*/ 1231513 h 1231513"/>
              <a:gd name="connsiteX1" fmla="*/ 5180 w 1256176"/>
              <a:gd name="connsiteY1" fmla="*/ 1128917 h 1231513"/>
              <a:gd name="connsiteX2" fmla="*/ 1256176 w 1256176"/>
              <a:gd name="connsiteY2" fmla="*/ 0 h 1231513"/>
              <a:gd name="connsiteX3" fmla="*/ 1256176 w 1256176"/>
              <a:gd name="connsiteY3" fmla="*/ 139812 h 1231513"/>
              <a:gd name="connsiteX4" fmla="*/ 144270 w 1256176"/>
              <a:gd name="connsiteY4" fmla="*/ 1143212 h 1231513"/>
              <a:gd name="connsiteX5" fmla="*/ 139812 w 1256176"/>
              <a:gd name="connsiteY5" fmla="*/ 1231513 h 1231513"/>
              <a:gd name="connsiteX6" fmla="*/ 0 w 1256176"/>
              <a:gd name="connsiteY6" fmla="*/ 1231513 h 1231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56176" h="1231513">
                <a:moveTo>
                  <a:pt x="0" y="1231513"/>
                </a:moveTo>
                <a:lnTo>
                  <a:pt x="5180" y="1128917"/>
                </a:lnTo>
                <a:cubicBezTo>
                  <a:pt x="69576" y="494822"/>
                  <a:pt x="605091" y="0"/>
                  <a:pt x="1256176" y="0"/>
                </a:cubicBezTo>
                <a:lnTo>
                  <a:pt x="1256176" y="139812"/>
                </a:lnTo>
                <a:cubicBezTo>
                  <a:pt x="677481" y="139812"/>
                  <a:pt x="201507" y="579618"/>
                  <a:pt x="144270" y="1143212"/>
                </a:cubicBezTo>
                <a:lnTo>
                  <a:pt x="139812" y="1231513"/>
                </a:lnTo>
                <a:lnTo>
                  <a:pt x="0" y="1231513"/>
                </a:lnTo>
                <a:close/>
              </a:path>
            </a:pathLst>
          </a:custGeom>
          <a:solidFill>
            <a:srgbClr val="F58383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F8D81B7F-C676-810A-FD75-C27365277EB6}"/>
              </a:ext>
            </a:extLst>
          </p:cNvPr>
          <p:cNvSpPr/>
          <p:nvPr/>
        </p:nvSpPr>
        <p:spPr>
          <a:xfrm rot="5400000">
            <a:off x="4851499" y="3413856"/>
            <a:ext cx="1257488" cy="1283463"/>
          </a:xfrm>
          <a:custGeom>
            <a:avLst/>
            <a:gdLst>
              <a:gd name="connsiteX0" fmla="*/ 0 w 1257488"/>
              <a:gd name="connsiteY0" fmla="*/ 1283463 h 1283463"/>
              <a:gd name="connsiteX1" fmla="*/ 0 w 1257488"/>
              <a:gd name="connsiteY1" fmla="*/ 1143651 h 1283463"/>
              <a:gd name="connsiteX2" fmla="*/ 1117676 w 1257488"/>
              <a:gd name="connsiteY2" fmla="*/ 25975 h 1283463"/>
              <a:gd name="connsiteX3" fmla="*/ 1116364 w 1257488"/>
              <a:gd name="connsiteY3" fmla="*/ 0 h 1283463"/>
              <a:gd name="connsiteX4" fmla="*/ 1256176 w 1257488"/>
              <a:gd name="connsiteY4" fmla="*/ 0 h 1283463"/>
              <a:gd name="connsiteX5" fmla="*/ 1257488 w 1257488"/>
              <a:gd name="connsiteY5" fmla="*/ 25975 h 1283463"/>
              <a:gd name="connsiteX6" fmla="*/ 0 w 1257488"/>
              <a:gd name="connsiteY6" fmla="*/ 1283463 h 12834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57488" h="1283463">
                <a:moveTo>
                  <a:pt x="0" y="1283463"/>
                </a:moveTo>
                <a:lnTo>
                  <a:pt x="0" y="1143651"/>
                </a:lnTo>
                <a:cubicBezTo>
                  <a:pt x="617275" y="1143651"/>
                  <a:pt x="1117676" y="643250"/>
                  <a:pt x="1117676" y="25975"/>
                </a:cubicBezTo>
                <a:lnTo>
                  <a:pt x="1116364" y="0"/>
                </a:lnTo>
                <a:lnTo>
                  <a:pt x="1256176" y="0"/>
                </a:lnTo>
                <a:lnTo>
                  <a:pt x="1257488" y="25975"/>
                </a:lnTo>
                <a:cubicBezTo>
                  <a:pt x="1257488" y="720466"/>
                  <a:pt x="694491" y="1283463"/>
                  <a:pt x="0" y="1283463"/>
                </a:cubicBezTo>
                <a:close/>
              </a:path>
            </a:pathLst>
          </a:custGeom>
          <a:solidFill>
            <a:srgbClr val="FFBFBF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2" name="任意多边形: 形状 81">
            <a:extLst>
              <a:ext uri="{FF2B5EF4-FFF2-40B4-BE49-F238E27FC236}">
                <a16:creationId xmlns:a16="http://schemas.microsoft.com/office/drawing/2014/main" id="{F2EDB8F1-E341-29FE-99F4-ABF84A644EFE}"/>
              </a:ext>
            </a:extLst>
          </p:cNvPr>
          <p:cNvSpPr/>
          <p:nvPr/>
        </p:nvSpPr>
        <p:spPr>
          <a:xfrm rot="5400000">
            <a:off x="6111015" y="3437803"/>
            <a:ext cx="2655620" cy="2633701"/>
          </a:xfrm>
          <a:custGeom>
            <a:avLst/>
            <a:gdLst>
              <a:gd name="connsiteX0" fmla="*/ 0 w 2655620"/>
              <a:gd name="connsiteY0" fmla="*/ 1402188 h 2633701"/>
              <a:gd name="connsiteX1" fmla="*/ 0 w 2655620"/>
              <a:gd name="connsiteY1" fmla="*/ 0 h 2633701"/>
              <a:gd name="connsiteX2" fmla="*/ 2643069 w 2655620"/>
              <a:gd name="connsiteY2" fmla="*/ 2385145 h 2633701"/>
              <a:gd name="connsiteX3" fmla="*/ 2655620 w 2655620"/>
              <a:gd name="connsiteY3" fmla="*/ 2633701 h 2633701"/>
              <a:gd name="connsiteX4" fmla="*/ 1256176 w 2655620"/>
              <a:gd name="connsiteY4" fmla="*/ 2633701 h 2633701"/>
              <a:gd name="connsiteX5" fmla="*/ 1250996 w 2655620"/>
              <a:gd name="connsiteY5" fmla="*/ 2531105 h 2633701"/>
              <a:gd name="connsiteX6" fmla="*/ 0 w 2655620"/>
              <a:gd name="connsiteY6" fmla="*/ 1402188 h 2633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55620" h="2633701">
                <a:moveTo>
                  <a:pt x="0" y="1402188"/>
                </a:moveTo>
                <a:lnTo>
                  <a:pt x="0" y="0"/>
                </a:lnTo>
                <a:cubicBezTo>
                  <a:pt x="1375596" y="0"/>
                  <a:pt x="2507016" y="1045445"/>
                  <a:pt x="2643069" y="2385145"/>
                </a:cubicBezTo>
                <a:lnTo>
                  <a:pt x="2655620" y="2633701"/>
                </a:lnTo>
                <a:lnTo>
                  <a:pt x="1256176" y="2633701"/>
                </a:lnTo>
                <a:lnTo>
                  <a:pt x="1250996" y="2531105"/>
                </a:lnTo>
                <a:cubicBezTo>
                  <a:pt x="1186599" y="1897010"/>
                  <a:pt x="651085" y="1402188"/>
                  <a:pt x="0" y="1402188"/>
                </a:cubicBezTo>
                <a:close/>
              </a:path>
            </a:pathLst>
          </a:custGeom>
          <a:gradFill flip="none" rotWithShape="1">
            <a:gsLst>
              <a:gs pos="0">
                <a:srgbClr val="68C2A3"/>
              </a:gs>
              <a:gs pos="100000">
                <a:srgbClr val="FFFFFF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03091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638A89B-F2D2-0B72-BBB3-841CBD67CAC7}"/>
              </a:ext>
            </a:extLst>
          </p:cNvPr>
          <p:cNvGrpSpPr/>
          <p:nvPr/>
        </p:nvGrpSpPr>
        <p:grpSpPr>
          <a:xfrm>
            <a:off x="1919287" y="2028825"/>
            <a:ext cx="7162802" cy="3695700"/>
            <a:chOff x="1919287" y="2028825"/>
            <a:chExt cx="7162802" cy="3695700"/>
          </a:xfrm>
        </p:grpSpPr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5608FA10-2886-5608-ECE5-2AE2E1A6D7E6}"/>
                </a:ext>
              </a:extLst>
            </p:cNvPr>
            <p:cNvSpPr/>
            <p:nvPr/>
          </p:nvSpPr>
          <p:spPr>
            <a:xfrm>
              <a:off x="1919287" y="2028825"/>
              <a:ext cx="3505200" cy="1847850"/>
            </a:xfrm>
            <a:custGeom>
              <a:avLst/>
              <a:gdLst>
                <a:gd name="connsiteX0" fmla="*/ 615962 w 3505200"/>
                <a:gd name="connsiteY0" fmla="*/ 0 h 1847850"/>
                <a:gd name="connsiteX1" fmla="*/ 3505200 w 3505200"/>
                <a:gd name="connsiteY1" fmla="*/ 0 h 1847850"/>
                <a:gd name="connsiteX2" fmla="*/ 3505200 w 3505200"/>
                <a:gd name="connsiteY2" fmla="*/ 1847850 h 1847850"/>
                <a:gd name="connsiteX3" fmla="*/ 0 w 3505200"/>
                <a:gd name="connsiteY3" fmla="*/ 1847850 h 1847850"/>
                <a:gd name="connsiteX4" fmla="*/ 0 w 3505200"/>
                <a:gd name="connsiteY4" fmla="*/ 615962 h 1847850"/>
                <a:gd name="connsiteX5" fmla="*/ 615962 w 3505200"/>
                <a:gd name="connsiteY5" fmla="*/ 0 h 184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05200" h="1847850">
                  <a:moveTo>
                    <a:pt x="615962" y="0"/>
                  </a:moveTo>
                  <a:lnTo>
                    <a:pt x="3505200" y="0"/>
                  </a:lnTo>
                  <a:lnTo>
                    <a:pt x="3505200" y="1847850"/>
                  </a:lnTo>
                  <a:lnTo>
                    <a:pt x="0" y="1847850"/>
                  </a:lnTo>
                  <a:lnTo>
                    <a:pt x="0" y="615962"/>
                  </a:lnTo>
                  <a:cubicBezTo>
                    <a:pt x="0" y="275776"/>
                    <a:pt x="275776" y="0"/>
                    <a:pt x="615962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0000"/>
              </a:schemeClr>
            </a:solidFill>
            <a:ln>
              <a:noFill/>
            </a:ln>
            <a:effectLst>
              <a:outerShdw blurRad="50800" dist="38100" dir="13500000" sx="101000" sy="101000" algn="b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B9288CC1-F205-11BC-84CA-D866E179B84F}"/>
                </a:ext>
              </a:extLst>
            </p:cNvPr>
            <p:cNvSpPr/>
            <p:nvPr/>
          </p:nvSpPr>
          <p:spPr>
            <a:xfrm>
              <a:off x="5576888" y="3876675"/>
              <a:ext cx="3505201" cy="1847850"/>
            </a:xfrm>
            <a:custGeom>
              <a:avLst/>
              <a:gdLst>
                <a:gd name="connsiteX0" fmla="*/ 0 w 3505201"/>
                <a:gd name="connsiteY0" fmla="*/ 0 h 1847850"/>
                <a:gd name="connsiteX1" fmla="*/ 1 w 3505201"/>
                <a:gd name="connsiteY1" fmla="*/ 0 h 1847850"/>
                <a:gd name="connsiteX2" fmla="*/ 3505201 w 3505201"/>
                <a:gd name="connsiteY2" fmla="*/ 0 h 1847850"/>
                <a:gd name="connsiteX3" fmla="*/ 3505201 w 3505201"/>
                <a:gd name="connsiteY3" fmla="*/ 1231888 h 1847850"/>
                <a:gd name="connsiteX4" fmla="*/ 2889239 w 3505201"/>
                <a:gd name="connsiteY4" fmla="*/ 1847850 h 1847850"/>
                <a:gd name="connsiteX5" fmla="*/ 0 w 3505201"/>
                <a:gd name="connsiteY5" fmla="*/ 1847850 h 184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05201" h="1847850">
                  <a:moveTo>
                    <a:pt x="0" y="0"/>
                  </a:moveTo>
                  <a:lnTo>
                    <a:pt x="1" y="0"/>
                  </a:lnTo>
                  <a:lnTo>
                    <a:pt x="3505201" y="0"/>
                  </a:lnTo>
                  <a:lnTo>
                    <a:pt x="3505201" y="1231888"/>
                  </a:lnTo>
                  <a:cubicBezTo>
                    <a:pt x="3505201" y="1572074"/>
                    <a:pt x="3229425" y="1847850"/>
                    <a:pt x="2889239" y="1847850"/>
                  </a:cubicBezTo>
                  <a:lnTo>
                    <a:pt x="0" y="1847850"/>
                  </a:lnTo>
                  <a:close/>
                </a:path>
              </a:pathLst>
            </a:custGeom>
            <a:solidFill>
              <a:srgbClr val="FFBFBF">
                <a:alpha val="75000"/>
              </a:srgbClr>
            </a:solidFill>
            <a:ln>
              <a:noFill/>
            </a:ln>
            <a:effectLst>
              <a:outerShdw blurRad="50800" dist="38100" dir="2700000" sx="101000" sy="101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2C0497BB-81D2-B14B-C9F7-E1455CA578E8}"/>
                </a:ext>
              </a:extLst>
            </p:cNvPr>
            <p:cNvSpPr/>
            <p:nvPr/>
          </p:nvSpPr>
          <p:spPr>
            <a:xfrm>
              <a:off x="5576889" y="2028825"/>
              <a:ext cx="3505200" cy="1847850"/>
            </a:xfrm>
            <a:custGeom>
              <a:avLst/>
              <a:gdLst>
                <a:gd name="connsiteX0" fmla="*/ 0 w 3505200"/>
                <a:gd name="connsiteY0" fmla="*/ 0 h 1847850"/>
                <a:gd name="connsiteX1" fmla="*/ 2889238 w 3505200"/>
                <a:gd name="connsiteY1" fmla="*/ 0 h 1847850"/>
                <a:gd name="connsiteX2" fmla="*/ 3505200 w 3505200"/>
                <a:gd name="connsiteY2" fmla="*/ 615962 h 1847850"/>
                <a:gd name="connsiteX3" fmla="*/ 3505200 w 3505200"/>
                <a:gd name="connsiteY3" fmla="*/ 1847850 h 1847850"/>
                <a:gd name="connsiteX4" fmla="*/ 0 w 3505200"/>
                <a:gd name="connsiteY4" fmla="*/ 1847850 h 184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05200" h="1847850">
                  <a:moveTo>
                    <a:pt x="0" y="0"/>
                  </a:moveTo>
                  <a:lnTo>
                    <a:pt x="2889238" y="0"/>
                  </a:lnTo>
                  <a:cubicBezTo>
                    <a:pt x="3229424" y="0"/>
                    <a:pt x="3505200" y="275776"/>
                    <a:pt x="3505200" y="615962"/>
                  </a:cubicBezTo>
                  <a:lnTo>
                    <a:pt x="3505200" y="1847850"/>
                  </a:lnTo>
                  <a:lnTo>
                    <a:pt x="0" y="1847850"/>
                  </a:lnTo>
                  <a:close/>
                </a:path>
              </a:pathLst>
            </a:custGeom>
            <a:solidFill>
              <a:srgbClr val="7030A0">
                <a:alpha val="20000"/>
              </a:srgbClr>
            </a:solidFill>
            <a:ln>
              <a:noFill/>
            </a:ln>
            <a:effectLst>
              <a:outerShdw blurRad="50800" dist="38100" dir="18900000" sx="101000" sy="101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6AD8D38C-7BCE-664C-5956-B9A56747D832}"/>
                </a:ext>
              </a:extLst>
            </p:cNvPr>
            <p:cNvSpPr/>
            <p:nvPr/>
          </p:nvSpPr>
          <p:spPr>
            <a:xfrm>
              <a:off x="1919288" y="3876675"/>
              <a:ext cx="3505199" cy="1847850"/>
            </a:xfrm>
            <a:custGeom>
              <a:avLst/>
              <a:gdLst>
                <a:gd name="connsiteX0" fmla="*/ 0 w 3505199"/>
                <a:gd name="connsiteY0" fmla="*/ 0 h 1847850"/>
                <a:gd name="connsiteX1" fmla="*/ 3505199 w 3505199"/>
                <a:gd name="connsiteY1" fmla="*/ 0 h 1847850"/>
                <a:gd name="connsiteX2" fmla="*/ 3505199 w 3505199"/>
                <a:gd name="connsiteY2" fmla="*/ 1847850 h 1847850"/>
                <a:gd name="connsiteX3" fmla="*/ 615962 w 3505199"/>
                <a:gd name="connsiteY3" fmla="*/ 1847850 h 1847850"/>
                <a:gd name="connsiteX4" fmla="*/ 0 w 3505199"/>
                <a:gd name="connsiteY4" fmla="*/ 1231888 h 1847850"/>
                <a:gd name="connsiteX5" fmla="*/ 0 w 3505199"/>
                <a:gd name="connsiteY5" fmla="*/ 0 h 184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05199" h="1847850">
                  <a:moveTo>
                    <a:pt x="0" y="0"/>
                  </a:moveTo>
                  <a:lnTo>
                    <a:pt x="3505199" y="0"/>
                  </a:lnTo>
                  <a:lnTo>
                    <a:pt x="3505199" y="1847850"/>
                  </a:lnTo>
                  <a:lnTo>
                    <a:pt x="615962" y="1847850"/>
                  </a:lnTo>
                  <a:cubicBezTo>
                    <a:pt x="275776" y="1847850"/>
                    <a:pt x="0" y="1572074"/>
                    <a:pt x="0" y="1231888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B2BA9B">
                <a:alpha val="70000"/>
              </a:srgbClr>
            </a:solidFill>
            <a:ln>
              <a:noFill/>
            </a:ln>
            <a:effectLst>
              <a:outerShdw blurRad="50800" dist="38100" dir="8100000" sx="101000" sy="101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83E920F2-3DF5-A110-F175-CC6F50CE72F8}"/>
                </a:ext>
              </a:extLst>
            </p:cNvPr>
            <p:cNvSpPr/>
            <p:nvPr/>
          </p:nvSpPr>
          <p:spPr>
            <a:xfrm>
              <a:off x="4667249" y="2733675"/>
              <a:ext cx="1638300" cy="2286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  <a:effectLst>
              <a:outerShdw blurRad="63500" sx="105000" sy="105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188874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9C1814EC-13CA-06F4-B81C-517295B01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324" y="483279"/>
            <a:ext cx="4000847" cy="3368332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BD6D6BC7-9FFE-A665-21FB-1E6FB7C06086}"/>
              </a:ext>
            </a:extLst>
          </p:cNvPr>
          <p:cNvGrpSpPr/>
          <p:nvPr/>
        </p:nvGrpSpPr>
        <p:grpSpPr>
          <a:xfrm>
            <a:off x="1608066" y="4852236"/>
            <a:ext cx="2605572" cy="1042725"/>
            <a:chOff x="1608066" y="4852236"/>
            <a:chExt cx="2605572" cy="1042725"/>
          </a:xfrm>
        </p:grpSpPr>
        <p:sp>
          <p:nvSpPr>
            <p:cNvPr id="3" name="梯形 2">
              <a:extLst>
                <a:ext uri="{FF2B5EF4-FFF2-40B4-BE49-F238E27FC236}">
                  <a16:creationId xmlns:a16="http://schemas.microsoft.com/office/drawing/2014/main" id="{947425D8-17BA-12C8-7EA5-92AD6407CE99}"/>
                </a:ext>
              </a:extLst>
            </p:cNvPr>
            <p:cNvSpPr/>
            <p:nvPr/>
          </p:nvSpPr>
          <p:spPr>
            <a:xfrm>
              <a:off x="1608066" y="5168188"/>
              <a:ext cx="2605572" cy="726773"/>
            </a:xfrm>
            <a:prstGeom prst="trapezoid">
              <a:avLst>
                <a:gd name="adj" fmla="val 52271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0758387C-3BFF-2E1A-F0EF-7C636732A256}"/>
                </a:ext>
              </a:extLst>
            </p:cNvPr>
            <p:cNvSpPr/>
            <p:nvPr/>
          </p:nvSpPr>
          <p:spPr>
            <a:xfrm>
              <a:off x="1976757" y="4852236"/>
              <a:ext cx="1868190" cy="31595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多头注意力机制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6127475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>
            <a:extLst>
              <a:ext uri="{FF2B5EF4-FFF2-40B4-BE49-F238E27FC236}">
                <a16:creationId xmlns:a16="http://schemas.microsoft.com/office/drawing/2014/main" id="{3DCA32DD-B834-D3A5-7EC7-B5CBC12796CF}"/>
              </a:ext>
            </a:extLst>
          </p:cNvPr>
          <p:cNvGrpSpPr/>
          <p:nvPr/>
        </p:nvGrpSpPr>
        <p:grpSpPr>
          <a:xfrm>
            <a:off x="2066607" y="5283827"/>
            <a:ext cx="2743200" cy="751840"/>
            <a:chOff x="2357120" y="4673600"/>
            <a:chExt cx="2743200" cy="751840"/>
          </a:xfrm>
        </p:grpSpPr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DA1F5DD1-B713-EB80-E0D7-88A6CFB296FE}"/>
                </a:ext>
              </a:extLst>
            </p:cNvPr>
            <p:cNvGrpSpPr/>
            <p:nvPr/>
          </p:nvGrpSpPr>
          <p:grpSpPr>
            <a:xfrm>
              <a:off x="2357120" y="4673600"/>
              <a:ext cx="2743200" cy="375920"/>
              <a:chOff x="2357120" y="4673600"/>
              <a:chExt cx="2743200" cy="375920"/>
            </a:xfrm>
            <a:solidFill>
              <a:srgbClr val="93B5CF"/>
            </a:solidFill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12017DEE-48F7-1EB6-1522-25658AB51D35}"/>
                  </a:ext>
                </a:extLst>
              </p:cNvPr>
              <p:cNvSpPr/>
              <p:nvPr/>
            </p:nvSpPr>
            <p:spPr>
              <a:xfrm>
                <a:off x="235712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809B331D-AD3A-827D-4C0D-F44C34D59DA8}"/>
                  </a:ext>
                </a:extLst>
              </p:cNvPr>
              <p:cNvSpPr/>
              <p:nvPr/>
            </p:nvSpPr>
            <p:spPr>
              <a:xfrm>
                <a:off x="270256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631C372-B8D6-DA9C-CAF4-C36D5535F2A2}"/>
                  </a:ext>
                </a:extLst>
              </p:cNvPr>
              <p:cNvSpPr/>
              <p:nvPr/>
            </p:nvSpPr>
            <p:spPr>
              <a:xfrm>
                <a:off x="304800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BD33A904-E911-FAC2-A3EE-665249511AA8}"/>
                  </a:ext>
                </a:extLst>
              </p:cNvPr>
              <p:cNvSpPr/>
              <p:nvPr/>
            </p:nvSpPr>
            <p:spPr>
              <a:xfrm>
                <a:off x="475488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109782BE-8E00-1A98-4256-84A629632D61}"/>
                  </a:ext>
                </a:extLst>
              </p:cNvPr>
              <p:cNvSpPr/>
              <p:nvPr/>
            </p:nvSpPr>
            <p:spPr>
              <a:xfrm>
                <a:off x="440944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255E55CB-65B1-FB05-BAB1-5914009442AC}"/>
                  </a:ext>
                </a:extLst>
              </p:cNvPr>
              <p:cNvSpPr/>
              <p:nvPr/>
            </p:nvSpPr>
            <p:spPr>
              <a:xfrm>
                <a:off x="406400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69AA35B1-5F22-8949-532B-2464AA285A0F}"/>
                  </a:ext>
                </a:extLst>
              </p:cNvPr>
              <p:cNvSpPr/>
              <p:nvPr/>
            </p:nvSpPr>
            <p:spPr>
              <a:xfrm>
                <a:off x="372872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BFF88DC-4C5B-3656-0025-3447893683B8}"/>
                  </a:ext>
                </a:extLst>
              </p:cNvPr>
              <p:cNvSpPr/>
              <p:nvPr/>
            </p:nvSpPr>
            <p:spPr>
              <a:xfrm>
                <a:off x="339344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89B70C91-B5C0-22B6-0D54-20EF915D56E6}"/>
                </a:ext>
              </a:extLst>
            </p:cNvPr>
            <p:cNvGrpSpPr/>
            <p:nvPr/>
          </p:nvGrpSpPr>
          <p:grpSpPr>
            <a:xfrm>
              <a:off x="2357120" y="5049520"/>
              <a:ext cx="2743200" cy="375920"/>
              <a:chOff x="2357120" y="4673600"/>
              <a:chExt cx="2743200" cy="375920"/>
            </a:xfrm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D02FCAEB-1F07-9BE4-5DAB-E4A376D935D0}"/>
                  </a:ext>
                </a:extLst>
              </p:cNvPr>
              <p:cNvSpPr/>
              <p:nvPr/>
            </p:nvSpPr>
            <p:spPr>
              <a:xfrm>
                <a:off x="235712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6C129DB2-F296-4218-1C90-4E5D643EBAD9}"/>
                  </a:ext>
                </a:extLst>
              </p:cNvPr>
              <p:cNvSpPr/>
              <p:nvPr/>
            </p:nvSpPr>
            <p:spPr>
              <a:xfrm>
                <a:off x="270256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4EA34EA-EEFA-ACD6-D9BE-8D599238CDE6}"/>
                  </a:ext>
                </a:extLst>
              </p:cNvPr>
              <p:cNvSpPr/>
              <p:nvPr/>
            </p:nvSpPr>
            <p:spPr>
              <a:xfrm>
                <a:off x="304800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B2396F12-BCA9-747D-51E0-B1F9B6402232}"/>
                  </a:ext>
                </a:extLst>
              </p:cNvPr>
              <p:cNvSpPr/>
              <p:nvPr/>
            </p:nvSpPr>
            <p:spPr>
              <a:xfrm>
                <a:off x="475488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4750C5B7-7990-304B-DE01-1E5B4F7C4804}"/>
                  </a:ext>
                </a:extLst>
              </p:cNvPr>
              <p:cNvSpPr/>
              <p:nvPr/>
            </p:nvSpPr>
            <p:spPr>
              <a:xfrm>
                <a:off x="440944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C5D6ED21-FAE7-3EB5-4048-75800BD6B2B0}"/>
                  </a:ext>
                </a:extLst>
              </p:cNvPr>
              <p:cNvSpPr/>
              <p:nvPr/>
            </p:nvSpPr>
            <p:spPr>
              <a:xfrm>
                <a:off x="406400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74AA9E0C-5450-F70C-794E-765B5F07CF1C}"/>
                  </a:ext>
                </a:extLst>
              </p:cNvPr>
              <p:cNvSpPr/>
              <p:nvPr/>
            </p:nvSpPr>
            <p:spPr>
              <a:xfrm>
                <a:off x="372872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0F5CB4DA-74AC-4EAB-9AB2-357182841CF5}"/>
                  </a:ext>
                </a:extLst>
              </p:cNvPr>
              <p:cNvSpPr/>
              <p:nvPr/>
            </p:nvSpPr>
            <p:spPr>
              <a:xfrm>
                <a:off x="339344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D818F2F3-8CCB-4299-E748-C6F207DBDABC}"/>
              </a:ext>
            </a:extLst>
          </p:cNvPr>
          <p:cNvGrpSpPr/>
          <p:nvPr/>
        </p:nvGrpSpPr>
        <p:grpSpPr>
          <a:xfrm>
            <a:off x="6206992" y="5283827"/>
            <a:ext cx="2743200" cy="751840"/>
            <a:chOff x="6215086" y="5313536"/>
            <a:chExt cx="2743200" cy="751840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F9326D60-4FAD-9832-9608-8D750B650F80}"/>
                </a:ext>
              </a:extLst>
            </p:cNvPr>
            <p:cNvGrpSpPr/>
            <p:nvPr/>
          </p:nvGrpSpPr>
          <p:grpSpPr>
            <a:xfrm>
              <a:off x="6215086" y="5313536"/>
              <a:ext cx="2743200" cy="375920"/>
              <a:chOff x="2357120" y="4673600"/>
              <a:chExt cx="2743200" cy="375920"/>
            </a:xfrm>
            <a:solidFill>
              <a:srgbClr val="93B5CF"/>
            </a:solidFill>
          </p:grpSpPr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5D41112B-E2DD-3D8E-F58C-BC0C501D3927}"/>
                  </a:ext>
                </a:extLst>
              </p:cNvPr>
              <p:cNvSpPr/>
              <p:nvPr/>
            </p:nvSpPr>
            <p:spPr>
              <a:xfrm>
                <a:off x="235712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48E83D8-6296-DF15-D774-55998CD079F6}"/>
                  </a:ext>
                </a:extLst>
              </p:cNvPr>
              <p:cNvSpPr/>
              <p:nvPr/>
            </p:nvSpPr>
            <p:spPr>
              <a:xfrm>
                <a:off x="270256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ED55AD45-BEB6-65A1-6A5B-C5C82474C0A2}"/>
                  </a:ext>
                </a:extLst>
              </p:cNvPr>
              <p:cNvSpPr/>
              <p:nvPr/>
            </p:nvSpPr>
            <p:spPr>
              <a:xfrm>
                <a:off x="304800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AE93B074-E81F-2C22-6435-32566764F649}"/>
                  </a:ext>
                </a:extLst>
              </p:cNvPr>
              <p:cNvSpPr/>
              <p:nvPr/>
            </p:nvSpPr>
            <p:spPr>
              <a:xfrm>
                <a:off x="475488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A850F4B6-DEBF-4F03-01B6-B97AF4998110}"/>
                  </a:ext>
                </a:extLst>
              </p:cNvPr>
              <p:cNvSpPr/>
              <p:nvPr/>
            </p:nvSpPr>
            <p:spPr>
              <a:xfrm>
                <a:off x="440944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B061C08C-6B79-F458-7880-41654C748519}"/>
                  </a:ext>
                </a:extLst>
              </p:cNvPr>
              <p:cNvSpPr/>
              <p:nvPr/>
            </p:nvSpPr>
            <p:spPr>
              <a:xfrm>
                <a:off x="406400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DA753EC1-9A19-443D-FC37-9DC0BF17A776}"/>
                  </a:ext>
                </a:extLst>
              </p:cNvPr>
              <p:cNvSpPr/>
              <p:nvPr/>
            </p:nvSpPr>
            <p:spPr>
              <a:xfrm>
                <a:off x="372872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797B0E48-EC34-414F-0BFE-06E5E5682D36}"/>
                  </a:ext>
                </a:extLst>
              </p:cNvPr>
              <p:cNvSpPr/>
              <p:nvPr/>
            </p:nvSpPr>
            <p:spPr>
              <a:xfrm>
                <a:off x="3393440" y="4673600"/>
                <a:ext cx="345440" cy="375920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BEDC030B-B0C6-23FE-0B6C-E7E313C96AAC}"/>
                </a:ext>
              </a:extLst>
            </p:cNvPr>
            <p:cNvGrpSpPr/>
            <p:nvPr/>
          </p:nvGrpSpPr>
          <p:grpSpPr>
            <a:xfrm>
              <a:off x="6215086" y="5689456"/>
              <a:ext cx="2743200" cy="375920"/>
              <a:chOff x="2357120" y="4673600"/>
              <a:chExt cx="2743200" cy="375920"/>
            </a:xfrm>
          </p:grpSpPr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46C9F635-C122-89C4-E2A3-7A761E21B74B}"/>
                  </a:ext>
                </a:extLst>
              </p:cNvPr>
              <p:cNvSpPr/>
              <p:nvPr/>
            </p:nvSpPr>
            <p:spPr>
              <a:xfrm>
                <a:off x="235712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2A7A80EA-F6FB-D3E3-06D8-49B179B22D1E}"/>
                  </a:ext>
                </a:extLst>
              </p:cNvPr>
              <p:cNvSpPr/>
              <p:nvPr/>
            </p:nvSpPr>
            <p:spPr>
              <a:xfrm>
                <a:off x="270256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EEFACD6B-5305-9B05-90B6-AD11B8DD63D6}"/>
                  </a:ext>
                </a:extLst>
              </p:cNvPr>
              <p:cNvSpPr/>
              <p:nvPr/>
            </p:nvSpPr>
            <p:spPr>
              <a:xfrm>
                <a:off x="304800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555DB9FE-84FA-49F5-7B90-4147A5D7AACC}"/>
                  </a:ext>
                </a:extLst>
              </p:cNvPr>
              <p:cNvSpPr/>
              <p:nvPr/>
            </p:nvSpPr>
            <p:spPr>
              <a:xfrm>
                <a:off x="475488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32F6AC15-3493-2A2C-EDA5-83CE3D2AD229}"/>
                  </a:ext>
                </a:extLst>
              </p:cNvPr>
              <p:cNvSpPr/>
              <p:nvPr/>
            </p:nvSpPr>
            <p:spPr>
              <a:xfrm>
                <a:off x="440944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3F6AE1D7-97C8-4921-5684-F77FA625F430}"/>
                  </a:ext>
                </a:extLst>
              </p:cNvPr>
              <p:cNvSpPr/>
              <p:nvPr/>
            </p:nvSpPr>
            <p:spPr>
              <a:xfrm>
                <a:off x="406400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082375E9-D831-27B5-9615-CB10A3F3E6A3}"/>
                  </a:ext>
                </a:extLst>
              </p:cNvPr>
              <p:cNvSpPr/>
              <p:nvPr/>
            </p:nvSpPr>
            <p:spPr>
              <a:xfrm>
                <a:off x="372872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0CEC539E-C41E-E1BB-91DE-4027A711E3AD}"/>
                  </a:ext>
                </a:extLst>
              </p:cNvPr>
              <p:cNvSpPr/>
              <p:nvPr/>
            </p:nvSpPr>
            <p:spPr>
              <a:xfrm>
                <a:off x="3393440" y="4673600"/>
                <a:ext cx="345440" cy="37592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68" name="矩形 67">
            <a:extLst>
              <a:ext uri="{FF2B5EF4-FFF2-40B4-BE49-F238E27FC236}">
                <a16:creationId xmlns:a16="http://schemas.microsoft.com/office/drawing/2014/main" id="{7DD1768B-25FD-2B29-871C-43825608F7BF}"/>
              </a:ext>
            </a:extLst>
          </p:cNvPr>
          <p:cNvSpPr/>
          <p:nvPr/>
        </p:nvSpPr>
        <p:spPr>
          <a:xfrm>
            <a:off x="2490432" y="1477563"/>
            <a:ext cx="1915870" cy="473930"/>
          </a:xfrm>
          <a:prstGeom prst="rect">
            <a:avLst/>
          </a:prstGeom>
          <a:solidFill>
            <a:srgbClr val="B2BA9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特征全连接</a:t>
            </a: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19E96930-F6C7-A06E-BEDF-C14D2344A665}"/>
              </a:ext>
            </a:extLst>
          </p:cNvPr>
          <p:cNvSpPr/>
          <p:nvPr/>
        </p:nvSpPr>
        <p:spPr>
          <a:xfrm>
            <a:off x="6042367" y="2051963"/>
            <a:ext cx="3072450" cy="315953"/>
          </a:xfrm>
          <a:prstGeom prst="rect">
            <a:avLst/>
          </a:prstGeom>
          <a:solidFill>
            <a:srgbClr val="F583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全连接层</a:t>
            </a:r>
          </a:p>
        </p:txBody>
      </p: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7413E078-4F0D-9641-0C55-7D0F735E55B2}"/>
              </a:ext>
            </a:extLst>
          </p:cNvPr>
          <p:cNvGrpSpPr/>
          <p:nvPr/>
        </p:nvGrpSpPr>
        <p:grpSpPr>
          <a:xfrm>
            <a:off x="1450975" y="2297776"/>
            <a:ext cx="3974464" cy="2585900"/>
            <a:chOff x="942975" y="2324011"/>
            <a:chExt cx="3974464" cy="2585900"/>
          </a:xfrm>
        </p:grpSpPr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8E696646-A37E-09D9-83DE-7D481E4FF312}"/>
                </a:ext>
              </a:extLst>
            </p:cNvPr>
            <p:cNvGrpSpPr/>
            <p:nvPr/>
          </p:nvGrpSpPr>
          <p:grpSpPr>
            <a:xfrm>
              <a:off x="1079769" y="2937752"/>
              <a:ext cx="1996475" cy="1832367"/>
              <a:chOff x="778897" y="2374914"/>
              <a:chExt cx="2647950" cy="2395206"/>
            </a:xfrm>
          </p:grpSpPr>
          <p:sp>
            <p:nvSpPr>
              <p:cNvPr id="53" name="任意多边形: 形状 52">
                <a:extLst>
                  <a:ext uri="{FF2B5EF4-FFF2-40B4-BE49-F238E27FC236}">
                    <a16:creationId xmlns:a16="http://schemas.microsoft.com/office/drawing/2014/main" id="{1971373B-8E50-3E87-ECEB-46B0FD49BFF6}"/>
                  </a:ext>
                </a:extLst>
              </p:cNvPr>
              <p:cNvSpPr/>
              <p:nvPr/>
            </p:nvSpPr>
            <p:spPr>
              <a:xfrm>
                <a:off x="1301304" y="2374914"/>
                <a:ext cx="1603136" cy="318293"/>
              </a:xfrm>
              <a:custGeom>
                <a:avLst/>
                <a:gdLst>
                  <a:gd name="connsiteX0" fmla="*/ 79573 w 1603136"/>
                  <a:gd name="connsiteY0" fmla="*/ 0 h 318293"/>
                  <a:gd name="connsiteX1" fmla="*/ 1523563 w 1603136"/>
                  <a:gd name="connsiteY1" fmla="*/ 0 h 318293"/>
                  <a:gd name="connsiteX2" fmla="*/ 1603136 w 1603136"/>
                  <a:gd name="connsiteY2" fmla="*/ 318293 h 318293"/>
                  <a:gd name="connsiteX3" fmla="*/ 0 w 1603136"/>
                  <a:gd name="connsiteY3" fmla="*/ 318293 h 318293"/>
                  <a:gd name="connsiteX4" fmla="*/ 79573 w 1603136"/>
                  <a:gd name="connsiteY4" fmla="*/ 0 h 318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03136" h="318293">
                    <a:moveTo>
                      <a:pt x="79573" y="0"/>
                    </a:moveTo>
                    <a:lnTo>
                      <a:pt x="1523563" y="0"/>
                    </a:lnTo>
                    <a:lnTo>
                      <a:pt x="1603136" y="318293"/>
                    </a:lnTo>
                    <a:lnTo>
                      <a:pt x="0" y="318293"/>
                    </a:lnTo>
                    <a:lnTo>
                      <a:pt x="79573" y="0"/>
                    </a:lnTo>
                    <a:close/>
                  </a:path>
                </a:pathLst>
              </a:custGeom>
              <a:solidFill>
                <a:srgbClr val="52B7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任意多边形: 形状 55">
                <a:extLst>
                  <a:ext uri="{FF2B5EF4-FFF2-40B4-BE49-F238E27FC236}">
                    <a16:creationId xmlns:a16="http://schemas.microsoft.com/office/drawing/2014/main" id="{081963F7-8F62-2E62-D56F-5E5EBAC58970}"/>
                  </a:ext>
                </a:extLst>
              </p:cNvPr>
              <p:cNvSpPr/>
              <p:nvPr/>
            </p:nvSpPr>
            <p:spPr>
              <a:xfrm>
                <a:off x="1119089" y="2693207"/>
                <a:ext cx="1967566" cy="728860"/>
              </a:xfrm>
              <a:custGeom>
                <a:avLst/>
                <a:gdLst>
                  <a:gd name="connsiteX0" fmla="*/ 182215 w 1967566"/>
                  <a:gd name="connsiteY0" fmla="*/ 0 h 728860"/>
                  <a:gd name="connsiteX1" fmla="*/ 1785351 w 1967566"/>
                  <a:gd name="connsiteY1" fmla="*/ 0 h 728860"/>
                  <a:gd name="connsiteX2" fmla="*/ 1967566 w 1967566"/>
                  <a:gd name="connsiteY2" fmla="*/ 728860 h 728860"/>
                  <a:gd name="connsiteX3" fmla="*/ 0 w 1967566"/>
                  <a:gd name="connsiteY3" fmla="*/ 728860 h 728860"/>
                  <a:gd name="connsiteX4" fmla="*/ 182215 w 1967566"/>
                  <a:gd name="connsiteY4" fmla="*/ 0 h 728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67566" h="728860">
                    <a:moveTo>
                      <a:pt x="182215" y="0"/>
                    </a:moveTo>
                    <a:lnTo>
                      <a:pt x="1785351" y="0"/>
                    </a:lnTo>
                    <a:lnTo>
                      <a:pt x="1967566" y="728860"/>
                    </a:lnTo>
                    <a:lnTo>
                      <a:pt x="0" y="728860"/>
                    </a:lnTo>
                    <a:lnTo>
                      <a:pt x="182215" y="0"/>
                    </a:ln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多头稀疏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自注意力层</a:t>
                </a:r>
              </a:p>
            </p:txBody>
          </p:sp>
          <p:sp>
            <p:nvSpPr>
              <p:cNvPr id="59" name="任意多边形: 形状 58">
                <a:extLst>
                  <a:ext uri="{FF2B5EF4-FFF2-40B4-BE49-F238E27FC236}">
                    <a16:creationId xmlns:a16="http://schemas.microsoft.com/office/drawing/2014/main" id="{BA06E053-D3E2-5A94-54C2-A8C7C82DE82E}"/>
                  </a:ext>
                </a:extLst>
              </p:cNvPr>
              <p:cNvSpPr/>
              <p:nvPr/>
            </p:nvSpPr>
            <p:spPr>
              <a:xfrm>
                <a:off x="1040101" y="3407013"/>
                <a:ext cx="2125542" cy="315953"/>
              </a:xfrm>
              <a:custGeom>
                <a:avLst/>
                <a:gdLst>
                  <a:gd name="connsiteX0" fmla="*/ 78988 w 2125542"/>
                  <a:gd name="connsiteY0" fmla="*/ 0 h 315953"/>
                  <a:gd name="connsiteX1" fmla="*/ 2046554 w 2125542"/>
                  <a:gd name="connsiteY1" fmla="*/ 0 h 315953"/>
                  <a:gd name="connsiteX2" fmla="*/ 2125542 w 2125542"/>
                  <a:gd name="connsiteY2" fmla="*/ 315953 h 315953"/>
                  <a:gd name="connsiteX3" fmla="*/ 0 w 2125542"/>
                  <a:gd name="connsiteY3" fmla="*/ 315953 h 315953"/>
                  <a:gd name="connsiteX4" fmla="*/ 78988 w 2125542"/>
                  <a:gd name="connsiteY4" fmla="*/ 0 h 315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5542" h="315953">
                    <a:moveTo>
                      <a:pt x="78988" y="0"/>
                    </a:moveTo>
                    <a:lnTo>
                      <a:pt x="2046554" y="0"/>
                    </a:lnTo>
                    <a:lnTo>
                      <a:pt x="2125542" y="315953"/>
                    </a:lnTo>
                    <a:lnTo>
                      <a:pt x="0" y="315953"/>
                    </a:lnTo>
                    <a:lnTo>
                      <a:pt x="78988" y="0"/>
                    </a:lnTo>
                    <a:close/>
                  </a:path>
                </a:pathLst>
              </a:custGeom>
              <a:solidFill>
                <a:srgbClr val="52B7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任意多边形: 形状 56">
                <a:extLst>
                  <a:ext uri="{FF2B5EF4-FFF2-40B4-BE49-F238E27FC236}">
                    <a16:creationId xmlns:a16="http://schemas.microsoft.com/office/drawing/2014/main" id="{FBC98572-ABD9-BCD7-FD6B-911C62229DB6}"/>
                  </a:ext>
                </a:extLst>
              </p:cNvPr>
              <p:cNvSpPr/>
              <p:nvPr/>
            </p:nvSpPr>
            <p:spPr>
              <a:xfrm>
                <a:off x="778897" y="3725306"/>
                <a:ext cx="2647950" cy="1044814"/>
              </a:xfrm>
              <a:custGeom>
                <a:avLst/>
                <a:gdLst>
                  <a:gd name="connsiteX0" fmla="*/ 261204 w 2647950"/>
                  <a:gd name="connsiteY0" fmla="*/ 0 h 1044814"/>
                  <a:gd name="connsiteX1" fmla="*/ 2386746 w 2647950"/>
                  <a:gd name="connsiteY1" fmla="*/ 0 h 1044814"/>
                  <a:gd name="connsiteX2" fmla="*/ 2647950 w 2647950"/>
                  <a:gd name="connsiteY2" fmla="*/ 1044814 h 1044814"/>
                  <a:gd name="connsiteX3" fmla="*/ 0 w 2647950"/>
                  <a:gd name="connsiteY3" fmla="*/ 1044814 h 1044814"/>
                  <a:gd name="connsiteX4" fmla="*/ 261204 w 2647950"/>
                  <a:gd name="connsiteY4" fmla="*/ 0 h 1044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7950" h="1044814">
                    <a:moveTo>
                      <a:pt x="261204" y="0"/>
                    </a:moveTo>
                    <a:lnTo>
                      <a:pt x="2386746" y="0"/>
                    </a:lnTo>
                    <a:lnTo>
                      <a:pt x="2647950" y="1044814"/>
                    </a:lnTo>
                    <a:lnTo>
                      <a:pt x="0" y="1044814"/>
                    </a:lnTo>
                    <a:lnTo>
                      <a:pt x="261204" y="0"/>
                    </a:ln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多头稀疏</a:t>
                </a:r>
                <a:endParaRPr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zh-CN" altLang="en-US" dirty="0">
                    <a:solidFill>
                      <a:schemeClr val="tx1"/>
                    </a:solidFill>
                  </a:rPr>
                  <a:t>自注意力层</a:t>
                </a:r>
              </a:p>
            </p:txBody>
          </p:sp>
        </p:grp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00CD5002-050C-F99E-60D9-6CAC8A34CBC0}"/>
                </a:ext>
              </a:extLst>
            </p:cNvPr>
            <p:cNvGrpSpPr/>
            <p:nvPr/>
          </p:nvGrpSpPr>
          <p:grpSpPr>
            <a:xfrm>
              <a:off x="3272593" y="3617593"/>
              <a:ext cx="1483486" cy="1152526"/>
              <a:chOff x="4063239" y="3533775"/>
              <a:chExt cx="2032762" cy="1244561"/>
            </a:xfrm>
          </p:grpSpPr>
          <p:sp>
            <p:nvSpPr>
              <p:cNvPr id="63" name="任意多边形: 形状 62">
                <a:extLst>
                  <a:ext uri="{FF2B5EF4-FFF2-40B4-BE49-F238E27FC236}">
                    <a16:creationId xmlns:a16="http://schemas.microsoft.com/office/drawing/2014/main" id="{B57873DD-9EF1-141B-F41B-09DA6C31BA54}"/>
                  </a:ext>
                </a:extLst>
              </p:cNvPr>
              <p:cNvSpPr/>
              <p:nvPr/>
            </p:nvSpPr>
            <p:spPr>
              <a:xfrm>
                <a:off x="4464277" y="3533775"/>
                <a:ext cx="1230686" cy="164115"/>
              </a:xfrm>
              <a:custGeom>
                <a:avLst/>
                <a:gdLst>
                  <a:gd name="connsiteX0" fmla="*/ 79573 w 1603136"/>
                  <a:gd name="connsiteY0" fmla="*/ 0 h 318293"/>
                  <a:gd name="connsiteX1" fmla="*/ 1523563 w 1603136"/>
                  <a:gd name="connsiteY1" fmla="*/ 0 h 318293"/>
                  <a:gd name="connsiteX2" fmla="*/ 1603136 w 1603136"/>
                  <a:gd name="connsiteY2" fmla="*/ 318293 h 318293"/>
                  <a:gd name="connsiteX3" fmla="*/ 0 w 1603136"/>
                  <a:gd name="connsiteY3" fmla="*/ 318293 h 318293"/>
                  <a:gd name="connsiteX4" fmla="*/ 79573 w 1603136"/>
                  <a:gd name="connsiteY4" fmla="*/ 0 h 318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03136" h="318293">
                    <a:moveTo>
                      <a:pt x="79573" y="0"/>
                    </a:moveTo>
                    <a:lnTo>
                      <a:pt x="1523563" y="0"/>
                    </a:lnTo>
                    <a:lnTo>
                      <a:pt x="1603136" y="318293"/>
                    </a:lnTo>
                    <a:lnTo>
                      <a:pt x="0" y="318293"/>
                    </a:lnTo>
                    <a:lnTo>
                      <a:pt x="79573" y="0"/>
                    </a:lnTo>
                    <a:close/>
                  </a:path>
                </a:pathLst>
              </a:custGeom>
              <a:solidFill>
                <a:srgbClr val="52B7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任意多边形: 形状 63">
                <a:extLst>
                  <a:ext uri="{FF2B5EF4-FFF2-40B4-BE49-F238E27FC236}">
                    <a16:creationId xmlns:a16="http://schemas.microsoft.com/office/drawing/2014/main" id="{BDA51A4C-2C82-82B7-E50A-4C84DC389C87}"/>
                  </a:ext>
                </a:extLst>
              </p:cNvPr>
              <p:cNvSpPr/>
              <p:nvPr/>
            </p:nvSpPr>
            <p:spPr>
              <a:xfrm>
                <a:off x="4324396" y="3698493"/>
                <a:ext cx="1510449" cy="375807"/>
              </a:xfrm>
              <a:custGeom>
                <a:avLst/>
                <a:gdLst>
                  <a:gd name="connsiteX0" fmla="*/ 182215 w 1967566"/>
                  <a:gd name="connsiteY0" fmla="*/ 0 h 728860"/>
                  <a:gd name="connsiteX1" fmla="*/ 1785351 w 1967566"/>
                  <a:gd name="connsiteY1" fmla="*/ 0 h 728860"/>
                  <a:gd name="connsiteX2" fmla="*/ 1967566 w 1967566"/>
                  <a:gd name="connsiteY2" fmla="*/ 728860 h 728860"/>
                  <a:gd name="connsiteX3" fmla="*/ 0 w 1967566"/>
                  <a:gd name="connsiteY3" fmla="*/ 728860 h 728860"/>
                  <a:gd name="connsiteX4" fmla="*/ 182215 w 1967566"/>
                  <a:gd name="connsiteY4" fmla="*/ 0 h 728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67566" h="728860">
                    <a:moveTo>
                      <a:pt x="182215" y="0"/>
                    </a:moveTo>
                    <a:lnTo>
                      <a:pt x="1785351" y="0"/>
                    </a:lnTo>
                    <a:lnTo>
                      <a:pt x="1967566" y="728860"/>
                    </a:lnTo>
                    <a:lnTo>
                      <a:pt x="0" y="728860"/>
                    </a:lnTo>
                    <a:lnTo>
                      <a:pt x="182215" y="0"/>
                    </a:ln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任意多边形: 形状 64">
                <a:extLst>
                  <a:ext uri="{FF2B5EF4-FFF2-40B4-BE49-F238E27FC236}">
                    <a16:creationId xmlns:a16="http://schemas.microsoft.com/office/drawing/2014/main" id="{FED15E6D-8AFC-AD02-2A34-B4A7B32AA5A8}"/>
                  </a:ext>
                </a:extLst>
              </p:cNvPr>
              <p:cNvSpPr/>
              <p:nvPr/>
            </p:nvSpPr>
            <p:spPr>
              <a:xfrm>
                <a:off x="4263758" y="4075506"/>
                <a:ext cx="1631723" cy="162908"/>
              </a:xfrm>
              <a:custGeom>
                <a:avLst/>
                <a:gdLst>
                  <a:gd name="connsiteX0" fmla="*/ 78988 w 2125542"/>
                  <a:gd name="connsiteY0" fmla="*/ 0 h 315953"/>
                  <a:gd name="connsiteX1" fmla="*/ 2046554 w 2125542"/>
                  <a:gd name="connsiteY1" fmla="*/ 0 h 315953"/>
                  <a:gd name="connsiteX2" fmla="*/ 2125542 w 2125542"/>
                  <a:gd name="connsiteY2" fmla="*/ 315953 h 315953"/>
                  <a:gd name="connsiteX3" fmla="*/ 0 w 2125542"/>
                  <a:gd name="connsiteY3" fmla="*/ 315953 h 315953"/>
                  <a:gd name="connsiteX4" fmla="*/ 78988 w 2125542"/>
                  <a:gd name="connsiteY4" fmla="*/ 0 h 315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5542" h="315953">
                    <a:moveTo>
                      <a:pt x="78988" y="0"/>
                    </a:moveTo>
                    <a:lnTo>
                      <a:pt x="2046554" y="0"/>
                    </a:lnTo>
                    <a:lnTo>
                      <a:pt x="2125542" y="315953"/>
                    </a:lnTo>
                    <a:lnTo>
                      <a:pt x="0" y="315953"/>
                    </a:lnTo>
                    <a:lnTo>
                      <a:pt x="78988" y="0"/>
                    </a:lnTo>
                    <a:close/>
                  </a:path>
                </a:pathLst>
              </a:custGeom>
              <a:solidFill>
                <a:srgbClr val="52B7D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任意多边形: 形状 65">
                <a:extLst>
                  <a:ext uri="{FF2B5EF4-FFF2-40B4-BE49-F238E27FC236}">
                    <a16:creationId xmlns:a16="http://schemas.microsoft.com/office/drawing/2014/main" id="{9C02A3C5-F2B2-372F-B07B-BD6ABB94CE22}"/>
                  </a:ext>
                </a:extLst>
              </p:cNvPr>
              <p:cNvSpPr/>
              <p:nvPr/>
            </p:nvSpPr>
            <p:spPr>
              <a:xfrm>
                <a:off x="4063239" y="4239621"/>
                <a:ext cx="2032762" cy="538715"/>
              </a:xfrm>
              <a:custGeom>
                <a:avLst/>
                <a:gdLst>
                  <a:gd name="connsiteX0" fmla="*/ 261204 w 2647950"/>
                  <a:gd name="connsiteY0" fmla="*/ 0 h 1044814"/>
                  <a:gd name="connsiteX1" fmla="*/ 2386746 w 2647950"/>
                  <a:gd name="connsiteY1" fmla="*/ 0 h 1044814"/>
                  <a:gd name="connsiteX2" fmla="*/ 2647950 w 2647950"/>
                  <a:gd name="connsiteY2" fmla="*/ 1044814 h 1044814"/>
                  <a:gd name="connsiteX3" fmla="*/ 0 w 2647950"/>
                  <a:gd name="connsiteY3" fmla="*/ 1044814 h 1044814"/>
                  <a:gd name="connsiteX4" fmla="*/ 261204 w 2647950"/>
                  <a:gd name="connsiteY4" fmla="*/ 0 h 1044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7950" h="1044814">
                    <a:moveTo>
                      <a:pt x="261204" y="0"/>
                    </a:moveTo>
                    <a:lnTo>
                      <a:pt x="2386746" y="0"/>
                    </a:lnTo>
                    <a:lnTo>
                      <a:pt x="2647950" y="1044814"/>
                    </a:lnTo>
                    <a:lnTo>
                      <a:pt x="0" y="1044814"/>
                    </a:lnTo>
                    <a:lnTo>
                      <a:pt x="261204" y="0"/>
                    </a:ln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C6072029-6261-2849-F7BB-31EC785827EE}"/>
                </a:ext>
              </a:extLst>
            </p:cNvPr>
            <p:cNvSpPr/>
            <p:nvPr/>
          </p:nvSpPr>
          <p:spPr>
            <a:xfrm>
              <a:off x="942975" y="2324011"/>
              <a:ext cx="3974464" cy="2585900"/>
            </a:xfrm>
            <a:prstGeom prst="rect">
              <a:avLst/>
            </a:prstGeom>
            <a:noFill/>
            <a:ln>
              <a:solidFill>
                <a:srgbClr val="F58383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76" name="矩形 75">
            <a:extLst>
              <a:ext uri="{FF2B5EF4-FFF2-40B4-BE49-F238E27FC236}">
                <a16:creationId xmlns:a16="http://schemas.microsoft.com/office/drawing/2014/main" id="{7B688DB7-D926-DDE8-BE67-204C1D8D2502}"/>
              </a:ext>
            </a:extLst>
          </p:cNvPr>
          <p:cNvSpPr/>
          <p:nvPr/>
        </p:nvSpPr>
        <p:spPr>
          <a:xfrm>
            <a:off x="6042367" y="2759726"/>
            <a:ext cx="3072449" cy="1867711"/>
          </a:xfrm>
          <a:prstGeom prst="rect">
            <a:avLst/>
          </a:prstGeom>
          <a:noFill/>
          <a:ln>
            <a:solidFill>
              <a:srgbClr val="F5838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BC5EA283-69FD-6F58-D6F9-38C949E535AD}"/>
              </a:ext>
            </a:extLst>
          </p:cNvPr>
          <p:cNvGrpSpPr/>
          <p:nvPr/>
        </p:nvGrpSpPr>
        <p:grpSpPr>
          <a:xfrm>
            <a:off x="6206992" y="1410466"/>
            <a:ext cx="2743200" cy="375920"/>
            <a:chOff x="6211447" y="1254250"/>
            <a:chExt cx="2743200" cy="375920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EC867DB-DC3F-5828-FB59-EA5BACA14E6C}"/>
                </a:ext>
              </a:extLst>
            </p:cNvPr>
            <p:cNvSpPr/>
            <p:nvPr/>
          </p:nvSpPr>
          <p:spPr>
            <a:xfrm>
              <a:off x="6211447" y="1254250"/>
              <a:ext cx="345440" cy="3759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696777F6-18B2-B7BE-4574-6B3113EF9133}"/>
                </a:ext>
              </a:extLst>
            </p:cNvPr>
            <p:cNvSpPr/>
            <p:nvPr/>
          </p:nvSpPr>
          <p:spPr>
            <a:xfrm>
              <a:off x="6556887" y="1254250"/>
              <a:ext cx="345440" cy="3759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0CBDBC8E-18B3-3297-BA24-369F2F3A2AA5}"/>
                </a:ext>
              </a:extLst>
            </p:cNvPr>
            <p:cNvSpPr/>
            <p:nvPr/>
          </p:nvSpPr>
          <p:spPr>
            <a:xfrm>
              <a:off x="6902327" y="1254250"/>
              <a:ext cx="345440" cy="3759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47509CBA-E2D3-9B8B-9C1A-18335722DE70}"/>
                </a:ext>
              </a:extLst>
            </p:cNvPr>
            <p:cNvSpPr/>
            <p:nvPr/>
          </p:nvSpPr>
          <p:spPr>
            <a:xfrm>
              <a:off x="8609207" y="1254250"/>
              <a:ext cx="345440" cy="375920"/>
            </a:xfrm>
            <a:prstGeom prst="rect">
              <a:avLst/>
            </a:prstGeom>
            <a:solidFill>
              <a:srgbClr val="7030A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86BC0585-8835-0780-7A7B-9D7B418F61AD}"/>
                </a:ext>
              </a:extLst>
            </p:cNvPr>
            <p:cNvSpPr/>
            <p:nvPr/>
          </p:nvSpPr>
          <p:spPr>
            <a:xfrm>
              <a:off x="8263767" y="1254250"/>
              <a:ext cx="345440" cy="375920"/>
            </a:xfrm>
            <a:prstGeom prst="rect">
              <a:avLst/>
            </a:prstGeom>
            <a:solidFill>
              <a:srgbClr val="7030A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44ACCEFB-7E0D-79EA-8BB2-7A849DEAFAB6}"/>
                </a:ext>
              </a:extLst>
            </p:cNvPr>
            <p:cNvSpPr/>
            <p:nvPr/>
          </p:nvSpPr>
          <p:spPr>
            <a:xfrm>
              <a:off x="7918327" y="1254250"/>
              <a:ext cx="345440" cy="375920"/>
            </a:xfrm>
            <a:prstGeom prst="rect">
              <a:avLst/>
            </a:prstGeom>
            <a:solidFill>
              <a:srgbClr val="7030A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C42E5AFF-8729-3649-F310-3D431FCADE03}"/>
                </a:ext>
              </a:extLst>
            </p:cNvPr>
            <p:cNvSpPr/>
            <p:nvPr/>
          </p:nvSpPr>
          <p:spPr>
            <a:xfrm>
              <a:off x="7583047" y="1254250"/>
              <a:ext cx="345440" cy="375920"/>
            </a:xfrm>
            <a:prstGeom prst="rect">
              <a:avLst/>
            </a:prstGeom>
            <a:solidFill>
              <a:srgbClr val="7030A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EDD3937-DF00-E6BF-45A2-79B7C7FC5473}"/>
                </a:ext>
              </a:extLst>
            </p:cNvPr>
            <p:cNvSpPr/>
            <p:nvPr/>
          </p:nvSpPr>
          <p:spPr>
            <a:xfrm>
              <a:off x="7247767" y="1254250"/>
              <a:ext cx="345440" cy="37592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C0B2C50-1BA3-E7BF-457C-1FA3B8B27AD1}"/>
              </a:ext>
            </a:extLst>
          </p:cNvPr>
          <p:cNvCxnSpPr>
            <a:cxnSpLocks/>
            <a:stCxn id="78" idx="2"/>
          </p:cNvCxnSpPr>
          <p:nvPr/>
        </p:nvCxnSpPr>
        <p:spPr>
          <a:xfrm>
            <a:off x="6379712" y="1786386"/>
            <a:ext cx="8094" cy="2721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F34939-24DD-7C15-1524-43FE5ABF32AF}"/>
              </a:ext>
            </a:extLst>
          </p:cNvPr>
          <p:cNvCxnSpPr>
            <a:cxnSpLocks/>
          </p:cNvCxnSpPr>
          <p:nvPr/>
        </p:nvCxnSpPr>
        <p:spPr>
          <a:xfrm>
            <a:off x="6736562" y="1783083"/>
            <a:ext cx="4455" cy="2655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F12E8FF-9EF2-B85F-ACDB-FAC2E1FDA352}"/>
              </a:ext>
            </a:extLst>
          </p:cNvPr>
          <p:cNvCxnSpPr>
            <a:cxnSpLocks/>
          </p:cNvCxnSpPr>
          <p:nvPr/>
        </p:nvCxnSpPr>
        <p:spPr>
          <a:xfrm>
            <a:off x="7093412" y="1780466"/>
            <a:ext cx="4455" cy="2655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C2259B9C-4B7A-9212-D075-A7AE53305923}"/>
              </a:ext>
            </a:extLst>
          </p:cNvPr>
          <p:cNvCxnSpPr>
            <a:cxnSpLocks/>
            <a:stCxn id="85" idx="2"/>
          </p:cNvCxnSpPr>
          <p:nvPr/>
        </p:nvCxnSpPr>
        <p:spPr>
          <a:xfrm flipH="1">
            <a:off x="7413804" y="1786386"/>
            <a:ext cx="2228" cy="2655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0CE1D76C-F643-FB78-42BB-B257FC22B9EC}"/>
              </a:ext>
            </a:extLst>
          </p:cNvPr>
          <p:cNvCxnSpPr>
            <a:cxnSpLocks/>
          </p:cNvCxnSpPr>
          <p:nvPr/>
        </p:nvCxnSpPr>
        <p:spPr>
          <a:xfrm>
            <a:off x="7779837" y="1792992"/>
            <a:ext cx="4455" cy="2655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BB27CAC1-0609-F409-128C-1059BEF3D4DB}"/>
              </a:ext>
            </a:extLst>
          </p:cNvPr>
          <p:cNvCxnSpPr>
            <a:cxnSpLocks/>
          </p:cNvCxnSpPr>
          <p:nvPr/>
        </p:nvCxnSpPr>
        <p:spPr>
          <a:xfrm>
            <a:off x="8081567" y="1789688"/>
            <a:ext cx="4455" cy="2655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4C417FC2-99C8-03F2-BBA4-E201A9D0EC4E}"/>
              </a:ext>
            </a:extLst>
          </p:cNvPr>
          <p:cNvCxnSpPr>
            <a:cxnSpLocks/>
            <a:stCxn id="82" idx="2"/>
          </p:cNvCxnSpPr>
          <p:nvPr/>
        </p:nvCxnSpPr>
        <p:spPr>
          <a:xfrm flipH="1">
            <a:off x="8427683" y="1786386"/>
            <a:ext cx="4349" cy="25965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38CAF6EA-38E4-EAA4-4EED-BBB81259C72C}"/>
              </a:ext>
            </a:extLst>
          </p:cNvPr>
          <p:cNvCxnSpPr>
            <a:cxnSpLocks/>
            <a:stCxn id="81" idx="2"/>
          </p:cNvCxnSpPr>
          <p:nvPr/>
        </p:nvCxnSpPr>
        <p:spPr>
          <a:xfrm>
            <a:off x="8777472" y="1786386"/>
            <a:ext cx="2797" cy="2589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0FD98C56-809B-9FC4-34EE-6B5B47A047E0}"/>
              </a:ext>
            </a:extLst>
          </p:cNvPr>
          <p:cNvCxnSpPr>
            <a:cxnSpLocks/>
            <a:endCxn id="74" idx="2"/>
          </p:cNvCxnSpPr>
          <p:nvPr/>
        </p:nvCxnSpPr>
        <p:spPr>
          <a:xfrm flipH="1" flipV="1">
            <a:off x="3438207" y="4883676"/>
            <a:ext cx="10160" cy="4001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17E03E81-4DFA-6D79-61A0-8C24D9EE0AEB}"/>
              </a:ext>
            </a:extLst>
          </p:cNvPr>
          <p:cNvCxnSpPr>
            <a:cxnSpLocks/>
            <a:stCxn id="74" idx="0"/>
            <a:endCxn id="68" idx="2"/>
          </p:cNvCxnSpPr>
          <p:nvPr/>
        </p:nvCxnSpPr>
        <p:spPr>
          <a:xfrm flipV="1">
            <a:off x="3438207" y="1951493"/>
            <a:ext cx="10160" cy="3462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连接符: 肘形 128">
            <a:extLst>
              <a:ext uri="{FF2B5EF4-FFF2-40B4-BE49-F238E27FC236}">
                <a16:creationId xmlns:a16="http://schemas.microsoft.com/office/drawing/2014/main" id="{8A5C6EC0-0BE5-ACD4-7095-2F6E7E4E1485}"/>
              </a:ext>
            </a:extLst>
          </p:cNvPr>
          <p:cNvCxnSpPr>
            <a:cxnSpLocks/>
            <a:stCxn id="68" idx="0"/>
            <a:endCxn id="145" idx="1"/>
          </p:cNvCxnSpPr>
          <p:nvPr/>
        </p:nvCxnSpPr>
        <p:spPr>
          <a:xfrm rot="16200000" flipH="1">
            <a:off x="4090021" y="835909"/>
            <a:ext cx="1927926" cy="3211235"/>
          </a:xfrm>
          <a:prstGeom prst="bentConnector4">
            <a:avLst>
              <a:gd name="adj1" fmla="val -11857"/>
              <a:gd name="adj2" fmla="val 6915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02276A7E-BD8E-9199-77C9-F61928B57A47}"/>
              </a:ext>
            </a:extLst>
          </p:cNvPr>
          <p:cNvCxnSpPr>
            <a:cxnSpLocks/>
            <a:endCxn id="76" idx="2"/>
          </p:cNvCxnSpPr>
          <p:nvPr/>
        </p:nvCxnSpPr>
        <p:spPr>
          <a:xfrm flipH="1" flipV="1">
            <a:off x="7578592" y="4627437"/>
            <a:ext cx="8094" cy="65639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8DF4E7F0-60AE-742B-C2C4-5C0B0877D688}"/>
              </a:ext>
            </a:extLst>
          </p:cNvPr>
          <p:cNvSpPr txBox="1"/>
          <p:nvPr/>
        </p:nvSpPr>
        <p:spPr>
          <a:xfrm>
            <a:off x="5592268" y="5297214"/>
            <a:ext cx="748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输入</a:t>
            </a: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AE94A0E8-FAFE-E5B0-B0BD-8F08785C5D32}"/>
              </a:ext>
            </a:extLst>
          </p:cNvPr>
          <p:cNvSpPr txBox="1"/>
          <p:nvPr/>
        </p:nvSpPr>
        <p:spPr>
          <a:xfrm>
            <a:off x="5155735" y="5680951"/>
            <a:ext cx="112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位置编码</a:t>
            </a: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A6D658DC-11FD-21A0-DD4E-DE283797985C}"/>
              </a:ext>
            </a:extLst>
          </p:cNvPr>
          <p:cNvSpPr txBox="1"/>
          <p:nvPr/>
        </p:nvSpPr>
        <p:spPr>
          <a:xfrm>
            <a:off x="1472203" y="5297214"/>
            <a:ext cx="748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输入</a:t>
            </a: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C88C0D28-27C7-F13B-DBF9-D4957DDA832F}"/>
              </a:ext>
            </a:extLst>
          </p:cNvPr>
          <p:cNvSpPr txBox="1"/>
          <p:nvPr/>
        </p:nvSpPr>
        <p:spPr>
          <a:xfrm>
            <a:off x="1025546" y="5666441"/>
            <a:ext cx="112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位置编码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B9CEF362-05DA-94A6-D890-6DAA7DDE615B}"/>
              </a:ext>
            </a:extLst>
          </p:cNvPr>
          <p:cNvSpPr txBox="1"/>
          <p:nvPr/>
        </p:nvSpPr>
        <p:spPr>
          <a:xfrm>
            <a:off x="7014198" y="1012854"/>
            <a:ext cx="112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输出预测</a:t>
            </a:r>
          </a:p>
        </p:txBody>
      </p: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C848A3D6-8B88-0431-7368-AC659B1B9083}"/>
              </a:ext>
            </a:extLst>
          </p:cNvPr>
          <p:cNvCxnSpPr>
            <a:cxnSpLocks/>
            <a:stCxn id="76" idx="0"/>
          </p:cNvCxnSpPr>
          <p:nvPr/>
        </p:nvCxnSpPr>
        <p:spPr>
          <a:xfrm flipV="1">
            <a:off x="7578592" y="2376876"/>
            <a:ext cx="13691" cy="3828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9A4C2476-C859-59DB-2487-DD472E11355E}"/>
              </a:ext>
            </a:extLst>
          </p:cNvPr>
          <p:cNvGrpSpPr/>
          <p:nvPr/>
        </p:nvGrpSpPr>
        <p:grpSpPr>
          <a:xfrm>
            <a:off x="6290911" y="3247512"/>
            <a:ext cx="2605572" cy="1042725"/>
            <a:chOff x="1608066" y="4852236"/>
            <a:chExt cx="2605572" cy="1042725"/>
          </a:xfrm>
        </p:grpSpPr>
        <p:sp>
          <p:nvSpPr>
            <p:cNvPr id="144" name="梯形 143">
              <a:extLst>
                <a:ext uri="{FF2B5EF4-FFF2-40B4-BE49-F238E27FC236}">
                  <a16:creationId xmlns:a16="http://schemas.microsoft.com/office/drawing/2014/main" id="{DECEEE0D-2497-B45C-83F6-E6579713C172}"/>
                </a:ext>
              </a:extLst>
            </p:cNvPr>
            <p:cNvSpPr/>
            <p:nvPr/>
          </p:nvSpPr>
          <p:spPr>
            <a:xfrm>
              <a:off x="1608066" y="5168188"/>
              <a:ext cx="2605572" cy="726773"/>
            </a:xfrm>
            <a:prstGeom prst="trapezoid">
              <a:avLst>
                <a:gd name="adj" fmla="val 52271"/>
              </a:avLst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掩码多头</a:t>
              </a:r>
              <a:endParaRPr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稀疏自注意力层</a:t>
              </a:r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E6599ABE-5755-89FA-89AA-68E2505E635E}"/>
                </a:ext>
              </a:extLst>
            </p:cNvPr>
            <p:cNvSpPr/>
            <p:nvPr/>
          </p:nvSpPr>
          <p:spPr>
            <a:xfrm>
              <a:off x="1976757" y="4852236"/>
              <a:ext cx="1868190" cy="31595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多头注意力机制</a:t>
              </a:r>
            </a:p>
          </p:txBody>
        </p:sp>
      </p:grpSp>
      <p:sp>
        <p:nvSpPr>
          <p:cNvPr id="155" name="文本框 154">
            <a:extLst>
              <a:ext uri="{FF2B5EF4-FFF2-40B4-BE49-F238E27FC236}">
                <a16:creationId xmlns:a16="http://schemas.microsoft.com/office/drawing/2014/main" id="{36580AE8-C4A0-3B47-8E37-B881311A9CFD}"/>
              </a:ext>
            </a:extLst>
          </p:cNvPr>
          <p:cNvSpPr txBox="1"/>
          <p:nvPr/>
        </p:nvSpPr>
        <p:spPr>
          <a:xfrm>
            <a:off x="3003238" y="2334797"/>
            <a:ext cx="869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编码器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0B01E103-D655-BCAA-87B1-03FF3E5CE7E7}"/>
              </a:ext>
            </a:extLst>
          </p:cNvPr>
          <p:cNvSpPr txBox="1"/>
          <p:nvPr/>
        </p:nvSpPr>
        <p:spPr>
          <a:xfrm>
            <a:off x="7150468" y="2759726"/>
            <a:ext cx="869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解码器</a:t>
            </a:r>
          </a:p>
        </p:txBody>
      </p:sp>
    </p:spTree>
    <p:extLst>
      <p:ext uri="{BB962C8B-B14F-4D97-AF65-F5344CB8AC3E}">
        <p14:creationId xmlns:p14="http://schemas.microsoft.com/office/powerpoint/2010/main" val="27872757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184211A3-DC49-CE0A-19B3-048121A16F4A}"/>
              </a:ext>
            </a:extLst>
          </p:cNvPr>
          <p:cNvGrpSpPr/>
          <p:nvPr/>
        </p:nvGrpSpPr>
        <p:grpSpPr>
          <a:xfrm rot="10800000">
            <a:off x="2299096" y="4281502"/>
            <a:ext cx="6131142" cy="407749"/>
            <a:chOff x="1690663" y="3300257"/>
            <a:chExt cx="7343797" cy="451975"/>
          </a:xfrm>
        </p:grpSpPr>
        <p:sp>
          <p:nvSpPr>
            <p:cNvPr id="133" name="空心弧 132">
              <a:extLst>
                <a:ext uri="{FF2B5EF4-FFF2-40B4-BE49-F238E27FC236}">
                  <a16:creationId xmlns:a16="http://schemas.microsoft.com/office/drawing/2014/main" id="{CF31EA89-C8BF-51E0-E8FE-7A30732105B9}"/>
                </a:ext>
              </a:extLst>
            </p:cNvPr>
            <p:cNvSpPr/>
            <p:nvPr/>
          </p:nvSpPr>
          <p:spPr>
            <a:xfrm>
              <a:off x="1862379" y="3300257"/>
              <a:ext cx="7014122" cy="451975"/>
            </a:xfrm>
            <a:prstGeom prst="blockArc">
              <a:avLst>
                <a:gd name="adj1" fmla="val 10811276"/>
                <a:gd name="adj2" fmla="val 0"/>
                <a:gd name="adj3" fmla="val 25000"/>
              </a:avLst>
            </a:prstGeom>
            <a:solidFill>
              <a:srgbClr val="F8CBA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4" name="等腰三角形 133">
              <a:extLst>
                <a:ext uri="{FF2B5EF4-FFF2-40B4-BE49-F238E27FC236}">
                  <a16:creationId xmlns:a16="http://schemas.microsoft.com/office/drawing/2014/main" id="{6EE3D58F-055F-FC7E-3F99-A734489286E2}"/>
                </a:ext>
              </a:extLst>
            </p:cNvPr>
            <p:cNvSpPr/>
            <p:nvPr/>
          </p:nvSpPr>
          <p:spPr>
            <a:xfrm rot="6833931">
              <a:off x="8732349" y="3400642"/>
              <a:ext cx="288304" cy="315919"/>
            </a:xfrm>
            <a:prstGeom prst="triangl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35" name="等腰三角形 134">
              <a:extLst>
                <a:ext uri="{FF2B5EF4-FFF2-40B4-BE49-F238E27FC236}">
                  <a16:creationId xmlns:a16="http://schemas.microsoft.com/office/drawing/2014/main" id="{B0324742-DF38-DD4B-CA6E-F8027E5E8FCB}"/>
                </a:ext>
              </a:extLst>
            </p:cNvPr>
            <p:cNvSpPr/>
            <p:nvPr/>
          </p:nvSpPr>
          <p:spPr>
            <a:xfrm rot="14696526">
              <a:off x="1704471" y="3415006"/>
              <a:ext cx="288304" cy="315919"/>
            </a:xfrm>
            <a:prstGeom prst="triangl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48053739-443C-611B-4F30-1D1039CDBA59}"/>
              </a:ext>
            </a:extLst>
          </p:cNvPr>
          <p:cNvSpPr/>
          <p:nvPr/>
        </p:nvSpPr>
        <p:spPr>
          <a:xfrm>
            <a:off x="1834867" y="2619230"/>
            <a:ext cx="6906362" cy="732308"/>
          </a:xfrm>
          <a:custGeom>
            <a:avLst/>
            <a:gdLst>
              <a:gd name="connsiteX0" fmla="*/ 0 w 3784898"/>
              <a:gd name="connsiteY0" fmla="*/ 0 h 1516299"/>
              <a:gd name="connsiteX1" fmla="*/ 3784898 w 3784898"/>
              <a:gd name="connsiteY1" fmla="*/ 0 h 1516299"/>
              <a:gd name="connsiteX2" fmla="*/ 3742886 w 3784898"/>
              <a:gd name="connsiteY2" fmla="*/ 23299 h 1516299"/>
              <a:gd name="connsiteX3" fmla="*/ 2738734 w 3784898"/>
              <a:gd name="connsiteY3" fmla="*/ 1391369 h 1516299"/>
              <a:gd name="connsiteX4" fmla="*/ 2717848 w 3784898"/>
              <a:gd name="connsiteY4" fmla="*/ 1516299 h 1516299"/>
              <a:gd name="connsiteX5" fmla="*/ 1222830 w 3784898"/>
              <a:gd name="connsiteY5" fmla="*/ 1516299 h 1516299"/>
              <a:gd name="connsiteX6" fmla="*/ 1216541 w 3784898"/>
              <a:gd name="connsiteY6" fmla="*/ 1477537 h 1516299"/>
              <a:gd name="connsiteX7" fmla="*/ 79213 w 3784898"/>
              <a:gd name="connsiteY7" fmla="*/ 35898 h 1516299"/>
              <a:gd name="connsiteX8" fmla="*/ 0 w 3784898"/>
              <a:gd name="connsiteY8" fmla="*/ 0 h 1516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84898" h="1516299">
                <a:moveTo>
                  <a:pt x="0" y="0"/>
                </a:moveTo>
                <a:lnTo>
                  <a:pt x="3784898" y="0"/>
                </a:lnTo>
                <a:lnTo>
                  <a:pt x="3742886" y="23299"/>
                </a:lnTo>
                <a:cubicBezTo>
                  <a:pt x="3234807" y="336646"/>
                  <a:pt x="2865953" y="823832"/>
                  <a:pt x="2738734" y="1391369"/>
                </a:cubicBezTo>
                <a:lnTo>
                  <a:pt x="2717848" y="1516299"/>
                </a:lnTo>
                <a:lnTo>
                  <a:pt x="1222830" y="1516299"/>
                </a:lnTo>
                <a:lnTo>
                  <a:pt x="1216541" y="1477537"/>
                </a:lnTo>
                <a:cubicBezTo>
                  <a:pt x="1081009" y="854447"/>
                  <a:pt x="655872" y="330599"/>
                  <a:pt x="79213" y="35898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  <a:alpha val="1000"/>
                </a:schemeClr>
              </a:gs>
              <a:gs pos="0">
                <a:srgbClr val="FAD9D4">
                  <a:alpha val="70000"/>
                </a:srgbClr>
              </a:gs>
              <a:gs pos="100000">
                <a:srgbClr val="F9EFE1">
                  <a:alpha val="2000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A77009D5-12E5-9FC0-5EA1-9BB6793CD041}"/>
              </a:ext>
            </a:extLst>
          </p:cNvPr>
          <p:cNvGrpSpPr/>
          <p:nvPr/>
        </p:nvGrpSpPr>
        <p:grpSpPr>
          <a:xfrm>
            <a:off x="2260318" y="3300257"/>
            <a:ext cx="6202271" cy="451975"/>
            <a:chOff x="1690663" y="3300257"/>
            <a:chExt cx="7343797" cy="451975"/>
          </a:xfrm>
        </p:grpSpPr>
        <p:sp>
          <p:nvSpPr>
            <p:cNvPr id="127" name="空心弧 126">
              <a:extLst>
                <a:ext uri="{FF2B5EF4-FFF2-40B4-BE49-F238E27FC236}">
                  <a16:creationId xmlns:a16="http://schemas.microsoft.com/office/drawing/2014/main" id="{556A2FBB-F6EF-10A2-9517-16022ADA94A2}"/>
                </a:ext>
              </a:extLst>
            </p:cNvPr>
            <p:cNvSpPr/>
            <p:nvPr/>
          </p:nvSpPr>
          <p:spPr>
            <a:xfrm>
              <a:off x="1862379" y="3300257"/>
              <a:ext cx="7014122" cy="451975"/>
            </a:xfrm>
            <a:prstGeom prst="blockArc">
              <a:avLst>
                <a:gd name="adj1" fmla="val 10811276"/>
                <a:gd name="adj2" fmla="val 0"/>
                <a:gd name="adj3" fmla="val 25000"/>
              </a:avLst>
            </a:prstGeom>
            <a:solidFill>
              <a:srgbClr val="F8CBA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28" name="等腰三角形 127">
              <a:extLst>
                <a:ext uri="{FF2B5EF4-FFF2-40B4-BE49-F238E27FC236}">
                  <a16:creationId xmlns:a16="http://schemas.microsoft.com/office/drawing/2014/main" id="{05E275B1-089B-B358-67FD-4C366EB72AC5}"/>
                </a:ext>
              </a:extLst>
            </p:cNvPr>
            <p:cNvSpPr/>
            <p:nvPr/>
          </p:nvSpPr>
          <p:spPr>
            <a:xfrm rot="6833931">
              <a:off x="8732349" y="3400642"/>
              <a:ext cx="288304" cy="315919"/>
            </a:xfrm>
            <a:prstGeom prst="triangl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29" name="等腰三角形 128">
              <a:extLst>
                <a:ext uri="{FF2B5EF4-FFF2-40B4-BE49-F238E27FC236}">
                  <a16:creationId xmlns:a16="http://schemas.microsoft.com/office/drawing/2014/main" id="{F0055C65-B345-2AC1-1396-AFA3E8C01CFA}"/>
                </a:ext>
              </a:extLst>
            </p:cNvPr>
            <p:cNvSpPr/>
            <p:nvPr/>
          </p:nvSpPr>
          <p:spPr>
            <a:xfrm rot="14696526">
              <a:off x="1704471" y="3415006"/>
              <a:ext cx="288304" cy="315919"/>
            </a:xfrm>
            <a:prstGeom prst="triangl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43" name="等腰三角形 42">
            <a:extLst>
              <a:ext uri="{FF2B5EF4-FFF2-40B4-BE49-F238E27FC236}">
                <a16:creationId xmlns:a16="http://schemas.microsoft.com/office/drawing/2014/main" id="{35DDA66B-A69C-53EC-1D6A-3FDE337C941F}"/>
              </a:ext>
            </a:extLst>
          </p:cNvPr>
          <p:cNvSpPr/>
          <p:nvPr/>
        </p:nvSpPr>
        <p:spPr>
          <a:xfrm rot="16200000">
            <a:off x="5514342" y="1198009"/>
            <a:ext cx="1934489" cy="646306"/>
          </a:xfrm>
          <a:prstGeom prst="triangle">
            <a:avLst/>
          </a:prstGeom>
          <a:gradFill>
            <a:gsLst>
              <a:gs pos="0">
                <a:schemeClr val="accent2">
                  <a:lumMod val="60000"/>
                  <a:lumOff val="40000"/>
                  <a:alpha val="1000"/>
                </a:schemeClr>
              </a:gs>
              <a:gs pos="100000">
                <a:srgbClr val="FCF3EA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等腰三角形 6">
            <a:extLst>
              <a:ext uri="{FF2B5EF4-FFF2-40B4-BE49-F238E27FC236}">
                <a16:creationId xmlns:a16="http://schemas.microsoft.com/office/drawing/2014/main" id="{9CFAA1A8-FDD9-C1E4-4EFC-59714954482D}"/>
              </a:ext>
            </a:extLst>
          </p:cNvPr>
          <p:cNvSpPr/>
          <p:nvPr/>
        </p:nvSpPr>
        <p:spPr>
          <a:xfrm rot="5400000">
            <a:off x="3262538" y="1198009"/>
            <a:ext cx="1934489" cy="646306"/>
          </a:xfrm>
          <a:prstGeom prst="triangle">
            <a:avLst/>
          </a:prstGeom>
          <a:gradFill>
            <a:gsLst>
              <a:gs pos="0">
                <a:schemeClr val="accent2">
                  <a:lumMod val="60000"/>
                  <a:lumOff val="40000"/>
                  <a:alpha val="1000"/>
                </a:schemeClr>
              </a:gs>
              <a:gs pos="100000">
                <a:srgbClr val="FCF3EA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流程图: 接点 1">
            <a:extLst>
              <a:ext uri="{FF2B5EF4-FFF2-40B4-BE49-F238E27FC236}">
                <a16:creationId xmlns:a16="http://schemas.microsoft.com/office/drawing/2014/main" id="{DC8F6CBC-B341-85D6-B659-0C045993ED0F}"/>
              </a:ext>
            </a:extLst>
          </p:cNvPr>
          <p:cNvSpPr/>
          <p:nvPr/>
        </p:nvSpPr>
        <p:spPr>
          <a:xfrm>
            <a:off x="4730682" y="784901"/>
            <a:ext cx="1200150" cy="1200150"/>
          </a:xfrm>
          <a:prstGeom prst="flowChartConnector">
            <a:avLst/>
          </a:prstGeom>
          <a:solidFill>
            <a:srgbClr val="7030A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核心架构分层</a:t>
            </a:r>
          </a:p>
        </p:txBody>
      </p:sp>
      <p:sp>
        <p:nvSpPr>
          <p:cNvPr id="5" name="任意多边形: 形状 4">
            <a:extLst>
              <a:ext uri="{FF2B5EF4-FFF2-40B4-BE49-F238E27FC236}">
                <a16:creationId xmlns:a16="http://schemas.microsoft.com/office/drawing/2014/main" id="{F7A2A053-6617-DE30-A70B-F92C16B454D7}"/>
              </a:ext>
            </a:extLst>
          </p:cNvPr>
          <p:cNvSpPr/>
          <p:nvPr/>
        </p:nvSpPr>
        <p:spPr>
          <a:xfrm>
            <a:off x="4363513" y="417732"/>
            <a:ext cx="1934488" cy="1934488"/>
          </a:xfrm>
          <a:custGeom>
            <a:avLst/>
            <a:gdLst>
              <a:gd name="connsiteX0" fmla="*/ 967244 w 1934488"/>
              <a:gd name="connsiteY0" fmla="*/ 0 h 1934488"/>
              <a:gd name="connsiteX1" fmla="*/ 1934488 w 1934488"/>
              <a:gd name="connsiteY1" fmla="*/ 967244 h 1934488"/>
              <a:gd name="connsiteX2" fmla="*/ 967244 w 1934488"/>
              <a:gd name="connsiteY2" fmla="*/ 1934488 h 1934488"/>
              <a:gd name="connsiteX3" fmla="*/ 0 w 1934488"/>
              <a:gd name="connsiteY3" fmla="*/ 967244 h 1934488"/>
              <a:gd name="connsiteX4" fmla="*/ 967244 w 1934488"/>
              <a:gd name="connsiteY4" fmla="*/ 0 h 1934488"/>
              <a:gd name="connsiteX5" fmla="*/ 967245 w 1934488"/>
              <a:gd name="connsiteY5" fmla="*/ 232806 h 1934488"/>
              <a:gd name="connsiteX6" fmla="*/ 232806 w 1934488"/>
              <a:gd name="connsiteY6" fmla="*/ 967245 h 1934488"/>
              <a:gd name="connsiteX7" fmla="*/ 967245 w 1934488"/>
              <a:gd name="connsiteY7" fmla="*/ 1701684 h 1934488"/>
              <a:gd name="connsiteX8" fmla="*/ 1701684 w 1934488"/>
              <a:gd name="connsiteY8" fmla="*/ 967245 h 1934488"/>
              <a:gd name="connsiteX9" fmla="*/ 967245 w 1934488"/>
              <a:gd name="connsiteY9" fmla="*/ 232806 h 193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34488" h="1934488">
                <a:moveTo>
                  <a:pt x="967244" y="0"/>
                </a:moveTo>
                <a:cubicBezTo>
                  <a:pt x="1501438" y="0"/>
                  <a:pt x="1934488" y="433050"/>
                  <a:pt x="1934488" y="967244"/>
                </a:cubicBezTo>
                <a:cubicBezTo>
                  <a:pt x="1934488" y="1501438"/>
                  <a:pt x="1501438" y="1934488"/>
                  <a:pt x="967244" y="1934488"/>
                </a:cubicBezTo>
                <a:cubicBezTo>
                  <a:pt x="433050" y="1934488"/>
                  <a:pt x="0" y="1501438"/>
                  <a:pt x="0" y="967244"/>
                </a:cubicBezTo>
                <a:cubicBezTo>
                  <a:pt x="0" y="433050"/>
                  <a:pt x="433050" y="0"/>
                  <a:pt x="967244" y="0"/>
                </a:cubicBezTo>
                <a:close/>
                <a:moveTo>
                  <a:pt x="967245" y="232806"/>
                </a:moveTo>
                <a:cubicBezTo>
                  <a:pt x="561626" y="232806"/>
                  <a:pt x="232806" y="561626"/>
                  <a:pt x="232806" y="967245"/>
                </a:cubicBezTo>
                <a:cubicBezTo>
                  <a:pt x="232806" y="1372864"/>
                  <a:pt x="561626" y="1701684"/>
                  <a:pt x="967245" y="1701684"/>
                </a:cubicBezTo>
                <a:cubicBezTo>
                  <a:pt x="1372864" y="1701684"/>
                  <a:pt x="1701684" y="1372864"/>
                  <a:pt x="1701684" y="967245"/>
                </a:cubicBezTo>
                <a:cubicBezTo>
                  <a:pt x="1701684" y="561626"/>
                  <a:pt x="1372864" y="232806"/>
                  <a:pt x="967245" y="232806"/>
                </a:cubicBezTo>
                <a:close/>
              </a:path>
            </a:pathLst>
          </a:cu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2E98D01-2334-5825-61CC-CDA2E98F9AEB}"/>
              </a:ext>
            </a:extLst>
          </p:cNvPr>
          <p:cNvSpPr/>
          <p:nvPr/>
        </p:nvSpPr>
        <p:spPr>
          <a:xfrm>
            <a:off x="1406621" y="553917"/>
            <a:ext cx="2500008" cy="2004458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AFF5C6E1-DB1F-7CDE-4027-55086CE471F5}"/>
              </a:ext>
            </a:extLst>
          </p:cNvPr>
          <p:cNvGrpSpPr/>
          <p:nvPr/>
        </p:nvGrpSpPr>
        <p:grpSpPr>
          <a:xfrm>
            <a:off x="1639882" y="409169"/>
            <a:ext cx="2033485" cy="408562"/>
            <a:chOff x="2139681" y="4095345"/>
            <a:chExt cx="2130430" cy="408562"/>
          </a:xfrm>
          <a:solidFill>
            <a:srgbClr val="E1D599"/>
          </a:solidFill>
        </p:grpSpPr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DCEDAB6C-7748-3F2C-C02F-53F84F309A63}"/>
                </a:ext>
              </a:extLst>
            </p:cNvPr>
            <p:cNvSpPr/>
            <p:nvPr/>
          </p:nvSpPr>
          <p:spPr>
            <a:xfrm>
              <a:off x="2139681" y="4095345"/>
              <a:ext cx="204281" cy="408562"/>
            </a:xfrm>
            <a:custGeom>
              <a:avLst/>
              <a:gdLst>
                <a:gd name="connsiteX0" fmla="*/ 204281 w 204281"/>
                <a:gd name="connsiteY0" fmla="*/ 0 h 408562"/>
                <a:gd name="connsiteX1" fmla="*/ 204281 w 204281"/>
                <a:gd name="connsiteY1" fmla="*/ 408562 h 408562"/>
                <a:gd name="connsiteX2" fmla="*/ 0 w 204281"/>
                <a:gd name="connsiteY2" fmla="*/ 204281 h 408562"/>
                <a:gd name="connsiteX3" fmla="*/ 204281 w 204281"/>
                <a:gd name="connsiteY3" fmla="*/ 0 h 40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4281" h="408562">
                  <a:moveTo>
                    <a:pt x="204281" y="0"/>
                  </a:moveTo>
                  <a:lnTo>
                    <a:pt x="204281" y="408562"/>
                  </a:lnTo>
                  <a:cubicBezTo>
                    <a:pt x="91460" y="408562"/>
                    <a:pt x="0" y="317102"/>
                    <a:pt x="0" y="204281"/>
                  </a:cubicBezTo>
                  <a:cubicBezTo>
                    <a:pt x="0" y="91460"/>
                    <a:pt x="91460" y="0"/>
                    <a:pt x="20428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32E5999E-12F7-D98E-9186-EB38B694948D}"/>
                </a:ext>
              </a:extLst>
            </p:cNvPr>
            <p:cNvSpPr/>
            <p:nvPr/>
          </p:nvSpPr>
          <p:spPr>
            <a:xfrm>
              <a:off x="4065830" y="4095345"/>
              <a:ext cx="204281" cy="408562"/>
            </a:xfrm>
            <a:custGeom>
              <a:avLst/>
              <a:gdLst>
                <a:gd name="connsiteX0" fmla="*/ 0 w 204281"/>
                <a:gd name="connsiteY0" fmla="*/ 0 h 408562"/>
                <a:gd name="connsiteX1" fmla="*/ 204281 w 204281"/>
                <a:gd name="connsiteY1" fmla="*/ 204281 h 408562"/>
                <a:gd name="connsiteX2" fmla="*/ 0 w 204281"/>
                <a:gd name="connsiteY2" fmla="*/ 408562 h 408562"/>
                <a:gd name="connsiteX3" fmla="*/ 0 w 204281"/>
                <a:gd name="connsiteY3" fmla="*/ 0 h 40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4281" h="408562">
                  <a:moveTo>
                    <a:pt x="0" y="0"/>
                  </a:moveTo>
                  <a:cubicBezTo>
                    <a:pt x="112821" y="0"/>
                    <a:pt x="204281" y="91460"/>
                    <a:pt x="204281" y="204281"/>
                  </a:cubicBezTo>
                  <a:cubicBezTo>
                    <a:pt x="204281" y="317102"/>
                    <a:pt x="112821" y="408562"/>
                    <a:pt x="0" y="408562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333E19E7-83D7-7F5D-6416-9629670E3194}"/>
                </a:ext>
              </a:extLst>
            </p:cNvPr>
            <p:cNvSpPr/>
            <p:nvPr/>
          </p:nvSpPr>
          <p:spPr>
            <a:xfrm>
              <a:off x="2343962" y="4095345"/>
              <a:ext cx="1747938" cy="4085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</a:rPr>
                <a:t>多模态数据融合</a:t>
              </a:r>
            </a:p>
          </p:txBody>
        </p:sp>
      </p:grp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A068CBB4-5D7E-A8FC-466C-EF91E5AF9037}"/>
              </a:ext>
            </a:extLst>
          </p:cNvPr>
          <p:cNvCxnSpPr/>
          <p:nvPr/>
        </p:nvCxnSpPr>
        <p:spPr>
          <a:xfrm>
            <a:off x="1652323" y="992221"/>
            <a:ext cx="20334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776221-B474-2C89-6B5D-E36EAAAD6B1B}"/>
              </a:ext>
            </a:extLst>
          </p:cNvPr>
          <p:cNvCxnSpPr/>
          <p:nvPr/>
        </p:nvCxnSpPr>
        <p:spPr>
          <a:xfrm>
            <a:off x="1652323" y="1297832"/>
            <a:ext cx="20334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258C795F-750E-3DB4-C442-4629D3D5B838}"/>
              </a:ext>
            </a:extLst>
          </p:cNvPr>
          <p:cNvCxnSpPr/>
          <p:nvPr/>
        </p:nvCxnSpPr>
        <p:spPr>
          <a:xfrm>
            <a:off x="1652322" y="1631130"/>
            <a:ext cx="20334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EC07B297-A2D8-9795-7858-D05A4E8ED4C4}"/>
              </a:ext>
            </a:extLst>
          </p:cNvPr>
          <p:cNvCxnSpPr/>
          <p:nvPr/>
        </p:nvCxnSpPr>
        <p:spPr>
          <a:xfrm>
            <a:off x="1639882" y="1956476"/>
            <a:ext cx="20334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935320C4-5A5F-EC6B-3237-C1D6FFFB11B8}"/>
              </a:ext>
            </a:extLst>
          </p:cNvPr>
          <p:cNvSpPr txBox="1"/>
          <p:nvPr/>
        </p:nvSpPr>
        <p:spPr>
          <a:xfrm>
            <a:off x="1958449" y="1001006"/>
            <a:ext cx="17704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支持</a:t>
            </a:r>
            <a:r>
              <a:rPr lang="en-US" altLang="zh-CN" sz="1400" b="1" dirty="0"/>
              <a:t>CAD</a:t>
            </a:r>
            <a:r>
              <a:rPr lang="zh-CN" altLang="en-US" sz="1400" b="1" dirty="0"/>
              <a:t>模型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E76736DB-D7BF-2ECC-B7EC-C702A8E54EC6}"/>
              </a:ext>
            </a:extLst>
          </p:cNvPr>
          <p:cNvSpPr txBox="1"/>
          <p:nvPr/>
        </p:nvSpPr>
        <p:spPr>
          <a:xfrm>
            <a:off x="1958449" y="1325244"/>
            <a:ext cx="17704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支持</a:t>
            </a:r>
            <a:r>
              <a:rPr lang="en-US" altLang="zh-CN" sz="1400" b="1" dirty="0"/>
              <a:t>CFD</a:t>
            </a:r>
            <a:r>
              <a:rPr lang="zh-CN" altLang="en-US" sz="1400" b="1" dirty="0"/>
              <a:t>网格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03CBB038-F705-6F97-74CE-E5553138C296}"/>
              </a:ext>
            </a:extLst>
          </p:cNvPr>
          <p:cNvSpPr txBox="1"/>
          <p:nvPr/>
        </p:nvSpPr>
        <p:spPr>
          <a:xfrm>
            <a:off x="1879182" y="1631130"/>
            <a:ext cx="19583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传感器时序数据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2C3CFA2-70C6-B098-6CBE-8FE3BD6BA924}"/>
              </a:ext>
            </a:extLst>
          </p:cNvPr>
          <p:cNvSpPr txBox="1"/>
          <p:nvPr/>
        </p:nvSpPr>
        <p:spPr>
          <a:xfrm>
            <a:off x="1538194" y="2081556"/>
            <a:ext cx="22518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</a:rPr>
              <a:t>实现物理场联合嵌入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71421B3-6B2E-FE72-525F-1F499F7DC4E0}"/>
              </a:ext>
            </a:extLst>
          </p:cNvPr>
          <p:cNvSpPr/>
          <p:nvPr/>
        </p:nvSpPr>
        <p:spPr>
          <a:xfrm>
            <a:off x="6804740" y="553917"/>
            <a:ext cx="2500008" cy="2004458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D91B6563-C1AD-20D0-1BDE-DFB91E310D6B}"/>
              </a:ext>
            </a:extLst>
          </p:cNvPr>
          <p:cNvGrpSpPr/>
          <p:nvPr/>
        </p:nvGrpSpPr>
        <p:grpSpPr>
          <a:xfrm>
            <a:off x="7038001" y="409169"/>
            <a:ext cx="2033485" cy="408562"/>
            <a:chOff x="2139681" y="4095345"/>
            <a:chExt cx="2130430" cy="408562"/>
          </a:xfrm>
          <a:solidFill>
            <a:srgbClr val="E1D599"/>
          </a:solidFill>
        </p:grpSpPr>
        <p:sp>
          <p:nvSpPr>
            <p:cNvPr id="46" name="任意多边形: 形状 45">
              <a:extLst>
                <a:ext uri="{FF2B5EF4-FFF2-40B4-BE49-F238E27FC236}">
                  <a16:creationId xmlns:a16="http://schemas.microsoft.com/office/drawing/2014/main" id="{9F2112E5-2D68-74BE-0F1C-5D3F38A78F48}"/>
                </a:ext>
              </a:extLst>
            </p:cNvPr>
            <p:cNvSpPr/>
            <p:nvPr/>
          </p:nvSpPr>
          <p:spPr>
            <a:xfrm>
              <a:off x="2139681" y="4095345"/>
              <a:ext cx="204281" cy="408562"/>
            </a:xfrm>
            <a:custGeom>
              <a:avLst/>
              <a:gdLst>
                <a:gd name="connsiteX0" fmla="*/ 204281 w 204281"/>
                <a:gd name="connsiteY0" fmla="*/ 0 h 408562"/>
                <a:gd name="connsiteX1" fmla="*/ 204281 w 204281"/>
                <a:gd name="connsiteY1" fmla="*/ 408562 h 408562"/>
                <a:gd name="connsiteX2" fmla="*/ 0 w 204281"/>
                <a:gd name="connsiteY2" fmla="*/ 204281 h 408562"/>
                <a:gd name="connsiteX3" fmla="*/ 204281 w 204281"/>
                <a:gd name="connsiteY3" fmla="*/ 0 h 40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4281" h="408562">
                  <a:moveTo>
                    <a:pt x="204281" y="0"/>
                  </a:moveTo>
                  <a:lnTo>
                    <a:pt x="204281" y="408562"/>
                  </a:lnTo>
                  <a:cubicBezTo>
                    <a:pt x="91460" y="408562"/>
                    <a:pt x="0" y="317102"/>
                    <a:pt x="0" y="204281"/>
                  </a:cubicBezTo>
                  <a:cubicBezTo>
                    <a:pt x="0" y="91460"/>
                    <a:pt x="91460" y="0"/>
                    <a:pt x="204281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47" name="任意多边形: 形状 46">
              <a:extLst>
                <a:ext uri="{FF2B5EF4-FFF2-40B4-BE49-F238E27FC236}">
                  <a16:creationId xmlns:a16="http://schemas.microsoft.com/office/drawing/2014/main" id="{C9C9D695-D0FF-B4D1-7FCA-9E6060B5EE29}"/>
                </a:ext>
              </a:extLst>
            </p:cNvPr>
            <p:cNvSpPr/>
            <p:nvPr/>
          </p:nvSpPr>
          <p:spPr>
            <a:xfrm>
              <a:off x="4065830" y="4095345"/>
              <a:ext cx="204281" cy="408562"/>
            </a:xfrm>
            <a:custGeom>
              <a:avLst/>
              <a:gdLst>
                <a:gd name="connsiteX0" fmla="*/ 0 w 204281"/>
                <a:gd name="connsiteY0" fmla="*/ 0 h 408562"/>
                <a:gd name="connsiteX1" fmla="*/ 204281 w 204281"/>
                <a:gd name="connsiteY1" fmla="*/ 204281 h 408562"/>
                <a:gd name="connsiteX2" fmla="*/ 0 w 204281"/>
                <a:gd name="connsiteY2" fmla="*/ 408562 h 408562"/>
                <a:gd name="connsiteX3" fmla="*/ 0 w 204281"/>
                <a:gd name="connsiteY3" fmla="*/ 0 h 40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4281" h="408562">
                  <a:moveTo>
                    <a:pt x="0" y="0"/>
                  </a:moveTo>
                  <a:cubicBezTo>
                    <a:pt x="112821" y="0"/>
                    <a:pt x="204281" y="91460"/>
                    <a:pt x="204281" y="204281"/>
                  </a:cubicBezTo>
                  <a:cubicBezTo>
                    <a:pt x="204281" y="317102"/>
                    <a:pt x="112821" y="408562"/>
                    <a:pt x="0" y="408562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798663F9-6336-8700-590C-F5A53FBF739C}"/>
                </a:ext>
              </a:extLst>
            </p:cNvPr>
            <p:cNvSpPr/>
            <p:nvPr/>
          </p:nvSpPr>
          <p:spPr>
            <a:xfrm>
              <a:off x="2343962" y="4095345"/>
              <a:ext cx="1747938" cy="40856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</a:rPr>
                <a:t>混合生成范式</a:t>
              </a:r>
            </a:p>
          </p:txBody>
        </p:sp>
      </p:grp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65EAE62-C884-7A7B-A4C2-A3F6BF33D38C}"/>
              </a:ext>
            </a:extLst>
          </p:cNvPr>
          <p:cNvCxnSpPr/>
          <p:nvPr/>
        </p:nvCxnSpPr>
        <p:spPr>
          <a:xfrm>
            <a:off x="7050442" y="992221"/>
            <a:ext cx="20334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7B8F8C9-E470-1A9D-ABF2-A928714781DC}"/>
              </a:ext>
            </a:extLst>
          </p:cNvPr>
          <p:cNvCxnSpPr/>
          <p:nvPr/>
        </p:nvCxnSpPr>
        <p:spPr>
          <a:xfrm>
            <a:off x="7050442" y="1297832"/>
            <a:ext cx="20334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52820AFC-A79B-B10C-A49C-B30D62BA9C68}"/>
              </a:ext>
            </a:extLst>
          </p:cNvPr>
          <p:cNvCxnSpPr/>
          <p:nvPr/>
        </p:nvCxnSpPr>
        <p:spPr>
          <a:xfrm>
            <a:off x="7050441" y="1631130"/>
            <a:ext cx="20334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116F1692-FAEF-3766-FAA5-5C616C1437CD}"/>
              </a:ext>
            </a:extLst>
          </p:cNvPr>
          <p:cNvCxnSpPr/>
          <p:nvPr/>
        </p:nvCxnSpPr>
        <p:spPr>
          <a:xfrm>
            <a:off x="7038001" y="1956476"/>
            <a:ext cx="203348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078235AF-55F9-0C91-E68A-1A79247F90D2}"/>
              </a:ext>
            </a:extLst>
          </p:cNvPr>
          <p:cNvSpPr txBox="1"/>
          <p:nvPr/>
        </p:nvSpPr>
        <p:spPr>
          <a:xfrm>
            <a:off x="7274694" y="990331"/>
            <a:ext cx="17704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物理约束扩散模型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CB6649E9-FE54-0C07-5ACD-F46920537F62}"/>
              </a:ext>
            </a:extLst>
          </p:cNvPr>
          <p:cNvSpPr txBox="1"/>
          <p:nvPr/>
        </p:nvSpPr>
        <p:spPr>
          <a:xfrm>
            <a:off x="7274694" y="1325244"/>
            <a:ext cx="17704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符号回归增强</a:t>
            </a:r>
            <a:r>
              <a:rPr lang="en-US" altLang="zh-CN" sz="1400" b="1" dirty="0"/>
              <a:t>VAE</a:t>
            </a:r>
            <a:endParaRPr lang="zh-CN" altLang="en-US" sz="1400" b="1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AE82DB79-851D-BAD8-8FBB-9279C2EE3363}"/>
              </a:ext>
            </a:extLst>
          </p:cNvPr>
          <p:cNvSpPr txBox="1"/>
          <p:nvPr/>
        </p:nvSpPr>
        <p:spPr>
          <a:xfrm>
            <a:off x="7451047" y="1677508"/>
            <a:ext cx="19583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/>
              <a:t>多尺度</a:t>
            </a:r>
            <a:r>
              <a:rPr lang="en-US" altLang="zh-CN" sz="1400" b="1" dirty="0"/>
              <a:t>GAN</a:t>
            </a:r>
            <a:endParaRPr lang="zh-CN" altLang="en-US" sz="1400" b="1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69395BA2-62D8-E88E-E33A-DA5E218143C5}"/>
              </a:ext>
            </a:extLst>
          </p:cNvPr>
          <p:cNvSpPr txBox="1"/>
          <p:nvPr/>
        </p:nvSpPr>
        <p:spPr>
          <a:xfrm>
            <a:off x="6804740" y="2139598"/>
            <a:ext cx="2500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rgbClr val="C00000"/>
                </a:solidFill>
              </a:rPr>
              <a:t>结合遗传算法发现规律</a:t>
            </a:r>
          </a:p>
        </p:txBody>
      </p:sp>
      <p:sp>
        <p:nvSpPr>
          <p:cNvPr id="86" name="流程图: 接点 85">
            <a:extLst>
              <a:ext uri="{FF2B5EF4-FFF2-40B4-BE49-F238E27FC236}">
                <a16:creationId xmlns:a16="http://schemas.microsoft.com/office/drawing/2014/main" id="{E43EC41C-350C-5A47-C303-E3686C1DEC35}"/>
              </a:ext>
            </a:extLst>
          </p:cNvPr>
          <p:cNvSpPr/>
          <p:nvPr/>
        </p:nvSpPr>
        <p:spPr>
          <a:xfrm>
            <a:off x="4326490" y="2923154"/>
            <a:ext cx="2150256" cy="2150256"/>
          </a:xfrm>
          <a:prstGeom prst="flowChartConnector">
            <a:avLst/>
          </a:prstGeom>
          <a:solidFill>
            <a:srgbClr val="F0D6B1"/>
          </a:solidFill>
          <a:ln w="25400">
            <a:solidFill>
              <a:schemeClr val="accent2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8" name="菱形 87">
            <a:extLst>
              <a:ext uri="{FF2B5EF4-FFF2-40B4-BE49-F238E27FC236}">
                <a16:creationId xmlns:a16="http://schemas.microsoft.com/office/drawing/2014/main" id="{5801A045-DB63-AA1E-844E-325A184B371F}"/>
              </a:ext>
            </a:extLst>
          </p:cNvPr>
          <p:cNvSpPr/>
          <p:nvPr/>
        </p:nvSpPr>
        <p:spPr>
          <a:xfrm>
            <a:off x="1299033" y="3393582"/>
            <a:ext cx="1306285" cy="1297852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可微分仿真器</a:t>
            </a:r>
          </a:p>
        </p:txBody>
      </p:sp>
      <p:sp>
        <p:nvSpPr>
          <p:cNvPr id="89" name="菱形 88">
            <a:extLst>
              <a:ext uri="{FF2B5EF4-FFF2-40B4-BE49-F238E27FC236}">
                <a16:creationId xmlns:a16="http://schemas.microsoft.com/office/drawing/2014/main" id="{894DF554-442A-3BD7-30D1-A1E1FDB6AC7F}"/>
              </a:ext>
            </a:extLst>
          </p:cNvPr>
          <p:cNvSpPr/>
          <p:nvPr/>
        </p:nvSpPr>
        <p:spPr>
          <a:xfrm>
            <a:off x="8117843" y="3349356"/>
            <a:ext cx="1306285" cy="1297852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逆问题求解器</a:t>
            </a:r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F81DB194-2BBD-70B5-F004-0AD4BCC3FDE4}"/>
              </a:ext>
            </a:extLst>
          </p:cNvPr>
          <p:cNvSpPr/>
          <p:nvPr/>
        </p:nvSpPr>
        <p:spPr>
          <a:xfrm>
            <a:off x="2808514" y="5073382"/>
            <a:ext cx="5309329" cy="1230701"/>
          </a:xfrm>
          <a:custGeom>
            <a:avLst/>
            <a:gdLst>
              <a:gd name="connsiteX0" fmla="*/ 3315630 w 6629301"/>
              <a:gd name="connsiteY0" fmla="*/ 0 h 1390810"/>
              <a:gd name="connsiteX1" fmla="*/ 6542826 w 6629301"/>
              <a:gd name="connsiteY1" fmla="*/ 180653 h 1390810"/>
              <a:gd name="connsiteX2" fmla="*/ 6629301 w 6629301"/>
              <a:gd name="connsiteY2" fmla="*/ 192599 h 1390810"/>
              <a:gd name="connsiteX3" fmla="*/ 6553710 w 6629301"/>
              <a:gd name="connsiteY3" fmla="*/ 284216 h 1390810"/>
              <a:gd name="connsiteX4" fmla="*/ 6407911 w 6629301"/>
              <a:gd name="connsiteY4" fmla="*/ 761528 h 1390810"/>
              <a:gd name="connsiteX5" fmla="*/ 6474999 w 6629301"/>
              <a:gd name="connsiteY5" fmla="*/ 1093826 h 1390810"/>
              <a:gd name="connsiteX6" fmla="*/ 6538440 w 6629301"/>
              <a:gd name="connsiteY6" fmla="*/ 1210708 h 1390810"/>
              <a:gd name="connsiteX7" fmla="*/ 6368672 w 6629301"/>
              <a:gd name="connsiteY7" fmla="*/ 1232013 h 1390810"/>
              <a:gd name="connsiteX8" fmla="*/ 3315630 w 6629301"/>
              <a:gd name="connsiteY8" fmla="*/ 1390810 h 1390810"/>
              <a:gd name="connsiteX9" fmla="*/ 262588 w 6629301"/>
              <a:gd name="connsiteY9" fmla="*/ 1232013 h 1390810"/>
              <a:gd name="connsiteX10" fmla="*/ 94164 w 6629301"/>
              <a:gd name="connsiteY10" fmla="*/ 1210876 h 1390810"/>
              <a:gd name="connsiteX11" fmla="*/ 156261 w 6629301"/>
              <a:gd name="connsiteY11" fmla="*/ 1096470 h 1390810"/>
              <a:gd name="connsiteX12" fmla="*/ 223349 w 6629301"/>
              <a:gd name="connsiteY12" fmla="*/ 764172 h 1390810"/>
              <a:gd name="connsiteX13" fmla="*/ 77550 w 6629301"/>
              <a:gd name="connsiteY13" fmla="*/ 286860 h 1390810"/>
              <a:gd name="connsiteX14" fmla="*/ 0 w 6629301"/>
              <a:gd name="connsiteY14" fmla="*/ 192869 h 1390810"/>
              <a:gd name="connsiteX15" fmla="*/ 88434 w 6629301"/>
              <a:gd name="connsiteY15" fmla="*/ 180653 h 1390810"/>
              <a:gd name="connsiteX16" fmla="*/ 3315630 w 6629301"/>
              <a:gd name="connsiteY16" fmla="*/ 0 h 1390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629301" h="1390810">
                <a:moveTo>
                  <a:pt x="3315630" y="0"/>
                </a:moveTo>
                <a:cubicBezTo>
                  <a:pt x="4558188" y="0"/>
                  <a:pt x="5690465" y="68411"/>
                  <a:pt x="6542826" y="180653"/>
                </a:cubicBezTo>
                <a:lnTo>
                  <a:pt x="6629301" y="192599"/>
                </a:lnTo>
                <a:lnTo>
                  <a:pt x="6553710" y="284216"/>
                </a:lnTo>
                <a:cubicBezTo>
                  <a:pt x="6461660" y="420468"/>
                  <a:pt x="6407911" y="584721"/>
                  <a:pt x="6407911" y="761528"/>
                </a:cubicBezTo>
                <a:cubicBezTo>
                  <a:pt x="6407911" y="879399"/>
                  <a:pt x="6431799" y="991691"/>
                  <a:pt x="6474999" y="1093826"/>
                </a:cubicBezTo>
                <a:lnTo>
                  <a:pt x="6538440" y="1210708"/>
                </a:lnTo>
                <a:lnTo>
                  <a:pt x="6368672" y="1232013"/>
                </a:lnTo>
                <a:cubicBezTo>
                  <a:pt x="5539005" y="1331217"/>
                  <a:pt x="4475351" y="1390810"/>
                  <a:pt x="3315630" y="1390810"/>
                </a:cubicBezTo>
                <a:cubicBezTo>
                  <a:pt x="2155910" y="1390810"/>
                  <a:pt x="1092256" y="1331217"/>
                  <a:pt x="262588" y="1232013"/>
                </a:cubicBezTo>
                <a:lnTo>
                  <a:pt x="94164" y="1210876"/>
                </a:lnTo>
                <a:lnTo>
                  <a:pt x="156261" y="1096470"/>
                </a:lnTo>
                <a:cubicBezTo>
                  <a:pt x="199461" y="994335"/>
                  <a:pt x="223349" y="882043"/>
                  <a:pt x="223349" y="764172"/>
                </a:cubicBezTo>
                <a:cubicBezTo>
                  <a:pt x="223349" y="587365"/>
                  <a:pt x="169600" y="423112"/>
                  <a:pt x="77550" y="286860"/>
                </a:cubicBezTo>
                <a:lnTo>
                  <a:pt x="0" y="192869"/>
                </a:lnTo>
                <a:lnTo>
                  <a:pt x="88434" y="180653"/>
                </a:lnTo>
                <a:cubicBezTo>
                  <a:pt x="940795" y="68411"/>
                  <a:pt x="2073072" y="0"/>
                  <a:pt x="3315630" y="0"/>
                </a:cubicBezTo>
                <a:close/>
              </a:path>
            </a:pathLst>
          </a:custGeom>
          <a:solidFill>
            <a:srgbClr val="FCF3EA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3" name="流程图: 接点 112">
            <a:extLst>
              <a:ext uri="{FF2B5EF4-FFF2-40B4-BE49-F238E27FC236}">
                <a16:creationId xmlns:a16="http://schemas.microsoft.com/office/drawing/2014/main" id="{DA3914DA-E771-9488-80A0-150B63731012}"/>
              </a:ext>
            </a:extLst>
          </p:cNvPr>
          <p:cNvSpPr/>
          <p:nvPr/>
        </p:nvSpPr>
        <p:spPr>
          <a:xfrm>
            <a:off x="1299033" y="4865371"/>
            <a:ext cx="1707399" cy="1707399"/>
          </a:xfrm>
          <a:prstGeom prst="flowChartConnector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4" name="流程图: 接点 113">
            <a:extLst>
              <a:ext uri="{FF2B5EF4-FFF2-40B4-BE49-F238E27FC236}">
                <a16:creationId xmlns:a16="http://schemas.microsoft.com/office/drawing/2014/main" id="{8C43E7EF-D55E-56EB-C30F-2BF6F8522BC0}"/>
              </a:ext>
            </a:extLst>
          </p:cNvPr>
          <p:cNvSpPr/>
          <p:nvPr/>
        </p:nvSpPr>
        <p:spPr>
          <a:xfrm>
            <a:off x="7919925" y="4905673"/>
            <a:ext cx="1707399" cy="1707399"/>
          </a:xfrm>
          <a:prstGeom prst="flowChartConnector">
            <a:avLst/>
          </a:prstGeom>
          <a:solidFill>
            <a:schemeClr val="accent2">
              <a:lumMod val="20000"/>
              <a:lumOff val="80000"/>
            </a:schemeClr>
          </a:solidFill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0C5AAD89-3A7E-4D25-0CB1-7BFE45B677F2}"/>
              </a:ext>
            </a:extLst>
          </p:cNvPr>
          <p:cNvCxnSpPr>
            <a:cxnSpLocks/>
          </p:cNvCxnSpPr>
          <p:nvPr/>
        </p:nvCxnSpPr>
        <p:spPr>
          <a:xfrm flipV="1">
            <a:off x="1151968" y="2724478"/>
            <a:ext cx="1105749" cy="1150870"/>
          </a:xfrm>
          <a:prstGeom prst="straightConnector1">
            <a:avLst/>
          </a:prstGeom>
          <a:ln w="12700">
            <a:solidFill>
              <a:srgbClr val="61616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A5C9163D-7D9F-AC73-1913-55B1852CEA1F}"/>
              </a:ext>
            </a:extLst>
          </p:cNvPr>
          <p:cNvCxnSpPr>
            <a:cxnSpLocks/>
          </p:cNvCxnSpPr>
          <p:nvPr/>
        </p:nvCxnSpPr>
        <p:spPr>
          <a:xfrm flipH="1" flipV="1">
            <a:off x="8509551" y="2724478"/>
            <a:ext cx="1105147" cy="1142198"/>
          </a:xfrm>
          <a:prstGeom prst="straightConnector1">
            <a:avLst/>
          </a:prstGeom>
          <a:ln w="12700">
            <a:solidFill>
              <a:srgbClr val="61616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14B92B47-58A1-55C8-A3A8-F351DAAFAF4E}"/>
              </a:ext>
            </a:extLst>
          </p:cNvPr>
          <p:cNvSpPr/>
          <p:nvPr/>
        </p:nvSpPr>
        <p:spPr>
          <a:xfrm rot="9049143">
            <a:off x="4658302" y="5101251"/>
            <a:ext cx="229831" cy="492031"/>
          </a:xfrm>
          <a:custGeom>
            <a:avLst/>
            <a:gdLst>
              <a:gd name="connsiteX0" fmla="*/ 506038 w 1012075"/>
              <a:gd name="connsiteY0" fmla="*/ 0 h 1524572"/>
              <a:gd name="connsiteX1" fmla="*/ 1012075 w 1012075"/>
              <a:gd name="connsiteY1" fmla="*/ 526734 h 1524572"/>
              <a:gd name="connsiteX2" fmla="*/ 751131 w 1012075"/>
              <a:gd name="connsiteY2" fmla="*/ 526734 h 1524572"/>
              <a:gd name="connsiteX3" fmla="*/ 751582 w 1012075"/>
              <a:gd name="connsiteY3" fmla="*/ 657901 h 1524572"/>
              <a:gd name="connsiteX4" fmla="*/ 789432 w 1012075"/>
              <a:gd name="connsiteY4" fmla="*/ 1024150 h 1524572"/>
              <a:gd name="connsiteX5" fmla="*/ 921852 w 1012075"/>
              <a:gd name="connsiteY5" fmla="*/ 1501283 h 1524572"/>
              <a:gd name="connsiteX6" fmla="*/ 933434 w 1012075"/>
              <a:gd name="connsiteY6" fmla="*/ 1524572 h 1524572"/>
              <a:gd name="connsiteX7" fmla="*/ 78642 w 1012075"/>
              <a:gd name="connsiteY7" fmla="*/ 1524572 h 1524572"/>
              <a:gd name="connsiteX8" fmla="*/ 89680 w 1012075"/>
              <a:gd name="connsiteY8" fmla="*/ 1502482 h 1524572"/>
              <a:gd name="connsiteX9" fmla="*/ 222681 w 1012075"/>
              <a:gd name="connsiteY9" fmla="*/ 1025950 h 1524572"/>
              <a:gd name="connsiteX10" fmla="*/ 260978 w 1012075"/>
              <a:gd name="connsiteY10" fmla="*/ 659873 h 1524572"/>
              <a:gd name="connsiteX11" fmla="*/ 261599 w 1012075"/>
              <a:gd name="connsiteY11" fmla="*/ 526734 h 1524572"/>
              <a:gd name="connsiteX12" fmla="*/ 0 w 1012075"/>
              <a:gd name="connsiteY12" fmla="*/ 526734 h 1524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12075" h="1524572">
                <a:moveTo>
                  <a:pt x="506038" y="0"/>
                </a:moveTo>
                <a:lnTo>
                  <a:pt x="1012075" y="526734"/>
                </a:lnTo>
                <a:lnTo>
                  <a:pt x="751131" y="526734"/>
                </a:lnTo>
                <a:lnTo>
                  <a:pt x="751582" y="657901"/>
                </a:lnTo>
                <a:cubicBezTo>
                  <a:pt x="755938" y="775036"/>
                  <a:pt x="768336" y="899045"/>
                  <a:pt x="789432" y="1024150"/>
                </a:cubicBezTo>
                <a:cubicBezTo>
                  <a:pt x="821077" y="1211807"/>
                  <a:pt x="867798" y="1375276"/>
                  <a:pt x="921852" y="1501283"/>
                </a:cubicBezTo>
                <a:lnTo>
                  <a:pt x="933434" y="1524572"/>
                </a:lnTo>
                <a:lnTo>
                  <a:pt x="78642" y="1524572"/>
                </a:lnTo>
                <a:lnTo>
                  <a:pt x="89680" y="1502482"/>
                </a:lnTo>
                <a:cubicBezTo>
                  <a:pt x="143888" y="1376719"/>
                  <a:pt x="190808" y="1213464"/>
                  <a:pt x="222681" y="1025950"/>
                </a:cubicBezTo>
                <a:cubicBezTo>
                  <a:pt x="243930" y="900941"/>
                  <a:pt x="256479" y="776987"/>
                  <a:pt x="260978" y="659873"/>
                </a:cubicBezTo>
                <a:lnTo>
                  <a:pt x="261599" y="526734"/>
                </a:lnTo>
                <a:lnTo>
                  <a:pt x="0" y="526734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37000">
                <a:srgbClr val="D1DCF0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7E7381A2-282A-1273-B370-812355761AF6}"/>
              </a:ext>
            </a:extLst>
          </p:cNvPr>
          <p:cNvSpPr/>
          <p:nvPr/>
        </p:nvSpPr>
        <p:spPr>
          <a:xfrm rot="12802949">
            <a:off x="5951766" y="5107988"/>
            <a:ext cx="229831" cy="492031"/>
          </a:xfrm>
          <a:custGeom>
            <a:avLst/>
            <a:gdLst>
              <a:gd name="connsiteX0" fmla="*/ 506038 w 1012075"/>
              <a:gd name="connsiteY0" fmla="*/ 0 h 1524572"/>
              <a:gd name="connsiteX1" fmla="*/ 1012075 w 1012075"/>
              <a:gd name="connsiteY1" fmla="*/ 526734 h 1524572"/>
              <a:gd name="connsiteX2" fmla="*/ 751131 w 1012075"/>
              <a:gd name="connsiteY2" fmla="*/ 526734 h 1524572"/>
              <a:gd name="connsiteX3" fmla="*/ 751582 w 1012075"/>
              <a:gd name="connsiteY3" fmla="*/ 657901 h 1524572"/>
              <a:gd name="connsiteX4" fmla="*/ 789432 w 1012075"/>
              <a:gd name="connsiteY4" fmla="*/ 1024150 h 1524572"/>
              <a:gd name="connsiteX5" fmla="*/ 921852 w 1012075"/>
              <a:gd name="connsiteY5" fmla="*/ 1501283 h 1524572"/>
              <a:gd name="connsiteX6" fmla="*/ 933434 w 1012075"/>
              <a:gd name="connsiteY6" fmla="*/ 1524572 h 1524572"/>
              <a:gd name="connsiteX7" fmla="*/ 78642 w 1012075"/>
              <a:gd name="connsiteY7" fmla="*/ 1524572 h 1524572"/>
              <a:gd name="connsiteX8" fmla="*/ 89680 w 1012075"/>
              <a:gd name="connsiteY8" fmla="*/ 1502482 h 1524572"/>
              <a:gd name="connsiteX9" fmla="*/ 222681 w 1012075"/>
              <a:gd name="connsiteY9" fmla="*/ 1025950 h 1524572"/>
              <a:gd name="connsiteX10" fmla="*/ 260978 w 1012075"/>
              <a:gd name="connsiteY10" fmla="*/ 659873 h 1524572"/>
              <a:gd name="connsiteX11" fmla="*/ 261599 w 1012075"/>
              <a:gd name="connsiteY11" fmla="*/ 526734 h 1524572"/>
              <a:gd name="connsiteX12" fmla="*/ 0 w 1012075"/>
              <a:gd name="connsiteY12" fmla="*/ 526734 h 1524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12075" h="1524572">
                <a:moveTo>
                  <a:pt x="506038" y="0"/>
                </a:moveTo>
                <a:lnTo>
                  <a:pt x="1012075" y="526734"/>
                </a:lnTo>
                <a:lnTo>
                  <a:pt x="751131" y="526734"/>
                </a:lnTo>
                <a:lnTo>
                  <a:pt x="751582" y="657901"/>
                </a:lnTo>
                <a:cubicBezTo>
                  <a:pt x="755938" y="775036"/>
                  <a:pt x="768336" y="899045"/>
                  <a:pt x="789432" y="1024150"/>
                </a:cubicBezTo>
                <a:cubicBezTo>
                  <a:pt x="821077" y="1211807"/>
                  <a:pt x="867798" y="1375276"/>
                  <a:pt x="921852" y="1501283"/>
                </a:cubicBezTo>
                <a:lnTo>
                  <a:pt x="933434" y="1524572"/>
                </a:lnTo>
                <a:lnTo>
                  <a:pt x="78642" y="1524572"/>
                </a:lnTo>
                <a:lnTo>
                  <a:pt x="89680" y="1502482"/>
                </a:lnTo>
                <a:cubicBezTo>
                  <a:pt x="143888" y="1376719"/>
                  <a:pt x="190808" y="1213464"/>
                  <a:pt x="222681" y="1025950"/>
                </a:cubicBezTo>
                <a:cubicBezTo>
                  <a:pt x="243930" y="900941"/>
                  <a:pt x="256479" y="776987"/>
                  <a:pt x="260978" y="659873"/>
                </a:cubicBezTo>
                <a:lnTo>
                  <a:pt x="261599" y="526734"/>
                </a:lnTo>
                <a:lnTo>
                  <a:pt x="0" y="526734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75000"/>
                </a:schemeClr>
              </a:gs>
              <a:gs pos="37000">
                <a:srgbClr val="D1DCF0"/>
              </a:gs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E55FE619-38FF-19FB-708D-42F08A9FB461}"/>
              </a:ext>
            </a:extLst>
          </p:cNvPr>
          <p:cNvCxnSpPr>
            <a:cxnSpLocks/>
          </p:cNvCxnSpPr>
          <p:nvPr/>
        </p:nvCxnSpPr>
        <p:spPr>
          <a:xfrm>
            <a:off x="5463178" y="5218522"/>
            <a:ext cx="0" cy="1221746"/>
          </a:xfrm>
          <a:prstGeom prst="straightConnector1">
            <a:avLst/>
          </a:prstGeom>
          <a:ln w="12700">
            <a:solidFill>
              <a:srgbClr val="61616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1B9A9D38-C0E6-1D81-92C4-5EBFB0E3DC3C}"/>
              </a:ext>
            </a:extLst>
          </p:cNvPr>
          <p:cNvSpPr/>
          <p:nvPr/>
        </p:nvSpPr>
        <p:spPr>
          <a:xfrm>
            <a:off x="1038225" y="142875"/>
            <a:ext cx="8722804" cy="6638925"/>
          </a:xfrm>
          <a:prstGeom prst="rect">
            <a:avLst/>
          </a:prstGeom>
          <a:noFill/>
          <a:ln>
            <a:solidFill>
              <a:srgbClr val="FF0000">
                <a:alpha val="50000"/>
              </a:srgb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29112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A8ACBAD8-EE45-9489-3074-EB38E9D0AB6D}"/>
              </a:ext>
            </a:extLst>
          </p:cNvPr>
          <p:cNvGrpSpPr/>
          <p:nvPr/>
        </p:nvGrpSpPr>
        <p:grpSpPr>
          <a:xfrm>
            <a:off x="687617" y="538535"/>
            <a:ext cx="974429" cy="658766"/>
            <a:chOff x="973171" y="2080173"/>
            <a:chExt cx="974429" cy="658766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A62558E6-4DE4-DAE2-1F08-7BC52E678B86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rPr>
                <a:t>九连框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ABEF2EE-5D7B-41F7-3542-CEA14A315AA2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2E9D9F0-4045-91DB-2641-4879BFC08284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881B700-1A0B-B296-CD6E-1BB9B626DE0E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1380999-5024-CD29-ECD8-EC0614420667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0B072D60-7101-4E18-149F-2DE985F98A51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8A7F3F87-75BA-2F01-B28E-6303147A12A9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764FAA07-6F82-56C5-23BD-ECA99AF9CAD0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7F814D6B-C22E-FAE9-42B8-DB8EA65C5294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8AF8E252-DC3C-49D1-EC02-686C753E33A2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D1C422D-9F89-8F98-B4DA-B94EF01FE5F0}"/>
                </a:ext>
              </a:extLst>
            </p:cNvPr>
            <p:cNvCxnSpPr>
              <a:cxnSpLocks/>
              <a:endCxn id="14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593F9C91-34E1-2DC8-BAC5-F46F0068B555}"/>
              </a:ext>
            </a:extLst>
          </p:cNvPr>
          <p:cNvGrpSpPr/>
          <p:nvPr/>
        </p:nvGrpSpPr>
        <p:grpSpPr>
          <a:xfrm>
            <a:off x="3581400" y="1323784"/>
            <a:ext cx="1603096" cy="658766"/>
            <a:chOff x="973171" y="2080173"/>
            <a:chExt cx="974429" cy="658766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03CC594D-A6E8-CDDC-ECAF-006B2A4FB791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AI Application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C236121F-677D-B664-E926-2D7016C61A3C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5D5EF14-A2C3-9080-BACD-64ABBA07F157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01706E29-4EF0-B465-4BBF-8587FA50E268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B3690284-08A8-B0C2-AC94-D5AC55355A98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C182B439-575B-8BF5-F368-272E762B7968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BFED5E72-9BB3-F554-8E7A-3EE788C96F90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49FA9363-B171-A369-3DEB-740DA3815116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FFE66D3C-D163-57C1-D738-ECBD782C0B47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EF85DB21-EE8F-E439-43FD-6422777872D8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C41567B-6C4B-93E1-38AB-828A2180EB67}"/>
                </a:ext>
              </a:extLst>
            </p:cNvPr>
            <p:cNvCxnSpPr>
              <a:cxnSpLocks/>
              <a:endCxn id="26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F1A1A2FF-F082-7749-56E1-9300D2073BC9}"/>
              </a:ext>
            </a:extLst>
          </p:cNvPr>
          <p:cNvSpPr/>
          <p:nvPr/>
        </p:nvSpPr>
        <p:spPr>
          <a:xfrm>
            <a:off x="687617" y="3971820"/>
            <a:ext cx="1935811" cy="577269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      Web Services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0234F217-F5BC-9AFF-8E08-4F1A0923E265}"/>
              </a:ext>
            </a:extLst>
          </p:cNvPr>
          <p:cNvSpPr txBox="1"/>
          <p:nvPr/>
        </p:nvSpPr>
        <p:spPr>
          <a:xfrm>
            <a:off x="1173617" y="2743200"/>
            <a:ext cx="513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111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2E8851F-4CE1-C538-EF6C-D873AE5A43E1}"/>
              </a:ext>
            </a:extLst>
          </p:cNvPr>
          <p:cNvSpPr/>
          <p:nvPr/>
        </p:nvSpPr>
        <p:spPr>
          <a:xfrm>
            <a:off x="3353407" y="3971820"/>
            <a:ext cx="1609382" cy="577269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Database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pic>
        <p:nvPicPr>
          <p:cNvPr id="38" name="图形 37">
            <a:extLst>
              <a:ext uri="{FF2B5EF4-FFF2-40B4-BE49-F238E27FC236}">
                <a16:creationId xmlns:a16="http://schemas.microsoft.com/office/drawing/2014/main" id="{680C846A-97A2-6FA2-DFEB-9AD9D897F4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7617" y="4003589"/>
            <a:ext cx="513730" cy="513730"/>
          </a:xfrm>
          <a:prstGeom prst="rect">
            <a:avLst/>
          </a:prstGeom>
        </p:spPr>
      </p:pic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FDC2A93-040E-FDE1-CC42-EEE80DF0BDD3}"/>
              </a:ext>
            </a:extLst>
          </p:cNvPr>
          <p:cNvSpPr/>
          <p:nvPr/>
        </p:nvSpPr>
        <p:spPr>
          <a:xfrm>
            <a:off x="5964632" y="3971820"/>
            <a:ext cx="1609382" cy="577269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Local Files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DBE0D58-DC9B-65EE-E8D3-8740F8B6B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2025/4/22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039375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DF38DD-C605-EF7F-3562-9CAE9134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2025/4/25</a:t>
            </a:r>
            <a:endParaRPr lang="zh-CN" altLang="en-US"/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E45EAB6A-07D9-9B1A-1657-B2A0FD4946BF}"/>
              </a:ext>
            </a:extLst>
          </p:cNvPr>
          <p:cNvGrpSpPr/>
          <p:nvPr/>
        </p:nvGrpSpPr>
        <p:grpSpPr>
          <a:xfrm>
            <a:off x="1235371" y="757326"/>
            <a:ext cx="974429" cy="658766"/>
            <a:chOff x="973171" y="2080173"/>
            <a:chExt cx="974429" cy="658766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16822FE0-73CA-446C-DB6F-21B936581AE6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控制信号</a:t>
              </a: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319BBDDD-328D-F890-A3A6-BE5B8CC6A606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9A7F6760-2705-F3D2-C206-91307339519F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268985F-122A-3F59-E42C-1586DF96FE37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1606A90E-0C3E-6CC3-4E84-89F37DDF4185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DF4B6472-44EE-036F-8863-C43CA32F3D2B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9F9A6E3F-1819-FFF9-E0A8-4B575EC0940C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67D06AB4-BD88-9DBF-4ABF-6D40E49CB5C1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71E7728F-FDEA-C485-B4D1-62529B251EB7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0A537449-D253-6F0F-2307-31C4C27E7762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0B078984-4CD7-D812-4F2B-8E82674899B2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4" name="组合 293">
            <a:extLst>
              <a:ext uri="{FF2B5EF4-FFF2-40B4-BE49-F238E27FC236}">
                <a16:creationId xmlns:a16="http://schemas.microsoft.com/office/drawing/2014/main" id="{B2B4FA88-CF06-6137-21BF-790B4F9900C2}"/>
              </a:ext>
            </a:extLst>
          </p:cNvPr>
          <p:cNvGrpSpPr/>
          <p:nvPr/>
        </p:nvGrpSpPr>
        <p:grpSpPr>
          <a:xfrm>
            <a:off x="2209800" y="2069720"/>
            <a:ext cx="3354494" cy="1896823"/>
            <a:chOff x="2817706" y="2096057"/>
            <a:chExt cx="3354494" cy="1896823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E25CA8CF-4EB5-494D-D6E5-55A8988A860D}"/>
                </a:ext>
              </a:extLst>
            </p:cNvPr>
            <p:cNvGrpSpPr/>
            <p:nvPr/>
          </p:nvGrpSpPr>
          <p:grpSpPr>
            <a:xfrm>
              <a:off x="3304858" y="2640095"/>
              <a:ext cx="1040899" cy="365125"/>
              <a:chOff x="973171" y="2080173"/>
              <a:chExt cx="974429" cy="658766"/>
            </a:xfrm>
          </p:grpSpPr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28B5831A-ED68-C78B-7095-112A31B8A596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控制信号</a:t>
                </a:r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5320456D-328D-FAAD-69A2-B759B93EFDA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9AF20FC-C154-8247-3755-4603A3C809F4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2598EFA1-26F7-9AEA-E120-68E3F447ADAD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22CBCFAA-8D75-D10B-FCC9-F456EF0D8CB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6A89AD9B-536E-2343-0194-6BA1F1246E6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1C0DF87C-9204-90CF-8F42-4199B419BB12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8054CBE0-2FCD-64B9-C8F7-DB3C16C8F5AB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6F6DA1D2-C0EE-0488-BD2E-6C5B5940EEF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F8E292EA-C66F-AE0D-E490-CA3A60C6C03A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2" name="直接箭头连接符 51">
                <a:extLst>
                  <a:ext uri="{FF2B5EF4-FFF2-40B4-BE49-F238E27FC236}">
                    <a16:creationId xmlns:a16="http://schemas.microsoft.com/office/drawing/2014/main" id="{DE8374EB-D2EA-5572-99FC-4A6F4FAA8CB6}"/>
                  </a:ext>
                </a:extLst>
              </p:cNvPr>
              <p:cNvCxnSpPr>
                <a:cxnSpLocks/>
                <a:endCxn id="4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F246016A-C917-3217-A496-C17B69595CB9}"/>
                </a:ext>
              </a:extLst>
            </p:cNvPr>
            <p:cNvGrpSpPr/>
            <p:nvPr/>
          </p:nvGrpSpPr>
          <p:grpSpPr>
            <a:xfrm>
              <a:off x="4867113" y="2651026"/>
              <a:ext cx="1040899" cy="365125"/>
              <a:chOff x="973171" y="2080173"/>
              <a:chExt cx="974429" cy="658766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D061DE01-28BD-A3CF-F36B-2B9AEDB4FEB8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飞轮模块</a:t>
                </a: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2F33A7C5-7BFA-EB5F-6833-E47F607DE2D7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3D775D65-4512-4F5F-292F-0536BC35D3C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72D3B940-BE3B-3EE8-2978-84EEBBB4674D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D12D9045-76E0-3199-D95A-6DE32C85D76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5089100C-A556-1D68-6947-3FC6DDD4DB9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CB405609-FCC3-2549-10E1-BFA9697DB6F1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43F6DA7A-98F8-F014-5C8C-3BC8E07BF7DB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5631DEEE-5C09-0B8A-B20F-90F0F27120F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F8F15A24-0516-75C8-9A42-81DB891F43E2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4" name="直接箭头连接符 63">
                <a:extLst>
                  <a:ext uri="{FF2B5EF4-FFF2-40B4-BE49-F238E27FC236}">
                    <a16:creationId xmlns:a16="http://schemas.microsoft.com/office/drawing/2014/main" id="{7FD1B643-3E5F-9C37-23D4-80FF1FAFBBBA}"/>
                  </a:ext>
                </a:extLst>
              </p:cNvPr>
              <p:cNvCxnSpPr>
                <a:cxnSpLocks/>
                <a:endCxn id="6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组合 64">
              <a:extLst>
                <a:ext uri="{FF2B5EF4-FFF2-40B4-BE49-F238E27FC236}">
                  <a16:creationId xmlns:a16="http://schemas.microsoft.com/office/drawing/2014/main" id="{0D202ACB-512E-497E-497B-932CDC475CF5}"/>
                </a:ext>
              </a:extLst>
            </p:cNvPr>
            <p:cNvGrpSpPr/>
            <p:nvPr/>
          </p:nvGrpSpPr>
          <p:grpSpPr>
            <a:xfrm>
              <a:off x="4869708" y="3429000"/>
              <a:ext cx="1040899" cy="365125"/>
              <a:chOff x="973171" y="2080173"/>
              <a:chExt cx="974429" cy="658766"/>
            </a:xfrm>
          </p:grpSpPr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E5A6570F-25C1-D668-D879-A20839F4CC4D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卫星姿态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491EC699-29AB-0669-13CF-B07B5F1DCDD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D02A77A-ABA4-0836-BC20-D8F610A10E4D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E051770B-2468-36B0-2A65-482DA563C0A2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D697F0C6-5E12-4CC5-CDDA-CF45FC572AE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C0CA19AC-3CA8-849D-4F06-320FCA370EE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AAC51453-078A-E58D-06FE-8B96C07B1C2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C6524E47-23A3-8B12-7766-F4EE59AF4CC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CDD079DC-E947-A070-6EA7-4C426ED363C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FAEDCDC0-D4F6-1020-BD25-66092C182A36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6" name="直接箭头连接符 75">
                <a:extLst>
                  <a:ext uri="{FF2B5EF4-FFF2-40B4-BE49-F238E27FC236}">
                    <a16:creationId xmlns:a16="http://schemas.microsoft.com/office/drawing/2014/main" id="{5B83C315-FCD3-2D2F-1A20-C193650C293A}"/>
                  </a:ext>
                </a:extLst>
              </p:cNvPr>
              <p:cNvCxnSpPr>
                <a:cxnSpLocks/>
                <a:endCxn id="73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4E734F17-C13A-ADCC-95A6-67D4676E5740}"/>
                </a:ext>
              </a:extLst>
            </p:cNvPr>
            <p:cNvGrpSpPr/>
            <p:nvPr/>
          </p:nvGrpSpPr>
          <p:grpSpPr>
            <a:xfrm>
              <a:off x="3309657" y="3429666"/>
              <a:ext cx="1040899" cy="365125"/>
              <a:chOff x="973171" y="2080173"/>
              <a:chExt cx="974429" cy="658766"/>
            </a:xfrm>
          </p:grpSpPr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6816BE1F-EAD0-4A41-50B1-0EA5E7170180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敏感器</a:t>
                </a: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4303A211-278A-D29E-A79A-AB1B1D88F98E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F2124C3B-C235-D05D-FAA6-BEAA8F5DBA93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96E79428-DF64-06D7-32C7-552EDEA3DAD4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E057A704-7FB0-DA4E-C0CD-1F8C34BB520A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A9BC1181-CD01-B961-E4E4-F4027D7393F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4C8CF76E-F928-A162-2A4E-27C293DCB416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42A5C3D4-3E83-A88A-6C68-EEEBA14B951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35019F9F-B6AD-AC8E-F604-49D0BED256D8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02749547-801C-1DED-76DE-DFCBC237DD81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8" name="直接箭头连接符 87">
                <a:extLst>
                  <a:ext uri="{FF2B5EF4-FFF2-40B4-BE49-F238E27FC236}">
                    <a16:creationId xmlns:a16="http://schemas.microsoft.com/office/drawing/2014/main" id="{AE8C7FA3-2CA8-5A58-6E7C-402A73F7FE85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CDD0786B-52F1-BE64-F6E6-F70A6E1219C4}"/>
                </a:ext>
              </a:extLst>
            </p:cNvPr>
            <p:cNvCxnSpPr>
              <a:cxnSpLocks/>
              <a:stCxn id="48" idx="3"/>
              <a:endCxn id="58" idx="1"/>
            </p:cNvCxnSpPr>
            <p:nvPr/>
          </p:nvCxnSpPr>
          <p:spPr>
            <a:xfrm>
              <a:off x="4345757" y="2824639"/>
              <a:ext cx="523951" cy="10931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386E0AA7-5468-4D44-1A99-9C23B093E449}"/>
                </a:ext>
              </a:extLst>
            </p:cNvPr>
            <p:cNvCxnSpPr>
              <a:cxnSpLocks/>
              <a:stCxn id="62" idx="2"/>
              <a:endCxn id="66" idx="0"/>
            </p:cNvCxnSpPr>
            <p:nvPr/>
          </p:nvCxnSpPr>
          <p:spPr>
            <a:xfrm>
              <a:off x="5388860" y="3016151"/>
              <a:ext cx="0" cy="412849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523ADC10-B077-6519-1226-38ACF819CF4F}"/>
                </a:ext>
              </a:extLst>
            </p:cNvPr>
            <p:cNvCxnSpPr>
              <a:cxnSpLocks/>
              <a:stCxn id="70" idx="1"/>
              <a:endCxn id="78" idx="3"/>
            </p:cNvCxnSpPr>
            <p:nvPr/>
          </p:nvCxnSpPr>
          <p:spPr>
            <a:xfrm flipH="1" flipV="1">
              <a:off x="4347961" y="3609245"/>
              <a:ext cx="524342" cy="4299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1927AA88-065A-22FC-6BA9-A78EAA127B17}"/>
                </a:ext>
              </a:extLst>
            </p:cNvPr>
            <p:cNvCxnSpPr>
              <a:cxnSpLocks/>
              <a:stCxn id="78" idx="0"/>
              <a:endCxn id="50" idx="2"/>
            </p:cNvCxnSpPr>
            <p:nvPr/>
          </p:nvCxnSpPr>
          <p:spPr>
            <a:xfrm flipH="1" flipV="1">
              <a:off x="3826605" y="3005220"/>
              <a:ext cx="2204" cy="424446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115" name="组合 114">
              <a:extLst>
                <a:ext uri="{FF2B5EF4-FFF2-40B4-BE49-F238E27FC236}">
                  <a16:creationId xmlns:a16="http://schemas.microsoft.com/office/drawing/2014/main" id="{D6859071-2C1D-212F-6C93-EB72D61F1CD6}"/>
                </a:ext>
              </a:extLst>
            </p:cNvPr>
            <p:cNvGrpSpPr/>
            <p:nvPr/>
          </p:nvGrpSpPr>
          <p:grpSpPr>
            <a:xfrm>
              <a:off x="2817706" y="2203084"/>
              <a:ext cx="3354494" cy="1789796"/>
              <a:chOff x="973171" y="2080173"/>
              <a:chExt cx="974429" cy="658766"/>
            </a:xfrm>
          </p:grpSpPr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B39C116E-A8B7-F42B-EC88-56DAF61F3BA8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7A259887-0237-E70E-FBE2-D025DD2356E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649E001-1C68-0AE6-2AFE-C5C2E2E7E42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E10B2389-675A-FF4A-EDA7-84073ED8CB6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87E93083-08DC-486C-9796-E9230266DE9D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1ACF9034-87A6-356D-635F-51AFD7E06DAC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8D102B04-7352-AF29-1DCF-44AAED3369BF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E9BA25B4-494B-F804-10EF-05621C7D37CF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F29AD66C-3447-D300-62DD-57B3046667E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80E9FFA0-1AF3-BFA6-6B95-3C7883D9B6CB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6" name="直接箭头连接符 125">
                <a:extLst>
                  <a:ext uri="{FF2B5EF4-FFF2-40B4-BE49-F238E27FC236}">
                    <a16:creationId xmlns:a16="http://schemas.microsoft.com/office/drawing/2014/main" id="{D5C26A3D-D430-2313-D66D-9C13AC3FA22B}"/>
                  </a:ext>
                </a:extLst>
              </p:cNvPr>
              <p:cNvCxnSpPr>
                <a:cxnSpLocks/>
                <a:endCxn id="123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9" name="组合 188">
              <a:extLst>
                <a:ext uri="{FF2B5EF4-FFF2-40B4-BE49-F238E27FC236}">
                  <a16:creationId xmlns:a16="http://schemas.microsoft.com/office/drawing/2014/main" id="{CD26679E-6CAA-707B-2B75-ADE0AE2C7392}"/>
                </a:ext>
              </a:extLst>
            </p:cNvPr>
            <p:cNvGrpSpPr/>
            <p:nvPr/>
          </p:nvGrpSpPr>
          <p:grpSpPr>
            <a:xfrm>
              <a:off x="2830241" y="2096057"/>
              <a:ext cx="1515516" cy="522325"/>
              <a:chOff x="970437" y="2080173"/>
              <a:chExt cx="977163" cy="896491"/>
            </a:xfrm>
          </p:grpSpPr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C16B73AC-41C5-770E-4E0F-63B7B32659EE}"/>
                  </a:ext>
                </a:extLst>
              </p:cNvPr>
              <p:cNvSpPr/>
              <p:nvPr/>
            </p:nvSpPr>
            <p:spPr>
              <a:xfrm>
                <a:off x="970437" y="2328665"/>
                <a:ext cx="972000" cy="64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姿态控制分系统</a:t>
                </a:r>
              </a:p>
            </p:txBody>
          </p:sp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0CD35D0F-F4A7-F0B6-3C6C-A056A9CC4F4C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" name="矩形 191">
                <a:extLst>
                  <a:ext uri="{FF2B5EF4-FFF2-40B4-BE49-F238E27FC236}">
                    <a16:creationId xmlns:a16="http://schemas.microsoft.com/office/drawing/2014/main" id="{2AA88503-91A8-2D2B-77E7-21E3C4307F6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" name="矩形 192">
                <a:extLst>
                  <a:ext uri="{FF2B5EF4-FFF2-40B4-BE49-F238E27FC236}">
                    <a16:creationId xmlns:a16="http://schemas.microsoft.com/office/drawing/2014/main" id="{7B40D28A-F2B7-B3D8-7AE7-BA2B40801D1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" name="矩形 193">
                <a:extLst>
                  <a:ext uri="{FF2B5EF4-FFF2-40B4-BE49-F238E27FC236}">
                    <a16:creationId xmlns:a16="http://schemas.microsoft.com/office/drawing/2014/main" id="{FA29A2E7-A514-4224-AD84-E2A6DC50BE7D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686D9CF0-08E0-1C83-FDAE-7DECFBBABA0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矩形 195">
                <a:extLst>
                  <a:ext uri="{FF2B5EF4-FFF2-40B4-BE49-F238E27FC236}">
                    <a16:creationId xmlns:a16="http://schemas.microsoft.com/office/drawing/2014/main" id="{FA0A0C0F-BC85-2051-F574-AB19D8F035E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" name="矩形 196">
                <a:extLst>
                  <a:ext uri="{FF2B5EF4-FFF2-40B4-BE49-F238E27FC236}">
                    <a16:creationId xmlns:a16="http://schemas.microsoft.com/office/drawing/2014/main" id="{1C09D86F-C991-2BBE-CACA-DFCCF3D6B513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" name="矩形 197">
                <a:extLst>
                  <a:ext uri="{FF2B5EF4-FFF2-40B4-BE49-F238E27FC236}">
                    <a16:creationId xmlns:a16="http://schemas.microsoft.com/office/drawing/2014/main" id="{7F6DE92D-7434-6B64-2F44-C2B2EF02525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" name="矩形 198">
                <a:extLst>
                  <a:ext uri="{FF2B5EF4-FFF2-40B4-BE49-F238E27FC236}">
                    <a16:creationId xmlns:a16="http://schemas.microsoft.com/office/drawing/2014/main" id="{2CEA5C88-B8F5-8DB4-19E1-98B02FC772D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0" name="直接箭头连接符 199">
                <a:extLst>
                  <a:ext uri="{FF2B5EF4-FFF2-40B4-BE49-F238E27FC236}">
                    <a16:creationId xmlns:a16="http://schemas.microsoft.com/office/drawing/2014/main" id="{9C478F34-3C93-66CD-9E43-92C8407B6C6C}"/>
                  </a:ext>
                </a:extLst>
              </p:cNvPr>
              <p:cNvCxnSpPr>
                <a:cxnSpLocks/>
                <a:endCxn id="19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96" name="组合 295">
            <a:extLst>
              <a:ext uri="{FF2B5EF4-FFF2-40B4-BE49-F238E27FC236}">
                <a16:creationId xmlns:a16="http://schemas.microsoft.com/office/drawing/2014/main" id="{2A77D164-31CB-F1B2-5609-1A74DCBAFFE0}"/>
              </a:ext>
            </a:extLst>
          </p:cNvPr>
          <p:cNvGrpSpPr/>
          <p:nvPr/>
        </p:nvGrpSpPr>
        <p:grpSpPr>
          <a:xfrm>
            <a:off x="6797665" y="2070374"/>
            <a:ext cx="3435995" cy="1907930"/>
            <a:chOff x="6424285" y="2107810"/>
            <a:chExt cx="3435995" cy="19079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AA048E0B-EA3E-0F41-E6A8-8AAE036DBEE8}"/>
                </a:ext>
              </a:extLst>
            </p:cNvPr>
            <p:cNvGrpSpPr/>
            <p:nvPr/>
          </p:nvGrpSpPr>
          <p:grpSpPr>
            <a:xfrm>
              <a:off x="6424285" y="2107810"/>
              <a:ext cx="1515516" cy="522325"/>
              <a:chOff x="970437" y="2080173"/>
              <a:chExt cx="977163" cy="896491"/>
            </a:xfrm>
          </p:grpSpPr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02D82B9-89F0-50F9-1D7F-42AB9B42BA7E}"/>
                  </a:ext>
                </a:extLst>
              </p:cNvPr>
              <p:cNvSpPr/>
              <p:nvPr/>
            </p:nvSpPr>
            <p:spPr>
              <a:xfrm>
                <a:off x="970437" y="2328665"/>
                <a:ext cx="972000" cy="64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供配电分系统</a:t>
                </a:r>
              </a:p>
            </p:txBody>
          </p:sp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8EB133D5-72FA-4865-486E-5E51FDCB28A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8664BFDE-351B-1893-BE81-FDFD2EAFF09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5BEB9C7A-9E5A-BC5D-6A9C-F35DB6F9B191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592E11E6-742A-1265-B3E6-B047A76B1E72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EDB85C8A-FA9C-EBBE-837E-A7E5DA19D3D2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9687FC2A-0618-E725-1DB9-966D9C50BCB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D08D09DC-9CD5-24F7-6C9D-CE1BD49DF28F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6AC3A852-E2E1-449B-4783-40515014DC88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EA331783-2A72-086C-EAF2-7FA672F075D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4" name="直接箭头连接符 113">
                <a:extLst>
                  <a:ext uri="{FF2B5EF4-FFF2-40B4-BE49-F238E27FC236}">
                    <a16:creationId xmlns:a16="http://schemas.microsoft.com/office/drawing/2014/main" id="{E90E7194-E5DD-810C-FA14-7508D793D449}"/>
                  </a:ext>
                </a:extLst>
              </p:cNvPr>
              <p:cNvCxnSpPr>
                <a:cxnSpLocks/>
                <a:endCxn id="11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7" name="组合 126">
              <a:extLst>
                <a:ext uri="{FF2B5EF4-FFF2-40B4-BE49-F238E27FC236}">
                  <a16:creationId xmlns:a16="http://schemas.microsoft.com/office/drawing/2014/main" id="{DCF97437-CD2D-1C60-1625-108F25401658}"/>
                </a:ext>
              </a:extLst>
            </p:cNvPr>
            <p:cNvGrpSpPr/>
            <p:nvPr/>
          </p:nvGrpSpPr>
          <p:grpSpPr>
            <a:xfrm>
              <a:off x="6665210" y="2653007"/>
              <a:ext cx="1206250" cy="365125"/>
              <a:chOff x="973171" y="2080173"/>
              <a:chExt cx="974429" cy="658766"/>
            </a:xfrm>
          </p:grpSpPr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CB48A6A5-3EC3-4467-07DB-0D77F75B0E03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太阳电池阵</a:t>
                </a:r>
              </a:p>
            </p:txBody>
          </p:sp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780B2F4D-9ADA-A787-7018-43CA899FEAA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6073C6F0-C030-24E6-9848-A57A9A699681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CDC4549A-EC58-DBA2-CFC0-2D68CF4411FE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EB5E7B6C-19E6-1268-40BA-58042CF53FA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C3D207DB-F9C5-F3A9-2BEF-BBDA0A5DEAC9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CDC85BC6-A5DC-CD20-85BB-EFCF55A8137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0CFD3A2E-9481-C925-D3B1-B2DA4363525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23733C79-4B7E-7E22-1E90-1C69B14C6B07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754C0FDB-3B3D-0A77-A180-B9C64CD9B57E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8" name="直接箭头连接符 137">
                <a:extLst>
                  <a:ext uri="{FF2B5EF4-FFF2-40B4-BE49-F238E27FC236}">
                    <a16:creationId xmlns:a16="http://schemas.microsoft.com/office/drawing/2014/main" id="{EBA8A194-BAC4-1BBB-FBE5-9442BACEB1EC}"/>
                  </a:ext>
                </a:extLst>
              </p:cNvPr>
              <p:cNvCxnSpPr>
                <a:cxnSpLocks/>
                <a:endCxn id="13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9" name="组合 138">
              <a:extLst>
                <a:ext uri="{FF2B5EF4-FFF2-40B4-BE49-F238E27FC236}">
                  <a16:creationId xmlns:a16="http://schemas.microsoft.com/office/drawing/2014/main" id="{C66688E3-6B47-A948-2158-8ABDB93A1A4D}"/>
                </a:ext>
              </a:extLst>
            </p:cNvPr>
            <p:cNvGrpSpPr/>
            <p:nvPr/>
          </p:nvGrpSpPr>
          <p:grpSpPr>
            <a:xfrm>
              <a:off x="8251377" y="2653007"/>
              <a:ext cx="1320550" cy="365125"/>
              <a:chOff x="973171" y="2080173"/>
              <a:chExt cx="974429" cy="658766"/>
            </a:xfrm>
          </p:grpSpPr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08560494-D198-2696-F7F0-AAE33177667D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母线电压管理</a:t>
                </a:r>
              </a:p>
            </p:txBody>
          </p:sp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CE2DB441-A937-A9C4-A025-A08255E9C62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8FEBD34B-F90C-9F9B-A261-0A0F74142B4A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5458C416-E087-79FB-AC64-AFF243F2774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0BE4846B-1CE7-1818-861B-0CD01514833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5E123814-713A-E950-DC66-2E622D37861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15AAA9C1-D1F3-986C-37AD-D4EFE443039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1A9B0901-EF32-5BB3-5B49-057FFD6D5598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A8A6FDB5-20BD-C988-2CC8-99E17F969BCB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1FBBA2CF-7D0E-B889-860B-55AE0765632B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0" name="直接箭头连接符 149">
                <a:extLst>
                  <a:ext uri="{FF2B5EF4-FFF2-40B4-BE49-F238E27FC236}">
                    <a16:creationId xmlns:a16="http://schemas.microsoft.com/office/drawing/2014/main" id="{AC3FA149-A962-7C89-BD2E-EA0BA589576B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1" name="组合 150">
              <a:extLst>
                <a:ext uri="{FF2B5EF4-FFF2-40B4-BE49-F238E27FC236}">
                  <a16:creationId xmlns:a16="http://schemas.microsoft.com/office/drawing/2014/main" id="{286BC05D-8DFE-C82F-79A6-61E357C82866}"/>
                </a:ext>
              </a:extLst>
            </p:cNvPr>
            <p:cNvGrpSpPr/>
            <p:nvPr/>
          </p:nvGrpSpPr>
          <p:grpSpPr>
            <a:xfrm>
              <a:off x="6665210" y="3429000"/>
              <a:ext cx="1206250" cy="365125"/>
              <a:chOff x="973171" y="2080173"/>
              <a:chExt cx="974429" cy="658766"/>
            </a:xfrm>
          </p:grpSpPr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879D759C-6838-8720-F1B9-2EE8DF0E61BE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蓄电池组</a:t>
                </a:r>
              </a:p>
            </p:txBody>
          </p:sp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F85ECD56-EB34-3A84-37FF-55F7B4306C4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3480ABF6-8235-767F-A61E-F0E5A6FCCB3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812676D3-EAD1-6DE0-5C37-6EAEC3445B2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7401A2BC-A2E8-C068-B011-AB5D85661475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EC026002-24C8-A752-5472-2A92B6C83C81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347AEDAB-404C-3D11-4154-F4B26CAAA157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211C740A-5FBF-EBE0-99DA-76CBD9409D65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DBE940F9-F6E4-1224-20CB-8263536E71E9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EB8CC857-3863-BB78-ADEC-E42AC5FD1768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2" name="直接箭头连接符 161">
                <a:extLst>
                  <a:ext uri="{FF2B5EF4-FFF2-40B4-BE49-F238E27FC236}">
                    <a16:creationId xmlns:a16="http://schemas.microsoft.com/office/drawing/2014/main" id="{5D820D80-51E8-AEE4-90BF-179DFAC59EFC}"/>
                  </a:ext>
                </a:extLst>
              </p:cNvPr>
              <p:cNvCxnSpPr>
                <a:cxnSpLocks/>
                <a:endCxn id="15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33A1A12E-8095-3274-80E5-0481E104E46D}"/>
                </a:ext>
              </a:extLst>
            </p:cNvPr>
            <p:cNvGrpSpPr/>
            <p:nvPr/>
          </p:nvGrpSpPr>
          <p:grpSpPr>
            <a:xfrm>
              <a:off x="8309154" y="3429000"/>
              <a:ext cx="1276806" cy="365125"/>
              <a:chOff x="973171" y="2080173"/>
              <a:chExt cx="974429" cy="658766"/>
            </a:xfrm>
          </p:grpSpPr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126494BE-395B-8FE2-0C84-2A1C7A17A7C6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充放电调节器</a:t>
                </a:r>
              </a:p>
            </p:txBody>
          </p:sp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7263DDC5-495D-E9EE-CC7F-A55A69BAD62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0569EE8C-369D-1823-9AEB-16D81A3C2A4B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B07B76FB-D863-BC23-216F-FE245A9B8EDF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AEF50EF-C57B-5FD9-5424-06D06AD425AA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FDD035C1-C1DD-FA15-0A67-B7628B8A22A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3013D736-D1E7-C719-07FE-3644D043DEBF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4C5F1505-236A-7917-BBB5-B4004900D591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00F3B1B1-3878-27A0-A1A7-C9E8F839B1F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94CC1ACD-50BD-33A1-FF0E-ABC9CF28114E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4" name="直接箭头连接符 173">
                <a:extLst>
                  <a:ext uri="{FF2B5EF4-FFF2-40B4-BE49-F238E27FC236}">
                    <a16:creationId xmlns:a16="http://schemas.microsoft.com/office/drawing/2014/main" id="{9ED560DD-ECFC-530C-3171-2124C83A57BE}"/>
                  </a:ext>
                </a:extLst>
              </p:cNvPr>
              <p:cNvCxnSpPr>
                <a:cxnSpLocks/>
                <a:endCxn id="17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直接箭头连接符 174">
              <a:extLst>
                <a:ext uri="{FF2B5EF4-FFF2-40B4-BE49-F238E27FC236}">
                  <a16:creationId xmlns:a16="http://schemas.microsoft.com/office/drawing/2014/main" id="{78711072-4806-0DE5-2EAD-3425018F58C6}"/>
                </a:ext>
              </a:extLst>
            </p:cNvPr>
            <p:cNvCxnSpPr>
              <a:cxnSpLocks/>
              <a:stCxn id="134" idx="3"/>
              <a:endCxn id="140" idx="1"/>
            </p:cNvCxnSpPr>
            <p:nvPr/>
          </p:nvCxnSpPr>
          <p:spPr>
            <a:xfrm flipV="1">
              <a:off x="7871460" y="2832586"/>
              <a:ext cx="379917" cy="4965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8" name="直接箭头连接符 177">
              <a:extLst>
                <a:ext uri="{FF2B5EF4-FFF2-40B4-BE49-F238E27FC236}">
                  <a16:creationId xmlns:a16="http://schemas.microsoft.com/office/drawing/2014/main" id="{9D95B8A0-B3ED-7720-0ED0-F2E3C20EC907}"/>
                </a:ext>
              </a:extLst>
            </p:cNvPr>
            <p:cNvCxnSpPr>
              <a:cxnSpLocks/>
              <a:stCxn id="148" idx="2"/>
              <a:endCxn id="166" idx="0"/>
            </p:cNvCxnSpPr>
            <p:nvPr/>
          </p:nvCxnSpPr>
          <p:spPr>
            <a:xfrm>
              <a:off x="8913298" y="3018132"/>
              <a:ext cx="35851" cy="410868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7F219-ACCE-FE68-FE29-C55848BDA66C}"/>
                </a:ext>
              </a:extLst>
            </p:cNvPr>
            <p:cNvCxnSpPr>
              <a:cxnSpLocks/>
              <a:stCxn id="168" idx="1"/>
              <a:endCxn id="158" idx="3"/>
            </p:cNvCxnSpPr>
            <p:nvPr/>
          </p:nvCxnSpPr>
          <p:spPr>
            <a:xfrm flipH="1">
              <a:off x="7871460" y="3613544"/>
              <a:ext cx="440877" cy="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直接箭头连接符 185">
              <a:extLst>
                <a:ext uri="{FF2B5EF4-FFF2-40B4-BE49-F238E27FC236}">
                  <a16:creationId xmlns:a16="http://schemas.microsoft.com/office/drawing/2014/main" id="{AC0ECC84-3B87-D0E7-BF09-4FBB753DBC90}"/>
                </a:ext>
              </a:extLst>
            </p:cNvPr>
            <p:cNvCxnSpPr>
              <a:cxnSpLocks/>
              <a:stCxn id="154" idx="0"/>
              <a:endCxn id="136" idx="2"/>
            </p:cNvCxnSpPr>
            <p:nvPr/>
          </p:nvCxnSpPr>
          <p:spPr>
            <a:xfrm flipV="1">
              <a:off x="7269839" y="3018132"/>
              <a:ext cx="0" cy="410868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201" name="组合 200">
              <a:extLst>
                <a:ext uri="{FF2B5EF4-FFF2-40B4-BE49-F238E27FC236}">
                  <a16:creationId xmlns:a16="http://schemas.microsoft.com/office/drawing/2014/main" id="{BB58E271-3A12-DC7B-66B3-B1E867ABC20B}"/>
                </a:ext>
              </a:extLst>
            </p:cNvPr>
            <p:cNvGrpSpPr/>
            <p:nvPr/>
          </p:nvGrpSpPr>
          <p:grpSpPr>
            <a:xfrm>
              <a:off x="6505786" y="2225944"/>
              <a:ext cx="3354494" cy="1789796"/>
              <a:chOff x="973171" y="2080173"/>
              <a:chExt cx="974429" cy="658766"/>
            </a:xfrm>
          </p:grpSpPr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BDFA3D4B-0C92-C607-99A4-2876137AAF85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03" name="矩形 202">
                <a:extLst>
                  <a:ext uri="{FF2B5EF4-FFF2-40B4-BE49-F238E27FC236}">
                    <a16:creationId xmlns:a16="http://schemas.microsoft.com/office/drawing/2014/main" id="{E068D7AD-820B-CA9A-5543-1726E21C4E5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" name="矩形 203">
                <a:extLst>
                  <a:ext uri="{FF2B5EF4-FFF2-40B4-BE49-F238E27FC236}">
                    <a16:creationId xmlns:a16="http://schemas.microsoft.com/office/drawing/2014/main" id="{E2C28B31-DA4A-FDC7-4216-CD5F38CB3863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" name="矩形 204">
                <a:extLst>
                  <a:ext uri="{FF2B5EF4-FFF2-40B4-BE49-F238E27FC236}">
                    <a16:creationId xmlns:a16="http://schemas.microsoft.com/office/drawing/2014/main" id="{575A3436-4C80-7C79-8D67-02FFA0ECED1D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" name="矩形 205">
                <a:extLst>
                  <a:ext uri="{FF2B5EF4-FFF2-40B4-BE49-F238E27FC236}">
                    <a16:creationId xmlns:a16="http://schemas.microsoft.com/office/drawing/2014/main" id="{88A0D4D5-2701-8B91-A20B-E5BF848CD4C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" name="矩形 206">
                <a:extLst>
                  <a:ext uri="{FF2B5EF4-FFF2-40B4-BE49-F238E27FC236}">
                    <a16:creationId xmlns:a16="http://schemas.microsoft.com/office/drawing/2014/main" id="{94E84DD0-94EF-6078-3102-CA109538C52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" name="矩形 207">
                <a:extLst>
                  <a:ext uri="{FF2B5EF4-FFF2-40B4-BE49-F238E27FC236}">
                    <a16:creationId xmlns:a16="http://schemas.microsoft.com/office/drawing/2014/main" id="{40F20727-BA1D-DA47-A83C-237DF11A9B3E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" name="矩形 208">
                <a:extLst>
                  <a:ext uri="{FF2B5EF4-FFF2-40B4-BE49-F238E27FC236}">
                    <a16:creationId xmlns:a16="http://schemas.microsoft.com/office/drawing/2014/main" id="{916C3138-8244-5C68-324D-6DD57406E42D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B1E56F5B-D0D9-BC85-59EB-1F8C45DE6889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4B186041-6357-158C-FB04-2B5AC365764F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12" name="直接箭头连接符 211">
                <a:extLst>
                  <a:ext uri="{FF2B5EF4-FFF2-40B4-BE49-F238E27FC236}">
                    <a16:creationId xmlns:a16="http://schemas.microsoft.com/office/drawing/2014/main" id="{4CFE767C-D7CF-CF23-827B-09786A1CA791}"/>
                  </a:ext>
                </a:extLst>
              </p:cNvPr>
              <p:cNvCxnSpPr>
                <a:cxnSpLocks/>
                <a:endCxn id="20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97" name="组合 296">
            <a:extLst>
              <a:ext uri="{FF2B5EF4-FFF2-40B4-BE49-F238E27FC236}">
                <a16:creationId xmlns:a16="http://schemas.microsoft.com/office/drawing/2014/main" id="{7487C322-9C1A-7D18-876F-AD033557E4F8}"/>
              </a:ext>
            </a:extLst>
          </p:cNvPr>
          <p:cNvGrpSpPr/>
          <p:nvPr/>
        </p:nvGrpSpPr>
        <p:grpSpPr>
          <a:xfrm>
            <a:off x="4572083" y="4212613"/>
            <a:ext cx="3435995" cy="1907930"/>
            <a:chOff x="4788207" y="4202675"/>
            <a:chExt cx="3435995" cy="1907930"/>
          </a:xfrm>
        </p:grpSpPr>
        <p:grpSp>
          <p:nvGrpSpPr>
            <p:cNvPr id="213" name="组合 212">
              <a:extLst>
                <a:ext uri="{FF2B5EF4-FFF2-40B4-BE49-F238E27FC236}">
                  <a16:creationId xmlns:a16="http://schemas.microsoft.com/office/drawing/2014/main" id="{676F511D-2D48-B06C-EFE3-B765A2537A60}"/>
                </a:ext>
              </a:extLst>
            </p:cNvPr>
            <p:cNvGrpSpPr/>
            <p:nvPr/>
          </p:nvGrpSpPr>
          <p:grpSpPr>
            <a:xfrm>
              <a:off x="4788207" y="4202675"/>
              <a:ext cx="1515516" cy="522325"/>
              <a:chOff x="970437" y="2080173"/>
              <a:chExt cx="977163" cy="896491"/>
            </a:xfrm>
          </p:grpSpPr>
          <p:sp>
            <p:nvSpPr>
              <p:cNvPr id="214" name="矩形 213">
                <a:extLst>
                  <a:ext uri="{FF2B5EF4-FFF2-40B4-BE49-F238E27FC236}">
                    <a16:creationId xmlns:a16="http://schemas.microsoft.com/office/drawing/2014/main" id="{7F1F1140-984C-724D-4A63-B1457619546B}"/>
                  </a:ext>
                </a:extLst>
              </p:cNvPr>
              <p:cNvSpPr/>
              <p:nvPr/>
            </p:nvSpPr>
            <p:spPr>
              <a:xfrm>
                <a:off x="970437" y="2328665"/>
                <a:ext cx="972000" cy="647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遥测分系统</a:t>
                </a:r>
              </a:p>
            </p:txBody>
          </p:sp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71CC3141-F8BA-BEED-8BD6-6BC62EB600DB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" name="矩形 215">
                <a:extLst>
                  <a:ext uri="{FF2B5EF4-FFF2-40B4-BE49-F238E27FC236}">
                    <a16:creationId xmlns:a16="http://schemas.microsoft.com/office/drawing/2014/main" id="{D378FDE8-087C-7FF1-8810-132B678A39CD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" name="矩形 216">
                <a:extLst>
                  <a:ext uri="{FF2B5EF4-FFF2-40B4-BE49-F238E27FC236}">
                    <a16:creationId xmlns:a16="http://schemas.microsoft.com/office/drawing/2014/main" id="{E71842D8-9856-6F8B-DAA2-54F5A41EC70F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80596DFF-A961-3886-A058-2C2C9B3253B2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1D7B14AD-E771-2C86-8292-185CCEBCD23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" name="矩形 219">
                <a:extLst>
                  <a:ext uri="{FF2B5EF4-FFF2-40B4-BE49-F238E27FC236}">
                    <a16:creationId xmlns:a16="http://schemas.microsoft.com/office/drawing/2014/main" id="{C8D71D66-C232-837E-DD3C-60D1973D0EC8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" name="矩形 220">
                <a:extLst>
                  <a:ext uri="{FF2B5EF4-FFF2-40B4-BE49-F238E27FC236}">
                    <a16:creationId xmlns:a16="http://schemas.microsoft.com/office/drawing/2014/main" id="{2DC4A7CC-C923-7943-4C68-3FCEB27134CD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" name="矩形 221">
                <a:extLst>
                  <a:ext uri="{FF2B5EF4-FFF2-40B4-BE49-F238E27FC236}">
                    <a16:creationId xmlns:a16="http://schemas.microsoft.com/office/drawing/2014/main" id="{DFC3FB1C-FE89-09F2-7757-8F82C30A73F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" name="矩形 222">
                <a:extLst>
                  <a:ext uri="{FF2B5EF4-FFF2-40B4-BE49-F238E27FC236}">
                    <a16:creationId xmlns:a16="http://schemas.microsoft.com/office/drawing/2014/main" id="{EA6B512C-1325-3694-4E52-CABCC9DB0554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24" name="直接箭头连接符 223">
                <a:extLst>
                  <a:ext uri="{FF2B5EF4-FFF2-40B4-BE49-F238E27FC236}">
                    <a16:creationId xmlns:a16="http://schemas.microsoft.com/office/drawing/2014/main" id="{7F8EECE0-8361-DED9-8B97-1CC4C89C0EFE}"/>
                  </a:ext>
                </a:extLst>
              </p:cNvPr>
              <p:cNvCxnSpPr>
                <a:cxnSpLocks/>
                <a:endCxn id="22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5" name="组合 224">
              <a:extLst>
                <a:ext uri="{FF2B5EF4-FFF2-40B4-BE49-F238E27FC236}">
                  <a16:creationId xmlns:a16="http://schemas.microsoft.com/office/drawing/2014/main" id="{10CA9A7B-A48D-6A55-BA81-EDCA4877ECCD}"/>
                </a:ext>
              </a:extLst>
            </p:cNvPr>
            <p:cNvGrpSpPr/>
            <p:nvPr/>
          </p:nvGrpSpPr>
          <p:grpSpPr>
            <a:xfrm>
              <a:off x="5029132" y="4747872"/>
              <a:ext cx="1206250" cy="365125"/>
              <a:chOff x="973171" y="2080173"/>
              <a:chExt cx="974429" cy="658766"/>
            </a:xfrm>
          </p:grpSpPr>
          <p:sp>
            <p:nvSpPr>
              <p:cNvPr id="226" name="矩形 225">
                <a:extLst>
                  <a:ext uri="{FF2B5EF4-FFF2-40B4-BE49-F238E27FC236}">
                    <a16:creationId xmlns:a16="http://schemas.microsoft.com/office/drawing/2014/main" id="{665B02B0-741A-0AD8-26D1-300DBECBB292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传感器数据</a:t>
                </a:r>
              </a:p>
            </p:txBody>
          </p:sp>
          <p:sp>
            <p:nvSpPr>
              <p:cNvPr id="227" name="矩形 226">
                <a:extLst>
                  <a:ext uri="{FF2B5EF4-FFF2-40B4-BE49-F238E27FC236}">
                    <a16:creationId xmlns:a16="http://schemas.microsoft.com/office/drawing/2014/main" id="{88CDAC0E-C89E-BE67-BB7D-0702E461731E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" name="矩形 227">
                <a:extLst>
                  <a:ext uri="{FF2B5EF4-FFF2-40B4-BE49-F238E27FC236}">
                    <a16:creationId xmlns:a16="http://schemas.microsoft.com/office/drawing/2014/main" id="{D95BEBA8-2590-3C55-EAE5-0F70B308B201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" name="矩形 228">
                <a:extLst>
                  <a:ext uri="{FF2B5EF4-FFF2-40B4-BE49-F238E27FC236}">
                    <a16:creationId xmlns:a16="http://schemas.microsoft.com/office/drawing/2014/main" id="{CACB0E60-A1B6-8C78-0CD0-DAD137634972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" name="矩形 229">
                <a:extLst>
                  <a:ext uri="{FF2B5EF4-FFF2-40B4-BE49-F238E27FC236}">
                    <a16:creationId xmlns:a16="http://schemas.microsoft.com/office/drawing/2014/main" id="{043EAB1F-985E-15DE-D133-E4431EE60359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矩形 230">
                <a:extLst>
                  <a:ext uri="{FF2B5EF4-FFF2-40B4-BE49-F238E27FC236}">
                    <a16:creationId xmlns:a16="http://schemas.microsoft.com/office/drawing/2014/main" id="{0A04B770-6FBE-9150-2F14-4170B903CB69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矩形 231">
                <a:extLst>
                  <a:ext uri="{FF2B5EF4-FFF2-40B4-BE49-F238E27FC236}">
                    <a16:creationId xmlns:a16="http://schemas.microsoft.com/office/drawing/2014/main" id="{1AACC8AE-3D02-9C39-2FB9-F7CD54675882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矩形 232">
                <a:extLst>
                  <a:ext uri="{FF2B5EF4-FFF2-40B4-BE49-F238E27FC236}">
                    <a16:creationId xmlns:a16="http://schemas.microsoft.com/office/drawing/2014/main" id="{32A44D75-A7E7-0F19-0510-94003C4CA7A9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" name="矩形 233">
                <a:extLst>
                  <a:ext uri="{FF2B5EF4-FFF2-40B4-BE49-F238E27FC236}">
                    <a16:creationId xmlns:a16="http://schemas.microsoft.com/office/drawing/2014/main" id="{DE9C2885-9302-B6F4-2578-8F0CA088FB0A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" name="矩形 234">
                <a:extLst>
                  <a:ext uri="{FF2B5EF4-FFF2-40B4-BE49-F238E27FC236}">
                    <a16:creationId xmlns:a16="http://schemas.microsoft.com/office/drawing/2014/main" id="{488585C5-0D90-9A71-3D30-2DF10E588111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36" name="直接箭头连接符 235">
                <a:extLst>
                  <a:ext uri="{FF2B5EF4-FFF2-40B4-BE49-F238E27FC236}">
                    <a16:creationId xmlns:a16="http://schemas.microsoft.com/office/drawing/2014/main" id="{E8571F7A-E682-F8C6-173F-753C8D99EF7A}"/>
                  </a:ext>
                </a:extLst>
              </p:cNvPr>
              <p:cNvCxnSpPr>
                <a:cxnSpLocks/>
                <a:endCxn id="233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7" name="组合 236">
              <a:extLst>
                <a:ext uri="{FF2B5EF4-FFF2-40B4-BE49-F238E27FC236}">
                  <a16:creationId xmlns:a16="http://schemas.microsoft.com/office/drawing/2014/main" id="{B0570CA1-4D54-3F7B-3B19-2A84424DAC0D}"/>
                </a:ext>
              </a:extLst>
            </p:cNvPr>
            <p:cNvGrpSpPr/>
            <p:nvPr/>
          </p:nvGrpSpPr>
          <p:grpSpPr>
            <a:xfrm>
              <a:off x="6558240" y="4747872"/>
              <a:ext cx="1496095" cy="365125"/>
              <a:chOff x="973171" y="2080173"/>
              <a:chExt cx="974429" cy="658766"/>
            </a:xfrm>
          </p:grpSpPr>
          <p:sp>
            <p:nvSpPr>
              <p:cNvPr id="238" name="矩形 237">
                <a:extLst>
                  <a:ext uri="{FF2B5EF4-FFF2-40B4-BE49-F238E27FC236}">
                    <a16:creationId xmlns:a16="http://schemas.microsoft.com/office/drawing/2014/main" id="{1D38AC2B-6905-7A74-A748-45AE0A4953EF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编码</a:t>
                </a:r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调制</a:t>
                </a:r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发射</a:t>
                </a:r>
              </a:p>
            </p:txBody>
          </p:sp>
          <p:sp>
            <p:nvSpPr>
              <p:cNvPr id="239" name="矩形 238">
                <a:extLst>
                  <a:ext uri="{FF2B5EF4-FFF2-40B4-BE49-F238E27FC236}">
                    <a16:creationId xmlns:a16="http://schemas.microsoft.com/office/drawing/2014/main" id="{F17997CD-D16C-B71D-789F-47639CD2EB2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" name="矩形 239">
                <a:extLst>
                  <a:ext uri="{FF2B5EF4-FFF2-40B4-BE49-F238E27FC236}">
                    <a16:creationId xmlns:a16="http://schemas.microsoft.com/office/drawing/2014/main" id="{B1EA9EA3-27C8-2183-D4F0-3D7F199242B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" name="矩形 240">
                <a:extLst>
                  <a:ext uri="{FF2B5EF4-FFF2-40B4-BE49-F238E27FC236}">
                    <a16:creationId xmlns:a16="http://schemas.microsoft.com/office/drawing/2014/main" id="{A6B884D4-EEC2-F2CF-BD32-386BC1918D39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64045333-97B4-717C-7832-DEB9969BEDB5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0D33E3D2-9D8A-B196-0997-6B48E5D90E2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" name="矩形 243">
                <a:extLst>
                  <a:ext uri="{FF2B5EF4-FFF2-40B4-BE49-F238E27FC236}">
                    <a16:creationId xmlns:a16="http://schemas.microsoft.com/office/drawing/2014/main" id="{55CE2A34-1CA4-83E6-A79F-CF9074D633A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" name="矩形 244">
                <a:extLst>
                  <a:ext uri="{FF2B5EF4-FFF2-40B4-BE49-F238E27FC236}">
                    <a16:creationId xmlns:a16="http://schemas.microsoft.com/office/drawing/2014/main" id="{49DE714E-A930-CC3A-5732-8C3F31789372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" name="矩形 245">
                <a:extLst>
                  <a:ext uri="{FF2B5EF4-FFF2-40B4-BE49-F238E27FC236}">
                    <a16:creationId xmlns:a16="http://schemas.microsoft.com/office/drawing/2014/main" id="{38291DFB-486C-A97F-85B0-2DD5A6B8CE0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" name="矩形 246">
                <a:extLst>
                  <a:ext uri="{FF2B5EF4-FFF2-40B4-BE49-F238E27FC236}">
                    <a16:creationId xmlns:a16="http://schemas.microsoft.com/office/drawing/2014/main" id="{6EF1E5BA-0B71-479A-03FF-1E40F39B708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48" name="直接箭头连接符 247">
                <a:extLst>
                  <a:ext uri="{FF2B5EF4-FFF2-40B4-BE49-F238E27FC236}">
                    <a16:creationId xmlns:a16="http://schemas.microsoft.com/office/drawing/2014/main" id="{88828220-CD77-0C75-B8B5-A630DDE20322}"/>
                  </a:ext>
                </a:extLst>
              </p:cNvPr>
              <p:cNvCxnSpPr>
                <a:cxnSpLocks/>
                <a:endCxn id="24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9" name="组合 248">
              <a:extLst>
                <a:ext uri="{FF2B5EF4-FFF2-40B4-BE49-F238E27FC236}">
                  <a16:creationId xmlns:a16="http://schemas.microsoft.com/office/drawing/2014/main" id="{297135B7-1481-A2C0-A344-7B8ABDF6E3D6}"/>
                </a:ext>
              </a:extLst>
            </p:cNvPr>
            <p:cNvGrpSpPr/>
            <p:nvPr/>
          </p:nvGrpSpPr>
          <p:grpSpPr>
            <a:xfrm>
              <a:off x="5029132" y="5523865"/>
              <a:ext cx="1206250" cy="365125"/>
              <a:chOff x="973171" y="2080173"/>
              <a:chExt cx="974429" cy="658766"/>
            </a:xfrm>
          </p:grpSpPr>
          <p:sp>
            <p:nvSpPr>
              <p:cNvPr id="250" name="矩形 249">
                <a:extLst>
                  <a:ext uri="{FF2B5EF4-FFF2-40B4-BE49-F238E27FC236}">
                    <a16:creationId xmlns:a16="http://schemas.microsoft.com/office/drawing/2014/main" id="{19C07171-DE8E-8A00-C657-AA7D1B76B502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遥测数据</a:t>
                </a:r>
              </a:p>
            </p:txBody>
          </p:sp>
          <p:sp>
            <p:nvSpPr>
              <p:cNvPr id="251" name="矩形 250">
                <a:extLst>
                  <a:ext uri="{FF2B5EF4-FFF2-40B4-BE49-F238E27FC236}">
                    <a16:creationId xmlns:a16="http://schemas.microsoft.com/office/drawing/2014/main" id="{8463E04A-564E-E56D-40A6-691AF065F10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" name="矩形 251">
                <a:extLst>
                  <a:ext uri="{FF2B5EF4-FFF2-40B4-BE49-F238E27FC236}">
                    <a16:creationId xmlns:a16="http://schemas.microsoft.com/office/drawing/2014/main" id="{E5AA0090-79FD-083D-E5F7-F25F40CACC2A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" name="矩形 252">
                <a:extLst>
                  <a:ext uri="{FF2B5EF4-FFF2-40B4-BE49-F238E27FC236}">
                    <a16:creationId xmlns:a16="http://schemas.microsoft.com/office/drawing/2014/main" id="{7B8EFEE7-EF54-9BDE-7E56-BFA540FAC76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" name="矩形 253">
                <a:extLst>
                  <a:ext uri="{FF2B5EF4-FFF2-40B4-BE49-F238E27FC236}">
                    <a16:creationId xmlns:a16="http://schemas.microsoft.com/office/drawing/2014/main" id="{C8A7B34D-709C-5C82-407E-149ED7F71392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" name="矩形 254">
                <a:extLst>
                  <a:ext uri="{FF2B5EF4-FFF2-40B4-BE49-F238E27FC236}">
                    <a16:creationId xmlns:a16="http://schemas.microsoft.com/office/drawing/2014/main" id="{111238E7-9239-6B32-7C22-F740F160FB57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" name="矩形 255">
                <a:extLst>
                  <a:ext uri="{FF2B5EF4-FFF2-40B4-BE49-F238E27FC236}">
                    <a16:creationId xmlns:a16="http://schemas.microsoft.com/office/drawing/2014/main" id="{A5961991-4A82-629E-8921-2EF30A75CBBA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" name="矩形 256">
                <a:extLst>
                  <a:ext uri="{FF2B5EF4-FFF2-40B4-BE49-F238E27FC236}">
                    <a16:creationId xmlns:a16="http://schemas.microsoft.com/office/drawing/2014/main" id="{8DE1BC4B-59F5-D060-AC0C-A125A60CFFDF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" name="矩形 257">
                <a:extLst>
                  <a:ext uri="{FF2B5EF4-FFF2-40B4-BE49-F238E27FC236}">
                    <a16:creationId xmlns:a16="http://schemas.microsoft.com/office/drawing/2014/main" id="{6C829762-0FEF-D28C-7DCF-141371D043A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" name="矩形 258">
                <a:extLst>
                  <a:ext uri="{FF2B5EF4-FFF2-40B4-BE49-F238E27FC236}">
                    <a16:creationId xmlns:a16="http://schemas.microsoft.com/office/drawing/2014/main" id="{34CE7160-07CD-B0AE-F027-30EE0025074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60" name="直接箭头连接符 259">
                <a:extLst>
                  <a:ext uri="{FF2B5EF4-FFF2-40B4-BE49-F238E27FC236}">
                    <a16:creationId xmlns:a16="http://schemas.microsoft.com/office/drawing/2014/main" id="{1428C5EC-E9D1-CDB8-5893-C780EBEA6791}"/>
                  </a:ext>
                </a:extLst>
              </p:cNvPr>
              <p:cNvCxnSpPr>
                <a:cxnSpLocks/>
                <a:endCxn id="25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1" name="组合 260">
              <a:extLst>
                <a:ext uri="{FF2B5EF4-FFF2-40B4-BE49-F238E27FC236}">
                  <a16:creationId xmlns:a16="http://schemas.microsoft.com/office/drawing/2014/main" id="{90992828-3663-1590-8D2A-1D0C497AE66D}"/>
                </a:ext>
              </a:extLst>
            </p:cNvPr>
            <p:cNvGrpSpPr/>
            <p:nvPr/>
          </p:nvGrpSpPr>
          <p:grpSpPr>
            <a:xfrm>
              <a:off x="6558240" y="5523865"/>
              <a:ext cx="1534200" cy="365125"/>
              <a:chOff x="885531" y="2080173"/>
              <a:chExt cx="1170866" cy="658766"/>
            </a:xfrm>
          </p:grpSpPr>
          <p:sp>
            <p:nvSpPr>
              <p:cNvPr id="262" name="矩形 261">
                <a:extLst>
                  <a:ext uri="{FF2B5EF4-FFF2-40B4-BE49-F238E27FC236}">
                    <a16:creationId xmlns:a16="http://schemas.microsoft.com/office/drawing/2014/main" id="{BE1A8A15-2219-5352-88CA-8D19479CBD8B}"/>
                  </a:ext>
                </a:extLst>
              </p:cNvPr>
              <p:cNvSpPr/>
              <p:nvPr/>
            </p:nvSpPr>
            <p:spPr>
              <a:xfrm>
                <a:off x="885531" y="2080173"/>
                <a:ext cx="1170866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接收</a:t>
                </a:r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解调</a:t>
                </a:r>
                <a:r>
                  <a:rPr lang="en-US" altLang="zh-CN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解码</a:t>
                </a:r>
              </a:p>
            </p:txBody>
          </p:sp>
          <p:sp>
            <p:nvSpPr>
              <p:cNvPr id="263" name="矩形 262">
                <a:extLst>
                  <a:ext uri="{FF2B5EF4-FFF2-40B4-BE49-F238E27FC236}">
                    <a16:creationId xmlns:a16="http://schemas.microsoft.com/office/drawing/2014/main" id="{989A334E-9714-BE64-1AEF-04C4E8A1FB6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" name="矩形 263">
                <a:extLst>
                  <a:ext uri="{FF2B5EF4-FFF2-40B4-BE49-F238E27FC236}">
                    <a16:creationId xmlns:a16="http://schemas.microsoft.com/office/drawing/2014/main" id="{33988785-7115-79B8-87B0-4CB217D795C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" name="矩形 264">
                <a:extLst>
                  <a:ext uri="{FF2B5EF4-FFF2-40B4-BE49-F238E27FC236}">
                    <a16:creationId xmlns:a16="http://schemas.microsoft.com/office/drawing/2014/main" id="{3C3D6AD0-65B7-D415-97DC-8E2C478147C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" name="矩形 265">
                <a:extLst>
                  <a:ext uri="{FF2B5EF4-FFF2-40B4-BE49-F238E27FC236}">
                    <a16:creationId xmlns:a16="http://schemas.microsoft.com/office/drawing/2014/main" id="{073A8F2B-ADBF-5FB1-6569-4A96996BC4E1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" name="矩形 266">
                <a:extLst>
                  <a:ext uri="{FF2B5EF4-FFF2-40B4-BE49-F238E27FC236}">
                    <a16:creationId xmlns:a16="http://schemas.microsoft.com/office/drawing/2014/main" id="{5C08AE9E-08AB-38DA-BD27-DDBAFFC4B96E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" name="矩形 267">
                <a:extLst>
                  <a:ext uri="{FF2B5EF4-FFF2-40B4-BE49-F238E27FC236}">
                    <a16:creationId xmlns:a16="http://schemas.microsoft.com/office/drawing/2014/main" id="{48A9F65E-9FC6-A116-FBA3-2B1D76897C8F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" name="矩形 268">
                <a:extLst>
                  <a:ext uri="{FF2B5EF4-FFF2-40B4-BE49-F238E27FC236}">
                    <a16:creationId xmlns:a16="http://schemas.microsoft.com/office/drawing/2014/main" id="{C2DB9A76-6955-55D0-6836-EAA5C7C782EB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" name="矩形 269">
                <a:extLst>
                  <a:ext uri="{FF2B5EF4-FFF2-40B4-BE49-F238E27FC236}">
                    <a16:creationId xmlns:a16="http://schemas.microsoft.com/office/drawing/2014/main" id="{929736A2-C93A-F59E-EFB7-2C9DE054C8D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" name="矩形 270">
                <a:extLst>
                  <a:ext uri="{FF2B5EF4-FFF2-40B4-BE49-F238E27FC236}">
                    <a16:creationId xmlns:a16="http://schemas.microsoft.com/office/drawing/2014/main" id="{4D9AABAB-3DE4-6D3A-6489-656A82EBDC6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72" name="直接箭头连接符 271">
                <a:extLst>
                  <a:ext uri="{FF2B5EF4-FFF2-40B4-BE49-F238E27FC236}">
                    <a16:creationId xmlns:a16="http://schemas.microsoft.com/office/drawing/2014/main" id="{7E369503-960A-658C-C0AB-1C8C076ACD8C}"/>
                  </a:ext>
                </a:extLst>
              </p:cNvPr>
              <p:cNvCxnSpPr>
                <a:cxnSpLocks/>
                <a:endCxn id="26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73" name="直接箭头连接符 272">
              <a:extLst>
                <a:ext uri="{FF2B5EF4-FFF2-40B4-BE49-F238E27FC236}">
                  <a16:creationId xmlns:a16="http://schemas.microsoft.com/office/drawing/2014/main" id="{7FAB4D58-FADF-5003-4329-154313385BE5}"/>
                </a:ext>
              </a:extLst>
            </p:cNvPr>
            <p:cNvCxnSpPr>
              <a:cxnSpLocks/>
              <a:stCxn id="232" idx="3"/>
              <a:endCxn id="238" idx="1"/>
            </p:cNvCxnSpPr>
            <p:nvPr/>
          </p:nvCxnSpPr>
          <p:spPr>
            <a:xfrm flipV="1">
              <a:off x="6235382" y="4927451"/>
              <a:ext cx="322858" cy="4965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直接箭头连接符 273">
              <a:extLst>
                <a:ext uri="{FF2B5EF4-FFF2-40B4-BE49-F238E27FC236}">
                  <a16:creationId xmlns:a16="http://schemas.microsoft.com/office/drawing/2014/main" id="{54A29193-50E6-5DC2-D4E7-53B645C5C9FB}"/>
                </a:ext>
              </a:extLst>
            </p:cNvPr>
            <p:cNvCxnSpPr>
              <a:cxnSpLocks/>
              <a:stCxn id="246" idx="2"/>
              <a:endCxn id="264" idx="0"/>
            </p:cNvCxnSpPr>
            <p:nvPr/>
          </p:nvCxnSpPr>
          <p:spPr>
            <a:xfrm>
              <a:off x="7308153" y="5112997"/>
              <a:ext cx="4918" cy="410868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8AE9FE7B-4627-9D10-6DCF-EEBDF3313BB9}"/>
                </a:ext>
              </a:extLst>
            </p:cNvPr>
            <p:cNvCxnSpPr>
              <a:cxnSpLocks/>
              <a:stCxn id="262" idx="1"/>
              <a:endCxn id="256" idx="3"/>
            </p:cNvCxnSpPr>
            <p:nvPr/>
          </p:nvCxnSpPr>
          <p:spPr>
            <a:xfrm flipH="1">
              <a:off x="6235382" y="5703444"/>
              <a:ext cx="322858" cy="4965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277" name="组合 276">
              <a:extLst>
                <a:ext uri="{FF2B5EF4-FFF2-40B4-BE49-F238E27FC236}">
                  <a16:creationId xmlns:a16="http://schemas.microsoft.com/office/drawing/2014/main" id="{F1E6EB02-307C-0FAB-C44D-A2A639A7E458}"/>
                </a:ext>
              </a:extLst>
            </p:cNvPr>
            <p:cNvGrpSpPr/>
            <p:nvPr/>
          </p:nvGrpSpPr>
          <p:grpSpPr>
            <a:xfrm>
              <a:off x="4869708" y="4320809"/>
              <a:ext cx="3354494" cy="1789796"/>
              <a:chOff x="973171" y="2080173"/>
              <a:chExt cx="974429" cy="658766"/>
            </a:xfrm>
          </p:grpSpPr>
          <p:sp>
            <p:nvSpPr>
              <p:cNvPr id="278" name="矩形 277">
                <a:extLst>
                  <a:ext uri="{FF2B5EF4-FFF2-40B4-BE49-F238E27FC236}">
                    <a16:creationId xmlns:a16="http://schemas.microsoft.com/office/drawing/2014/main" id="{E1C65BB8-BF15-065E-4815-B6AE489E569E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79" name="矩形 278">
                <a:extLst>
                  <a:ext uri="{FF2B5EF4-FFF2-40B4-BE49-F238E27FC236}">
                    <a16:creationId xmlns:a16="http://schemas.microsoft.com/office/drawing/2014/main" id="{B7F07C15-E309-34F6-EFD9-DB05CB152A6B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" name="矩形 279">
                <a:extLst>
                  <a:ext uri="{FF2B5EF4-FFF2-40B4-BE49-F238E27FC236}">
                    <a16:creationId xmlns:a16="http://schemas.microsoft.com/office/drawing/2014/main" id="{939917BF-1043-0C26-E48C-E47222080EF2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" name="矩形 280">
                <a:extLst>
                  <a:ext uri="{FF2B5EF4-FFF2-40B4-BE49-F238E27FC236}">
                    <a16:creationId xmlns:a16="http://schemas.microsoft.com/office/drawing/2014/main" id="{4EDCC99B-F061-5D86-6344-2895457327AE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" name="矩形 281">
                <a:extLst>
                  <a:ext uri="{FF2B5EF4-FFF2-40B4-BE49-F238E27FC236}">
                    <a16:creationId xmlns:a16="http://schemas.microsoft.com/office/drawing/2014/main" id="{4B379D0F-67DC-C6F6-4583-05F1B70E819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" name="矩形 282">
                <a:extLst>
                  <a:ext uri="{FF2B5EF4-FFF2-40B4-BE49-F238E27FC236}">
                    <a16:creationId xmlns:a16="http://schemas.microsoft.com/office/drawing/2014/main" id="{D0A9A5A6-8F73-B0C2-4615-D40BDF942231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" name="矩形 283">
                <a:extLst>
                  <a:ext uri="{FF2B5EF4-FFF2-40B4-BE49-F238E27FC236}">
                    <a16:creationId xmlns:a16="http://schemas.microsoft.com/office/drawing/2014/main" id="{CF38DBAC-06AB-9AC8-491D-E0AFD78B6867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" name="矩形 284">
                <a:extLst>
                  <a:ext uri="{FF2B5EF4-FFF2-40B4-BE49-F238E27FC236}">
                    <a16:creationId xmlns:a16="http://schemas.microsoft.com/office/drawing/2014/main" id="{C2C60965-23AF-B811-43E4-330530BA5A6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" name="矩形 285">
                <a:extLst>
                  <a:ext uri="{FF2B5EF4-FFF2-40B4-BE49-F238E27FC236}">
                    <a16:creationId xmlns:a16="http://schemas.microsoft.com/office/drawing/2014/main" id="{E675CBAD-D445-4F17-E8F3-D3FB3FDEB55E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" name="矩形 286">
                <a:extLst>
                  <a:ext uri="{FF2B5EF4-FFF2-40B4-BE49-F238E27FC236}">
                    <a16:creationId xmlns:a16="http://schemas.microsoft.com/office/drawing/2014/main" id="{0D1B7425-D500-62E7-9A76-45763A28C724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88" name="直接箭头连接符 287">
                <a:extLst>
                  <a:ext uri="{FF2B5EF4-FFF2-40B4-BE49-F238E27FC236}">
                    <a16:creationId xmlns:a16="http://schemas.microsoft.com/office/drawing/2014/main" id="{5FB960E3-C2A0-F667-CE7F-0C42E80B2DE3}"/>
                  </a:ext>
                </a:extLst>
              </p:cNvPr>
              <p:cNvCxnSpPr>
                <a:cxnSpLocks/>
                <a:endCxn id="28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91" name="直接箭头连接符 290">
            <a:extLst>
              <a:ext uri="{FF2B5EF4-FFF2-40B4-BE49-F238E27FC236}">
                <a16:creationId xmlns:a16="http://schemas.microsoft.com/office/drawing/2014/main" id="{95BC0557-741A-5002-EA77-E1C7A258BFAF}"/>
              </a:ext>
            </a:extLst>
          </p:cNvPr>
          <p:cNvCxnSpPr>
            <a:cxnSpLocks/>
            <a:stCxn id="124" idx="2"/>
            <a:endCxn id="282" idx="1"/>
          </p:cNvCxnSpPr>
          <p:nvPr/>
        </p:nvCxnSpPr>
        <p:spPr>
          <a:xfrm rot="16200000" flipH="1">
            <a:off x="3642179" y="4215592"/>
            <a:ext cx="1268816" cy="770718"/>
          </a:xfrm>
          <a:prstGeom prst="curvedConnector2">
            <a:avLst/>
          </a:prstGeom>
          <a:ln w="38100" cmpd="dbl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8" name="直接箭头连接符 290">
            <a:extLst>
              <a:ext uri="{FF2B5EF4-FFF2-40B4-BE49-F238E27FC236}">
                <a16:creationId xmlns:a16="http://schemas.microsoft.com/office/drawing/2014/main" id="{609AE2E3-9154-0131-9F1A-507770FE92A8}"/>
              </a:ext>
            </a:extLst>
          </p:cNvPr>
          <p:cNvCxnSpPr>
            <a:cxnSpLocks/>
            <a:stCxn id="210" idx="2"/>
            <a:endCxn id="284" idx="3"/>
          </p:cNvCxnSpPr>
          <p:nvPr/>
        </p:nvCxnSpPr>
        <p:spPr>
          <a:xfrm rot="5400000">
            <a:off x="7655809" y="4330573"/>
            <a:ext cx="1257055" cy="552516"/>
          </a:xfrm>
          <a:prstGeom prst="curvedConnector2">
            <a:avLst/>
          </a:prstGeom>
          <a:ln w="38100" cmpd="dbl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8" name="直接箭头连接符 377">
            <a:extLst>
              <a:ext uri="{FF2B5EF4-FFF2-40B4-BE49-F238E27FC236}">
                <a16:creationId xmlns:a16="http://schemas.microsoft.com/office/drawing/2014/main" id="{11042452-555D-CA72-EFE7-DC7559BB6936}"/>
              </a:ext>
            </a:extLst>
          </p:cNvPr>
          <p:cNvCxnSpPr>
            <a:cxnSpLocks/>
            <a:stCxn id="119" idx="3"/>
            <a:endCxn id="203" idx="1"/>
          </p:cNvCxnSpPr>
          <p:nvPr/>
        </p:nvCxnSpPr>
        <p:spPr>
          <a:xfrm>
            <a:off x="5564294" y="2470172"/>
            <a:ext cx="1323234" cy="11761"/>
          </a:xfrm>
          <a:prstGeom prst="straightConnector1">
            <a:avLst/>
          </a:prstGeom>
          <a:ln w="38100" cmpd="dbl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1" name="直接箭头连接符 380">
            <a:extLst>
              <a:ext uri="{FF2B5EF4-FFF2-40B4-BE49-F238E27FC236}">
                <a16:creationId xmlns:a16="http://schemas.microsoft.com/office/drawing/2014/main" id="{2CC38213-102C-11F9-A733-B65AF407A4DD}"/>
              </a:ext>
            </a:extLst>
          </p:cNvPr>
          <p:cNvCxnSpPr>
            <a:cxnSpLocks/>
            <a:stCxn id="209" idx="1"/>
            <a:endCxn id="125" idx="3"/>
          </p:cNvCxnSpPr>
          <p:nvPr/>
        </p:nvCxnSpPr>
        <p:spPr>
          <a:xfrm flipH="1" flipV="1">
            <a:off x="5564294" y="3673119"/>
            <a:ext cx="1323234" cy="11761"/>
          </a:xfrm>
          <a:prstGeom prst="straightConnector1">
            <a:avLst/>
          </a:prstGeom>
          <a:ln w="38100" cmpd="dbl">
            <a:prstDash val="dash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5" name="直接箭头连接符 384">
            <a:extLst>
              <a:ext uri="{FF2B5EF4-FFF2-40B4-BE49-F238E27FC236}">
                <a16:creationId xmlns:a16="http://schemas.microsoft.com/office/drawing/2014/main" id="{745B9BE1-28F6-5DEB-FD2B-197DFE55E85B}"/>
              </a:ext>
            </a:extLst>
          </p:cNvPr>
          <p:cNvCxnSpPr>
            <a:cxnSpLocks/>
            <a:stCxn id="209" idx="2"/>
            <a:endCxn id="281" idx="0"/>
          </p:cNvCxnSpPr>
          <p:nvPr/>
        </p:nvCxnSpPr>
        <p:spPr>
          <a:xfrm>
            <a:off x="7445217" y="3978304"/>
            <a:ext cx="5173" cy="352443"/>
          </a:xfrm>
          <a:prstGeom prst="straightConnector1">
            <a:avLst/>
          </a:prstGeom>
          <a:ln w="38100" cmpd="dbl">
            <a:prstDash val="dash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1" name="矩形 390">
            <a:extLst>
              <a:ext uri="{FF2B5EF4-FFF2-40B4-BE49-F238E27FC236}">
                <a16:creationId xmlns:a16="http://schemas.microsoft.com/office/drawing/2014/main" id="{DE9032CF-5855-DEAB-1AD5-F24A626E78D4}"/>
              </a:ext>
            </a:extLst>
          </p:cNvPr>
          <p:cNvSpPr/>
          <p:nvPr/>
        </p:nvSpPr>
        <p:spPr>
          <a:xfrm>
            <a:off x="5738977" y="2166132"/>
            <a:ext cx="973868" cy="3275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负载功率</a:t>
            </a:r>
          </a:p>
        </p:txBody>
      </p:sp>
      <p:sp>
        <p:nvSpPr>
          <p:cNvPr id="392" name="矩形 391">
            <a:extLst>
              <a:ext uri="{FF2B5EF4-FFF2-40B4-BE49-F238E27FC236}">
                <a16:creationId xmlns:a16="http://schemas.microsoft.com/office/drawing/2014/main" id="{D6AF6308-69B7-8463-42CC-DD3311A24C56}"/>
              </a:ext>
            </a:extLst>
          </p:cNvPr>
          <p:cNvSpPr/>
          <p:nvPr/>
        </p:nvSpPr>
        <p:spPr>
          <a:xfrm>
            <a:off x="5725153" y="3357318"/>
            <a:ext cx="973868" cy="3275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供电</a:t>
            </a:r>
          </a:p>
        </p:txBody>
      </p:sp>
      <p:sp>
        <p:nvSpPr>
          <p:cNvPr id="393" name="矩形 392">
            <a:extLst>
              <a:ext uri="{FF2B5EF4-FFF2-40B4-BE49-F238E27FC236}">
                <a16:creationId xmlns:a16="http://schemas.microsoft.com/office/drawing/2014/main" id="{5F800C15-6E55-3C0E-3293-38ECB1431843}"/>
              </a:ext>
            </a:extLst>
          </p:cNvPr>
          <p:cNvSpPr/>
          <p:nvPr/>
        </p:nvSpPr>
        <p:spPr>
          <a:xfrm>
            <a:off x="6699021" y="3939387"/>
            <a:ext cx="973868" cy="3275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供电</a:t>
            </a:r>
          </a:p>
        </p:txBody>
      </p:sp>
      <p:sp>
        <p:nvSpPr>
          <p:cNvPr id="394" name="矩形 393">
            <a:extLst>
              <a:ext uri="{FF2B5EF4-FFF2-40B4-BE49-F238E27FC236}">
                <a16:creationId xmlns:a16="http://schemas.microsoft.com/office/drawing/2014/main" id="{6327B6CD-6A6F-8F21-2D21-836AEFF27A35}"/>
              </a:ext>
            </a:extLst>
          </p:cNvPr>
          <p:cNvSpPr/>
          <p:nvPr/>
        </p:nvSpPr>
        <p:spPr>
          <a:xfrm>
            <a:off x="2510254" y="3990744"/>
            <a:ext cx="2515701" cy="3275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参量数据（姿态角、飞轮转速</a:t>
            </a:r>
            <a:r>
              <a:rPr lang="en-US" altLang="zh-CN" sz="12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  <a:r>
              <a:rPr lang="zh-CN" altLang="en-US" sz="12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395" name="矩形 394">
            <a:extLst>
              <a:ext uri="{FF2B5EF4-FFF2-40B4-BE49-F238E27FC236}">
                <a16:creationId xmlns:a16="http://schemas.microsoft.com/office/drawing/2014/main" id="{28C5F328-B187-5467-79F5-949247C3F22C}"/>
              </a:ext>
            </a:extLst>
          </p:cNvPr>
          <p:cNvSpPr/>
          <p:nvPr/>
        </p:nvSpPr>
        <p:spPr>
          <a:xfrm>
            <a:off x="7884000" y="3990744"/>
            <a:ext cx="2741415" cy="3275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参量数据（母线电压、蓄电池容量</a:t>
            </a:r>
            <a:r>
              <a:rPr lang="en-US" altLang="zh-CN" sz="12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  <a:r>
              <a:rPr lang="zh-CN" altLang="en-US" sz="1200" i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30849593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180857-10C1-DF85-5BC4-A2B9920732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3300" y="6153150"/>
            <a:ext cx="2743200" cy="365125"/>
          </a:xfrm>
        </p:spPr>
        <p:txBody>
          <a:bodyPr/>
          <a:lstStyle/>
          <a:p>
            <a:r>
              <a:rPr lang="en-US" altLang="zh-CN"/>
              <a:t>2025/4/27</a:t>
            </a:r>
            <a:endParaRPr lang="zh-CN" altLang="en-US"/>
          </a:p>
        </p:txBody>
      </p:sp>
      <p:cxnSp>
        <p:nvCxnSpPr>
          <p:cNvPr id="211" name="直接箭头连接符 210">
            <a:extLst>
              <a:ext uri="{FF2B5EF4-FFF2-40B4-BE49-F238E27FC236}">
                <a16:creationId xmlns:a16="http://schemas.microsoft.com/office/drawing/2014/main" id="{AF525559-1A80-5ED9-42D3-E97F59D9BD77}"/>
              </a:ext>
            </a:extLst>
          </p:cNvPr>
          <p:cNvCxnSpPr>
            <a:cxnSpLocks/>
            <a:stCxn id="205" idx="3"/>
            <a:endCxn id="214" idx="1"/>
          </p:cNvCxnSpPr>
          <p:nvPr/>
        </p:nvCxnSpPr>
        <p:spPr>
          <a:xfrm flipV="1">
            <a:off x="3746500" y="2105390"/>
            <a:ext cx="976537" cy="60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A9DF2824-DF0E-122E-D717-D751131599C9}"/>
                  </a:ext>
                </a:extLst>
              </p:cNvPr>
              <p:cNvSpPr txBox="1"/>
              <p:nvPr/>
            </p:nvSpPr>
            <p:spPr>
              <a:xfrm>
                <a:off x="4723037" y="948823"/>
                <a:ext cx="3789393" cy="2313134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zh-CN" altLang="zh-CN" sz="1000" i="1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eqArrPr>
                        <m:e>
                          <m:d>
                            <m:dPr>
                              <m:begChr m:val="{"/>
                              <m:endChr m:val=""/>
                              <m:ctrlPr>
                                <a:rPr lang="zh-CN" altLang="zh-CN" sz="1000" i="1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zh-CN" altLang="zh-CN" sz="1000" i="1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𝑑𝑎</m:t>
                                      </m:r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  <m:r>
                                    <a:rPr lang="en-US" altLang="zh-CN" sz="1000" i="1">
                                      <a:effectLst/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&amp;=</m:t>
                                  </m:r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2</m:t>
                                      </m:r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  <m:rad>
                                        <m:radPr>
                                          <m:degHide m:val="on"/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𝑒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</m:den>
                                  </m:f>
                                  <m:d>
                                    <m:d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1000" b="1" i="1" smtClean="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𝑺</m:t>
                                      </m:r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  <m:func>
                                        <m:funcPr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1000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</m:func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CN" sz="1000" b="1" i="1" smtClean="0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𝑻</m:t>
                                      </m:r>
                                      <m:f>
                                        <m:fPr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𝑝</m:t>
                                          </m:r>
                                        </m:num>
                                        <m:den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𝑟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e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𝑑𝑒</m:t>
                                      </m:r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  <m:r>
                                    <a:rPr lang="en-US" altLang="zh-CN" sz="1000" i="1">
                                      <a:effectLst/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&amp;=</m:t>
                                  </m:r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ad>
                                        <m:radPr>
                                          <m:degHide m:val="on"/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𝑒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𝑛𝑎</m:t>
                                      </m:r>
                                    </m:den>
                                  </m:f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1000" b="1" i="1" smtClean="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𝑺</m:t>
                                      </m:r>
                                      <m:func>
                                        <m:funcPr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1000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</m:func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CN" sz="1000" b="1" i="1" smtClean="0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𝑻</m:t>
                                      </m:r>
                                      <m:d>
                                        <m:dPr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unc>
                                            <m:func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CN" sz="1000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cos</m:t>
                                              </m:r>
                                            </m:fName>
                                            <m:e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𝐸</m:t>
                                              </m:r>
                                            </m:e>
                                          </m:func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+</m:t>
                                          </m:r>
                                          <m:func>
                                            <m:func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CN" sz="1000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cos</m:t>
                                              </m:r>
                                            </m:fName>
                                            <m:e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</m:func>
                                        </m:e>
                                      </m:d>
                                    </m:e>
                                  </m:d>
                                </m:e>
                                <m:e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</m:t>
                                      </m:r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𝛺</m:t>
                                      </m:r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  <m:r>
                                    <a:rPr lang="en-US" altLang="zh-CN" sz="1000" i="1">
                                      <a:effectLst/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&amp;=</m:t>
                                  </m:r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b="1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𝑾</m:t>
                                      </m:r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𝑟</m:t>
                                      </m:r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 </m:t>
                                      </m:r>
                                      <m:func>
                                        <m:funcPr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1000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</m:func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  <m:sSup>
                                        <m:sSupPr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ad>
                                        <m:radPr>
                                          <m:degHide m:val="on"/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𝑒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2 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func>
                                        <m:funcPr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1000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func>
                                    </m:den>
                                  </m:f>
                                </m:e>
                                <m:e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𝑑𝑤</m:t>
                                      </m:r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  <m:r>
                                    <a:rPr lang="en-US" altLang="zh-CN" sz="1000" i="1">
                                      <a:effectLst/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&amp;=</m:t>
                                  </m:r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ad>
                                        <m:radPr>
                                          <m:degHide m:val="on"/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𝑒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𝑛𝑎𝑒</m:t>
                                      </m:r>
                                    </m:den>
                                  </m:f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1000" b="1" i="1" smtClean="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𝑻</m:t>
                                      </m:r>
                                      <m:func>
                                        <m:funcPr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1000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</m:func>
                                      <m:d>
                                        <m:dPr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1+</m:t>
                                          </m:r>
                                          <m:f>
                                            <m:f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𝑟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𝑝</m:t>
                                              </m:r>
                                            </m:den>
                                          </m:f>
                                        </m:e>
                                      </m:d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sz="1000" b="1" i="1" smtClean="0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𝑺</m:t>
                                      </m:r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𝑐𝑜𝑠</m:t>
                                      </m:r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𝑓</m:t>
                                      </m:r>
                                    </m:e>
                                  </m:d>
                                  <m:r>
                                    <a:rPr lang="en-US" altLang="zh-CN" sz="1000" i="1">
                                      <a:effectLst/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1000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Ω</m:t>
                                      </m:r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  <m:func>
                                    <m:func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CN" sz="1000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e>
                                  </m:func>
                                  <m:r>
                                    <a:rPr lang="en-US" altLang="zh-CN" sz="1000" i="1">
                                      <a:effectLst/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𝑑𝑖</m:t>
                                      </m:r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  <m:r>
                                    <a:rPr lang="en-US" altLang="zh-CN" sz="1000" i="1">
                                      <a:effectLst/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&amp;=</m:t>
                                  </m:r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b="1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𝑾</m:t>
                                      </m:r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𝑟</m:t>
                                      </m:r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  </m:t>
                                      </m:r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𝑐𝑜𝑠𝑢</m:t>
                                      </m:r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  <m:sSup>
                                        <m:sSupPr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ad>
                                        <m:radPr>
                                          <m:degHide m:val="on"/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𝑒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</m:den>
                                  </m:f>
                                </m:e>
                                <m:e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𝑑𝑀</m:t>
                                      </m:r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  <m:r>
                                    <a:rPr lang="en-US" altLang="zh-CN" sz="1000" i="1">
                                      <a:effectLst/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&amp;=</m:t>
                                  </m:r>
                                  <m:r>
                                    <a:rPr lang="en-US" altLang="zh-CN" sz="1000" i="1">
                                      <a:effectLst/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000" i="1">
                                      <a:effectLst/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𝑛𝑎𝑒</m:t>
                                      </m:r>
                                    </m:den>
                                  </m:f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zh-CN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sz="1000" b="1" i="1" smtClean="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𝑺</m:t>
                                      </m:r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𝑟𝑒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𝑎</m:t>
                                              </m:r>
                                            </m:den>
                                          </m:f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−</m:t>
                                          </m:r>
                                          <m:d>
                                            <m:d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1−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zh-CN" altLang="zh-CN" sz="1000" i="1">
                                                      <a:effectLst/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n-US" altLang="zh-CN" sz="1000" i="1">
                                                      <a:effectLst/>
                                                      <a:latin typeface="Cambria Math" panose="02040503050406030204" pitchFamily="18" charset="0"/>
                                                      <a:ea typeface="宋体" panose="02010600030101010101" pitchFamily="2" charset="-122"/>
                                                      <a:cs typeface="Times New Roman" panose="02020603050405020304" pitchFamily="18" charset="0"/>
                                                    </a:rPr>
                                                    <m:t>𝑒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en-US" altLang="zh-CN" sz="1000" i="1">
                                                      <a:effectLst/>
                                                      <a:latin typeface="Cambria Math" panose="02040503050406030204" pitchFamily="18" charset="0"/>
                                                      <a:ea typeface="宋体" panose="02010600030101010101" pitchFamily="2" charset="-122"/>
                                                      <a:cs typeface="Times New Roman" panose="020206030504050203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d>
                                          <m:func>
                                            <m:func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CN" sz="1000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cos</m:t>
                                              </m:r>
                                            </m:fName>
                                            <m:e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𝑓</m:t>
                                              </m:r>
                                            </m:e>
                                          </m:func>
                                        </m:e>
                                      </m:d>
                                      <m:r>
                                        <a:rPr lang="en-US" altLang="zh-CN" sz="1000" i="1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CN" sz="1000" b="1" i="1" smtClean="0">
                                          <a:effectLst/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  <a:cs typeface="Times New Roman" panose="02020603050405020304" pitchFamily="18" charset="0"/>
                                        </a:rPr>
                                        <m:t>𝑻</m:t>
                                      </m:r>
                                      <m:func>
                                        <m:funcPr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CN" sz="1000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</m:func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zh-CN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d>
                                            <m:d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1−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zh-CN" altLang="zh-CN" sz="1000" i="1">
                                                      <a:effectLst/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n-US" altLang="zh-CN" sz="1000" i="1">
                                                      <a:effectLst/>
                                                      <a:latin typeface="Cambria Math" panose="02040503050406030204" pitchFamily="18" charset="0"/>
                                                      <a:ea typeface="宋体" panose="02010600030101010101" pitchFamily="2" charset="-122"/>
                                                      <a:cs typeface="Times New Roman" panose="02020603050405020304" pitchFamily="18" charset="0"/>
                                                    </a:rPr>
                                                    <m:t>𝑒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en-US" altLang="zh-CN" sz="1000" i="1">
                                                      <a:effectLst/>
                                                      <a:latin typeface="Cambria Math" panose="02040503050406030204" pitchFamily="18" charset="0"/>
                                                      <a:ea typeface="宋体" panose="02010600030101010101" pitchFamily="2" charset="-122"/>
                                                      <a:cs typeface="Times New Roman" panose="020206030504050203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d>
                                          <m:r>
                                            <a:rPr lang="en-US" altLang="zh-CN" sz="1000" i="1">
                                              <a:effectLst/>
                                              <a:latin typeface="Cambria Math" panose="02040503050406030204" pitchFamily="18" charset="0"/>
                                              <a:ea typeface="宋体" panose="02010600030101010101" pitchFamily="2" charset="-122"/>
                                              <a:cs typeface="Times New Roman" panose="02020603050405020304" pitchFamily="18" charset="0"/>
                                            </a:rPr>
                                            <m:t>+</m:t>
                                          </m:r>
                                          <m:f>
                                            <m:fPr>
                                              <m:ctrlPr>
                                                <a:rPr lang="zh-CN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𝑟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altLang="zh-CN" sz="1000" i="1">
                                                  <a:effectLst/>
                                                  <a:latin typeface="Cambria Math" panose="02040503050406030204" pitchFamily="18" charset="0"/>
                                                  <a:ea typeface="宋体" panose="02010600030101010101" pitchFamily="2" charset="-122"/>
                                                  <a:cs typeface="Times New Roman" panose="02020603050405020304" pitchFamily="18" charset="0"/>
                                                </a:rPr>
                                                <m:t>𝑎</m:t>
                                              </m:r>
                                            </m:den>
                                          </m:f>
                                        </m:e>
                                      </m:d>
                                    </m:e>
                                  </m:d>
                                </m:e>
                              </m:eqArr>
                            </m:e>
                          </m:d>
                          <m:r>
                            <a:rPr lang="en-US" altLang="zh-CN" sz="1000" i="1">
                              <a:effectLst/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 # </m:t>
                          </m:r>
                        </m:e>
                      </m:eqArr>
                    </m:oMath>
                  </m:oMathPara>
                </a14:m>
                <a:endParaRPr lang="zh-CN" altLang="en-US" sz="10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A9DF2824-DF0E-122E-D717-D75113159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37" y="948823"/>
                <a:ext cx="3789393" cy="231313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  <a:prstDash val="dash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直接箭头连接符 323">
            <a:extLst>
              <a:ext uri="{FF2B5EF4-FFF2-40B4-BE49-F238E27FC236}">
                <a16:creationId xmlns:a16="http://schemas.microsoft.com/office/drawing/2014/main" id="{205BA327-9534-B3F8-F4A1-0A9905EC7425}"/>
              </a:ext>
            </a:extLst>
          </p:cNvPr>
          <p:cNvCxnSpPr>
            <a:cxnSpLocks/>
            <a:stCxn id="313" idx="0"/>
            <a:endCxn id="214" idx="2"/>
          </p:cNvCxnSpPr>
          <p:nvPr/>
        </p:nvCxnSpPr>
        <p:spPr>
          <a:xfrm flipH="1" flipV="1">
            <a:off x="6617734" y="3261957"/>
            <a:ext cx="15483" cy="814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文本框 325">
                <a:extLst>
                  <a:ext uri="{FF2B5EF4-FFF2-40B4-BE49-F238E27FC236}">
                    <a16:creationId xmlns:a16="http://schemas.microsoft.com/office/drawing/2014/main" id="{8E899585-AD60-48BD-E82E-0E02BDAAD294}"/>
                  </a:ext>
                </a:extLst>
              </p:cNvPr>
              <p:cNvSpPr txBox="1"/>
              <p:nvPr/>
            </p:nvSpPr>
            <p:spPr>
              <a:xfrm>
                <a:off x="3761177" y="1712975"/>
                <a:ext cx="979755" cy="7848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𝒂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𝒊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𝒆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</m:oMath>
                  </m:oMathPara>
                </a14:m>
                <a:endParaRPr lang="en-US" altLang="zh-CN" b="1" i="1" dirty="0">
                  <a:latin typeface="Cambria Math" panose="02040503050406030204" pitchFamily="18" charset="0"/>
                  <a:ea typeface="宋体" panose="02010600030101010101" pitchFamily="2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𝛀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𝝎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𝑴</m:t>
                      </m:r>
                    </m:oMath>
                  </m:oMathPara>
                </a14:m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326" name="文本框 325">
                <a:extLst>
                  <a:ext uri="{FF2B5EF4-FFF2-40B4-BE49-F238E27FC236}">
                    <a16:creationId xmlns:a16="http://schemas.microsoft.com/office/drawing/2014/main" id="{8E899585-AD60-48BD-E82E-0E02BDAAD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1177" y="1712975"/>
                <a:ext cx="979755" cy="7848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文本框 328">
                <a:extLst>
                  <a:ext uri="{FF2B5EF4-FFF2-40B4-BE49-F238E27FC236}">
                    <a16:creationId xmlns:a16="http://schemas.microsoft.com/office/drawing/2014/main" id="{6CF1E586-A918-9C05-FEDD-3FB8C0682D66}"/>
                  </a:ext>
                </a:extLst>
              </p:cNvPr>
              <p:cNvSpPr txBox="1"/>
              <p:nvPr/>
            </p:nvSpPr>
            <p:spPr>
              <a:xfrm>
                <a:off x="6244072" y="3261957"/>
                <a:ext cx="366323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𝑺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</m:oMath>
                  </m:oMathPara>
                </a14:m>
                <a:endParaRPr lang="en-US" altLang="zh-CN" b="1" i="1" dirty="0">
                  <a:latin typeface="Cambria Math" panose="02040503050406030204" pitchFamily="18" charset="0"/>
                  <a:ea typeface="宋体" panose="02010600030101010101" pitchFamily="2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𝑻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,</m:t>
                      </m:r>
                    </m:oMath>
                  </m:oMathPara>
                </a14:m>
                <a:endParaRPr lang="en-US" altLang="zh-CN" b="1" i="1" dirty="0">
                  <a:latin typeface="Cambria Math" panose="02040503050406030204" pitchFamily="18" charset="0"/>
                  <a:ea typeface="宋体" panose="02010600030101010101" pitchFamily="2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𝑾</m:t>
                      </m:r>
                    </m:oMath>
                  </m:oMathPara>
                </a14:m>
                <a:endParaRPr lang="en-US" altLang="zh-CN" b="1" i="1" dirty="0">
                  <a:latin typeface="Cambria Math" panose="02040503050406030204" pitchFamily="18" charset="0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329" name="文本框 328">
                <a:extLst>
                  <a:ext uri="{FF2B5EF4-FFF2-40B4-BE49-F238E27FC236}">
                    <a16:creationId xmlns:a16="http://schemas.microsoft.com/office/drawing/2014/main" id="{6CF1E586-A918-9C05-FEDD-3FB8C0682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072" y="3261957"/>
                <a:ext cx="366323" cy="923330"/>
              </a:xfrm>
              <a:prstGeom prst="rect">
                <a:avLst/>
              </a:prstGeom>
              <a:blipFill>
                <a:blip r:embed="rId4"/>
                <a:stretch>
                  <a:fillRect r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4" name="直接箭头连接符 353">
            <a:extLst>
              <a:ext uri="{FF2B5EF4-FFF2-40B4-BE49-F238E27FC236}">
                <a16:creationId xmlns:a16="http://schemas.microsoft.com/office/drawing/2014/main" id="{715B93A0-8FE5-596C-2CC1-46AD9C1D22F0}"/>
              </a:ext>
            </a:extLst>
          </p:cNvPr>
          <p:cNvCxnSpPr>
            <a:cxnSpLocks/>
            <a:stCxn id="214" idx="3"/>
            <a:endCxn id="331" idx="1"/>
          </p:cNvCxnSpPr>
          <p:nvPr/>
        </p:nvCxnSpPr>
        <p:spPr>
          <a:xfrm flipV="1">
            <a:off x="8512430" y="2101470"/>
            <a:ext cx="885409" cy="39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7" name="文本框 356">
                <a:extLst>
                  <a:ext uri="{FF2B5EF4-FFF2-40B4-BE49-F238E27FC236}">
                    <a16:creationId xmlns:a16="http://schemas.microsoft.com/office/drawing/2014/main" id="{CBC6B1ED-E462-18D7-4211-7759FA609A59}"/>
                  </a:ext>
                </a:extLst>
              </p:cNvPr>
              <p:cNvSpPr txBox="1"/>
              <p:nvPr/>
            </p:nvSpPr>
            <p:spPr>
              <a:xfrm>
                <a:off x="8771972" y="1744257"/>
                <a:ext cx="3663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𝝎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en-US" altLang="zh-CN" b="1" i="1" dirty="0">
                  <a:latin typeface="Cambria Math" panose="02040503050406030204" pitchFamily="18" charset="0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357" name="文本框 356">
                <a:extLst>
                  <a:ext uri="{FF2B5EF4-FFF2-40B4-BE49-F238E27FC236}">
                    <a16:creationId xmlns:a16="http://schemas.microsoft.com/office/drawing/2014/main" id="{CBC6B1ED-E462-18D7-4211-7759FA609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1972" y="1744257"/>
                <a:ext cx="366323" cy="369332"/>
              </a:xfrm>
              <a:prstGeom prst="rect">
                <a:avLst/>
              </a:prstGeom>
              <a:blipFill>
                <a:blip r:embed="rId5"/>
                <a:stretch>
                  <a:fillRect r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8" name="直接箭头连接符 357">
            <a:extLst>
              <a:ext uri="{FF2B5EF4-FFF2-40B4-BE49-F238E27FC236}">
                <a16:creationId xmlns:a16="http://schemas.microsoft.com/office/drawing/2014/main" id="{E311C889-E6DD-3F89-2ADA-7A7AC84CB143}"/>
              </a:ext>
            </a:extLst>
          </p:cNvPr>
          <p:cNvCxnSpPr>
            <a:cxnSpLocks/>
            <a:stCxn id="331" idx="2"/>
            <a:endCxn id="363" idx="0"/>
          </p:cNvCxnSpPr>
          <p:nvPr/>
        </p:nvCxnSpPr>
        <p:spPr>
          <a:xfrm>
            <a:off x="10497351" y="2337452"/>
            <a:ext cx="14331" cy="7658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9" name="文本框 358">
                <a:extLst>
                  <a:ext uri="{FF2B5EF4-FFF2-40B4-BE49-F238E27FC236}">
                    <a16:creationId xmlns:a16="http://schemas.microsoft.com/office/drawing/2014/main" id="{0666F44F-017E-5870-4D7D-157BEFFC05E3}"/>
                  </a:ext>
                </a:extLst>
              </p:cNvPr>
              <p:cNvSpPr txBox="1"/>
              <p:nvPr/>
            </p:nvSpPr>
            <p:spPr>
              <a:xfrm>
                <a:off x="10497351" y="2497805"/>
                <a:ext cx="3663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𝝎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𝒊𝒐</m:t>
                          </m:r>
                        </m:sub>
                      </m:sSub>
                    </m:oMath>
                  </m:oMathPara>
                </a14:m>
                <a:endParaRPr lang="en-US" altLang="zh-CN" b="1" i="1" dirty="0">
                  <a:latin typeface="Cambria Math" panose="02040503050406030204" pitchFamily="18" charset="0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359" name="文本框 358">
                <a:extLst>
                  <a:ext uri="{FF2B5EF4-FFF2-40B4-BE49-F238E27FC236}">
                    <a16:creationId xmlns:a16="http://schemas.microsoft.com/office/drawing/2014/main" id="{0666F44F-017E-5870-4D7D-157BEFFC0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7351" y="2497805"/>
                <a:ext cx="366323" cy="369332"/>
              </a:xfrm>
              <a:prstGeom prst="rect">
                <a:avLst/>
              </a:prstGeom>
              <a:blipFill>
                <a:blip r:embed="rId6"/>
                <a:stretch>
                  <a:fillRect r="-35000" b="-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6" name="组合 405">
            <a:extLst>
              <a:ext uri="{FF2B5EF4-FFF2-40B4-BE49-F238E27FC236}">
                <a16:creationId xmlns:a16="http://schemas.microsoft.com/office/drawing/2014/main" id="{168307AE-32FE-584D-4D56-F3D8F2D87957}"/>
              </a:ext>
            </a:extLst>
          </p:cNvPr>
          <p:cNvGrpSpPr/>
          <p:nvPr/>
        </p:nvGrpSpPr>
        <p:grpSpPr>
          <a:xfrm>
            <a:off x="1291902" y="415520"/>
            <a:ext cx="10310456" cy="6044082"/>
            <a:chOff x="1126802" y="618720"/>
            <a:chExt cx="10310456" cy="6044082"/>
          </a:xfrm>
        </p:grpSpPr>
        <p:grpSp>
          <p:nvGrpSpPr>
            <p:cNvPr id="405" name="组合 404">
              <a:extLst>
                <a:ext uri="{FF2B5EF4-FFF2-40B4-BE49-F238E27FC236}">
                  <a16:creationId xmlns:a16="http://schemas.microsoft.com/office/drawing/2014/main" id="{AE1C845D-8122-BE9B-30F0-49DEAEDD1942}"/>
                </a:ext>
              </a:extLst>
            </p:cNvPr>
            <p:cNvGrpSpPr/>
            <p:nvPr/>
          </p:nvGrpSpPr>
          <p:grpSpPr>
            <a:xfrm>
              <a:off x="1205706" y="1860526"/>
              <a:ext cx="1095135" cy="222206"/>
              <a:chOff x="1205706" y="1860526"/>
              <a:chExt cx="1095135" cy="222206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F0CEA2F9-85E5-634D-15BE-9B3602BBEC34}"/>
                  </a:ext>
                </a:extLst>
              </p:cNvPr>
              <p:cNvSpPr/>
              <p:nvPr/>
            </p:nvSpPr>
            <p:spPr>
              <a:xfrm>
                <a:off x="1205706" y="1860526"/>
                <a:ext cx="1092405" cy="2185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轨道半长轴</a:t>
                </a:r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77FD96A-1F90-B32A-1C8E-A114A05644A1}"/>
                  </a:ext>
                </a:extLst>
              </p:cNvPr>
              <p:cNvSpPr/>
              <p:nvPr/>
            </p:nvSpPr>
            <p:spPr>
              <a:xfrm>
                <a:off x="1208436" y="186052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5B0B9584-6DA6-04F9-CA55-6BB427EAD3FB}"/>
                  </a:ext>
                </a:extLst>
              </p:cNvPr>
              <p:cNvSpPr/>
              <p:nvPr/>
            </p:nvSpPr>
            <p:spPr>
              <a:xfrm>
                <a:off x="1572571" y="186052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BB878BC2-8CAB-F664-0708-B4743F3D2091}"/>
                  </a:ext>
                </a:extLst>
              </p:cNvPr>
              <p:cNvSpPr/>
              <p:nvPr/>
            </p:nvSpPr>
            <p:spPr>
              <a:xfrm>
                <a:off x="1936706" y="186052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2F839D3A-2DC6-1051-934D-09A9A50140DB}"/>
                  </a:ext>
                </a:extLst>
              </p:cNvPr>
              <p:cNvSpPr/>
              <p:nvPr/>
            </p:nvSpPr>
            <p:spPr>
              <a:xfrm>
                <a:off x="1208436" y="193640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E01A1272-F0BE-42AA-76BC-2B3912029A9E}"/>
                  </a:ext>
                </a:extLst>
              </p:cNvPr>
              <p:cNvSpPr/>
              <p:nvPr/>
            </p:nvSpPr>
            <p:spPr>
              <a:xfrm>
                <a:off x="1572571" y="193640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801858C7-FC7F-D34F-C69D-91781426B372}"/>
                  </a:ext>
                </a:extLst>
              </p:cNvPr>
              <p:cNvSpPr/>
              <p:nvPr/>
            </p:nvSpPr>
            <p:spPr>
              <a:xfrm>
                <a:off x="1936706" y="193640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8352A7D4-83E6-B582-FE32-3EA435478B76}"/>
                  </a:ext>
                </a:extLst>
              </p:cNvPr>
              <p:cNvSpPr/>
              <p:nvPr/>
            </p:nvSpPr>
            <p:spPr>
              <a:xfrm>
                <a:off x="1208436" y="2009874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8B371B5A-2567-BC7A-29B7-C288C516C966}"/>
                  </a:ext>
                </a:extLst>
              </p:cNvPr>
              <p:cNvSpPr/>
              <p:nvPr/>
            </p:nvSpPr>
            <p:spPr>
              <a:xfrm>
                <a:off x="1572571" y="2009874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1DF674F6-EE93-EF71-3E94-E1D48A99E2ED}"/>
                  </a:ext>
                </a:extLst>
              </p:cNvPr>
              <p:cNvSpPr/>
              <p:nvPr/>
            </p:nvSpPr>
            <p:spPr>
              <a:xfrm>
                <a:off x="1936706" y="2009874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00EC6E7D-7EC4-DB33-C9F3-33BEF45C8097}"/>
                  </a:ext>
                </a:extLst>
              </p:cNvPr>
              <p:cNvCxnSpPr>
                <a:cxnSpLocks/>
                <a:endCxn id="25" idx="2"/>
              </p:cNvCxnSpPr>
              <p:nvPr/>
            </p:nvCxnSpPr>
            <p:spPr>
              <a:xfrm flipH="1">
                <a:off x="1390503" y="2071825"/>
                <a:ext cx="612163" cy="1090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4" name="组合 403">
              <a:extLst>
                <a:ext uri="{FF2B5EF4-FFF2-40B4-BE49-F238E27FC236}">
                  <a16:creationId xmlns:a16="http://schemas.microsoft.com/office/drawing/2014/main" id="{016B905F-32A2-6B9A-B998-731CB1B4E32A}"/>
                </a:ext>
              </a:extLst>
            </p:cNvPr>
            <p:cNvGrpSpPr/>
            <p:nvPr/>
          </p:nvGrpSpPr>
          <p:grpSpPr>
            <a:xfrm>
              <a:off x="1563730" y="1152023"/>
              <a:ext cx="1504457" cy="533303"/>
              <a:chOff x="1563730" y="1152023"/>
              <a:chExt cx="1504457" cy="533303"/>
            </a:xfrm>
          </p:grpSpPr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0C5CEB98-B0ED-E0E7-8F56-C2689388B0F5}"/>
                  </a:ext>
                </a:extLst>
              </p:cNvPr>
              <p:cNvSpPr/>
              <p:nvPr/>
            </p:nvSpPr>
            <p:spPr>
              <a:xfrm>
                <a:off x="1563730" y="1152023"/>
                <a:ext cx="1500707" cy="52458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轨道初始值</a:t>
                </a:r>
              </a:p>
            </p:txBody>
          </p:sp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97308C74-949A-9C12-2DAE-4D8B95CF6BA9}"/>
                  </a:ext>
                </a:extLst>
              </p:cNvPr>
              <p:cNvSpPr/>
              <p:nvPr/>
            </p:nvSpPr>
            <p:spPr>
              <a:xfrm>
                <a:off x="1567480" y="1152023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E3A7037B-068C-A6A8-A556-F2435BA3F871}"/>
                  </a:ext>
                </a:extLst>
              </p:cNvPr>
              <p:cNvSpPr/>
              <p:nvPr/>
            </p:nvSpPr>
            <p:spPr>
              <a:xfrm>
                <a:off x="2067716" y="1152023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F0CFCD98-2411-0688-9A2B-051ED0F674F8}"/>
                  </a:ext>
                </a:extLst>
              </p:cNvPr>
              <p:cNvSpPr/>
              <p:nvPr/>
            </p:nvSpPr>
            <p:spPr>
              <a:xfrm>
                <a:off x="2567951" y="1152023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87947C06-C13F-778E-93DA-35CF12C60B6B}"/>
                  </a:ext>
                </a:extLst>
              </p:cNvPr>
              <p:cNvSpPr/>
              <p:nvPr/>
            </p:nvSpPr>
            <p:spPr>
              <a:xfrm>
                <a:off x="1567480" y="1334137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4C5CA4D6-3258-5C62-222F-87B8F13ED377}"/>
                  </a:ext>
                </a:extLst>
              </p:cNvPr>
              <p:cNvSpPr/>
              <p:nvPr/>
            </p:nvSpPr>
            <p:spPr>
              <a:xfrm>
                <a:off x="2067716" y="1334137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04831763-5B10-D4C2-599D-2D20EFBDC8E5}"/>
                  </a:ext>
                </a:extLst>
              </p:cNvPr>
              <p:cNvSpPr/>
              <p:nvPr/>
            </p:nvSpPr>
            <p:spPr>
              <a:xfrm>
                <a:off x="2567951" y="1334137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ED628C83-D81F-4BD8-2F85-AFD06B7FD8D6}"/>
                  </a:ext>
                </a:extLst>
              </p:cNvPr>
              <p:cNvSpPr/>
              <p:nvPr/>
            </p:nvSpPr>
            <p:spPr>
              <a:xfrm>
                <a:off x="1567480" y="1510464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38229878-BD30-E08F-5F45-87A5A294120F}"/>
                  </a:ext>
                </a:extLst>
              </p:cNvPr>
              <p:cNvSpPr/>
              <p:nvPr/>
            </p:nvSpPr>
            <p:spPr>
              <a:xfrm>
                <a:off x="2067716" y="1510464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2311BED2-BBA6-317D-B2B5-63070EBC3F86}"/>
                  </a:ext>
                </a:extLst>
              </p:cNvPr>
              <p:cNvSpPr/>
              <p:nvPr/>
            </p:nvSpPr>
            <p:spPr>
              <a:xfrm>
                <a:off x="2567951" y="1510464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FD31618F-42E2-BA1C-C82A-D16EEFC016AB}"/>
                  </a:ext>
                </a:extLst>
              </p:cNvPr>
              <p:cNvCxnSpPr>
                <a:cxnSpLocks/>
                <a:endCxn id="110" idx="2"/>
              </p:cNvCxnSpPr>
              <p:nvPr/>
            </p:nvCxnSpPr>
            <p:spPr>
              <a:xfrm flipH="1">
                <a:off x="1817598" y="1659148"/>
                <a:ext cx="840967" cy="26178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3" name="组合 402">
              <a:extLst>
                <a:ext uri="{FF2B5EF4-FFF2-40B4-BE49-F238E27FC236}">
                  <a16:creationId xmlns:a16="http://schemas.microsoft.com/office/drawing/2014/main" id="{AD2C91EE-4078-4583-7CBD-7078DBF92284}"/>
                </a:ext>
              </a:extLst>
            </p:cNvPr>
            <p:cNvGrpSpPr/>
            <p:nvPr/>
          </p:nvGrpSpPr>
          <p:grpSpPr>
            <a:xfrm>
              <a:off x="2364884" y="1868618"/>
              <a:ext cx="1095135" cy="222206"/>
              <a:chOff x="2364884" y="1868618"/>
              <a:chExt cx="1095135" cy="222206"/>
            </a:xfrm>
          </p:grpSpPr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DDFC7ADA-69C7-7A42-C2E8-2C19CC7D0E61}"/>
                  </a:ext>
                </a:extLst>
              </p:cNvPr>
              <p:cNvSpPr/>
              <p:nvPr/>
            </p:nvSpPr>
            <p:spPr>
              <a:xfrm>
                <a:off x="2364884" y="1868618"/>
                <a:ext cx="1092405" cy="2185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轨道倾角</a:t>
                </a:r>
              </a:p>
            </p:txBody>
          </p:sp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125E1056-C3DE-236C-1ABB-03D4CFDDF18E}"/>
                  </a:ext>
                </a:extLst>
              </p:cNvPr>
              <p:cNvSpPr/>
              <p:nvPr/>
            </p:nvSpPr>
            <p:spPr>
              <a:xfrm>
                <a:off x="2367614" y="1868618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19B07C94-331D-4B2A-7240-A019F571EB35}"/>
                  </a:ext>
                </a:extLst>
              </p:cNvPr>
              <p:cNvSpPr/>
              <p:nvPr/>
            </p:nvSpPr>
            <p:spPr>
              <a:xfrm>
                <a:off x="2731749" y="1868618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189C7F5F-533E-01F1-B327-755FA7BB88B4}"/>
                  </a:ext>
                </a:extLst>
              </p:cNvPr>
              <p:cNvSpPr/>
              <p:nvPr/>
            </p:nvSpPr>
            <p:spPr>
              <a:xfrm>
                <a:off x="3095884" y="1868618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25169921-ED02-EFE5-3C1E-F0633E333693}"/>
                  </a:ext>
                </a:extLst>
              </p:cNvPr>
              <p:cNvSpPr/>
              <p:nvPr/>
            </p:nvSpPr>
            <p:spPr>
              <a:xfrm>
                <a:off x="2367614" y="1944498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548D9C72-0B0D-D43D-9247-E3D56475319A}"/>
                  </a:ext>
                </a:extLst>
              </p:cNvPr>
              <p:cNvSpPr/>
              <p:nvPr/>
            </p:nvSpPr>
            <p:spPr>
              <a:xfrm>
                <a:off x="2731749" y="1944498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D3D142E5-47C0-DD1B-BA5D-3CFB3FFB6C7D}"/>
                  </a:ext>
                </a:extLst>
              </p:cNvPr>
              <p:cNvSpPr/>
              <p:nvPr/>
            </p:nvSpPr>
            <p:spPr>
              <a:xfrm>
                <a:off x="3095884" y="1944498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2B08FDD5-0503-EA36-0347-5FC20E9AD2C9}"/>
                  </a:ext>
                </a:extLst>
              </p:cNvPr>
              <p:cNvSpPr/>
              <p:nvPr/>
            </p:nvSpPr>
            <p:spPr>
              <a:xfrm>
                <a:off x="2367614" y="201796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73EA1A2-BEC0-5880-1919-1762B8B62C68}"/>
                  </a:ext>
                </a:extLst>
              </p:cNvPr>
              <p:cNvSpPr/>
              <p:nvPr/>
            </p:nvSpPr>
            <p:spPr>
              <a:xfrm>
                <a:off x="2731749" y="201796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1644C8E4-D81F-01E8-2F52-D2FF50EE4D8D}"/>
                  </a:ext>
                </a:extLst>
              </p:cNvPr>
              <p:cNvSpPr/>
              <p:nvPr/>
            </p:nvSpPr>
            <p:spPr>
              <a:xfrm>
                <a:off x="3095884" y="201796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5" name="直接箭头连接符 124">
                <a:extLst>
                  <a:ext uri="{FF2B5EF4-FFF2-40B4-BE49-F238E27FC236}">
                    <a16:creationId xmlns:a16="http://schemas.microsoft.com/office/drawing/2014/main" id="{CB60D35F-D5FF-DED9-8F8D-4A1BB7384C7A}"/>
                  </a:ext>
                </a:extLst>
              </p:cNvPr>
              <p:cNvCxnSpPr>
                <a:cxnSpLocks/>
                <a:endCxn id="122" idx="2"/>
              </p:cNvCxnSpPr>
              <p:nvPr/>
            </p:nvCxnSpPr>
            <p:spPr>
              <a:xfrm flipH="1">
                <a:off x="2549681" y="2079917"/>
                <a:ext cx="612163" cy="1090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2" name="组合 401">
              <a:extLst>
                <a:ext uri="{FF2B5EF4-FFF2-40B4-BE49-F238E27FC236}">
                  <a16:creationId xmlns:a16="http://schemas.microsoft.com/office/drawing/2014/main" id="{16C14474-9D79-5198-35D8-55C0BD8FACDE}"/>
                </a:ext>
              </a:extLst>
            </p:cNvPr>
            <p:cNvGrpSpPr/>
            <p:nvPr/>
          </p:nvGrpSpPr>
          <p:grpSpPr>
            <a:xfrm>
              <a:off x="1205706" y="2216575"/>
              <a:ext cx="1095135" cy="222206"/>
              <a:chOff x="1205706" y="2216575"/>
              <a:chExt cx="1095135" cy="222206"/>
            </a:xfrm>
          </p:grpSpPr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BCB1010E-183C-F029-4C6E-E0945F71520B}"/>
                  </a:ext>
                </a:extLst>
              </p:cNvPr>
              <p:cNvSpPr/>
              <p:nvPr/>
            </p:nvSpPr>
            <p:spPr>
              <a:xfrm>
                <a:off x="1205706" y="2216575"/>
                <a:ext cx="1092405" cy="2185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轨道偏心率</a:t>
                </a:r>
              </a:p>
            </p:txBody>
          </p:sp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FD7903BF-1EE4-09FF-7CD5-E8169E5093B3}"/>
                  </a:ext>
                </a:extLst>
              </p:cNvPr>
              <p:cNvSpPr/>
              <p:nvPr/>
            </p:nvSpPr>
            <p:spPr>
              <a:xfrm>
                <a:off x="1208436" y="221657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96DF4E71-F1E3-52D9-8EA6-59037B791123}"/>
                  </a:ext>
                </a:extLst>
              </p:cNvPr>
              <p:cNvSpPr/>
              <p:nvPr/>
            </p:nvSpPr>
            <p:spPr>
              <a:xfrm>
                <a:off x="1572571" y="221657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E4C1732E-E676-16C8-BA59-99F18B714363}"/>
                  </a:ext>
                </a:extLst>
              </p:cNvPr>
              <p:cNvSpPr/>
              <p:nvPr/>
            </p:nvSpPr>
            <p:spPr>
              <a:xfrm>
                <a:off x="1936706" y="221657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5AE1835B-3F1E-8E65-F708-D05996B480A6}"/>
                  </a:ext>
                </a:extLst>
              </p:cNvPr>
              <p:cNvSpPr/>
              <p:nvPr/>
            </p:nvSpPr>
            <p:spPr>
              <a:xfrm>
                <a:off x="1208436" y="229245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CFF53D77-8DD0-D2A6-AE05-9D007E8A2AE0}"/>
                  </a:ext>
                </a:extLst>
              </p:cNvPr>
              <p:cNvSpPr/>
              <p:nvPr/>
            </p:nvSpPr>
            <p:spPr>
              <a:xfrm>
                <a:off x="1572571" y="229245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71EDCC05-8DF2-1F10-155F-919D874D62B0}"/>
                  </a:ext>
                </a:extLst>
              </p:cNvPr>
              <p:cNvSpPr/>
              <p:nvPr/>
            </p:nvSpPr>
            <p:spPr>
              <a:xfrm>
                <a:off x="1936706" y="229245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81878E9C-3807-55BB-B137-787B225D33A0}"/>
                  </a:ext>
                </a:extLst>
              </p:cNvPr>
              <p:cNvSpPr/>
              <p:nvPr/>
            </p:nvSpPr>
            <p:spPr>
              <a:xfrm>
                <a:off x="1208436" y="2365923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B3D47ECF-52C6-1FEB-4B29-477024C5F85B}"/>
                  </a:ext>
                </a:extLst>
              </p:cNvPr>
              <p:cNvSpPr/>
              <p:nvPr/>
            </p:nvSpPr>
            <p:spPr>
              <a:xfrm>
                <a:off x="1572571" y="2365923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BA96C6CF-24C0-B48A-D43F-7B8DCF77F3D8}"/>
                  </a:ext>
                </a:extLst>
              </p:cNvPr>
              <p:cNvSpPr/>
              <p:nvPr/>
            </p:nvSpPr>
            <p:spPr>
              <a:xfrm>
                <a:off x="1936706" y="2365923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9" name="直接箭头连接符 148">
                <a:extLst>
                  <a:ext uri="{FF2B5EF4-FFF2-40B4-BE49-F238E27FC236}">
                    <a16:creationId xmlns:a16="http://schemas.microsoft.com/office/drawing/2014/main" id="{AB180085-CF72-46D4-3A6A-C07B57162167}"/>
                  </a:ext>
                </a:extLst>
              </p:cNvPr>
              <p:cNvCxnSpPr>
                <a:cxnSpLocks/>
                <a:endCxn id="146" idx="2"/>
              </p:cNvCxnSpPr>
              <p:nvPr/>
            </p:nvCxnSpPr>
            <p:spPr>
              <a:xfrm flipH="1">
                <a:off x="1390503" y="2427874"/>
                <a:ext cx="612163" cy="1090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1" name="组合 400">
              <a:extLst>
                <a:ext uri="{FF2B5EF4-FFF2-40B4-BE49-F238E27FC236}">
                  <a16:creationId xmlns:a16="http://schemas.microsoft.com/office/drawing/2014/main" id="{85FF8F9B-E65F-5129-E14A-FEF26BD36664}"/>
                </a:ext>
              </a:extLst>
            </p:cNvPr>
            <p:cNvGrpSpPr/>
            <p:nvPr/>
          </p:nvGrpSpPr>
          <p:grpSpPr>
            <a:xfrm>
              <a:off x="2381067" y="2216575"/>
              <a:ext cx="1095135" cy="222206"/>
              <a:chOff x="2381067" y="2216575"/>
              <a:chExt cx="1095135" cy="222206"/>
            </a:xfrm>
          </p:grpSpPr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4E0902D5-4F57-AACF-CF1C-370845605088}"/>
                  </a:ext>
                </a:extLst>
              </p:cNvPr>
              <p:cNvSpPr/>
              <p:nvPr/>
            </p:nvSpPr>
            <p:spPr>
              <a:xfrm>
                <a:off x="2381067" y="2216575"/>
                <a:ext cx="1092405" cy="2185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升交点赤经</a:t>
                </a:r>
              </a:p>
            </p:txBody>
          </p:sp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F4CD69EF-98B1-4C7F-4CC4-FB453A8FF96A}"/>
                  </a:ext>
                </a:extLst>
              </p:cNvPr>
              <p:cNvSpPr/>
              <p:nvPr/>
            </p:nvSpPr>
            <p:spPr>
              <a:xfrm>
                <a:off x="2383797" y="221657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58A38CBB-6E7C-B07D-ED48-99607943E92B}"/>
                  </a:ext>
                </a:extLst>
              </p:cNvPr>
              <p:cNvSpPr/>
              <p:nvPr/>
            </p:nvSpPr>
            <p:spPr>
              <a:xfrm>
                <a:off x="2747932" y="221657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EE80EBE8-3AE0-174A-0ED7-E2DD0DBACFB3}"/>
                  </a:ext>
                </a:extLst>
              </p:cNvPr>
              <p:cNvSpPr/>
              <p:nvPr/>
            </p:nvSpPr>
            <p:spPr>
              <a:xfrm>
                <a:off x="3112067" y="221657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4082C413-1426-61C6-E442-DB8460678810}"/>
                  </a:ext>
                </a:extLst>
              </p:cNvPr>
              <p:cNvSpPr/>
              <p:nvPr/>
            </p:nvSpPr>
            <p:spPr>
              <a:xfrm>
                <a:off x="2383797" y="229245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218E4DE0-3B7E-44FC-F4DF-7334BF255D3C}"/>
                  </a:ext>
                </a:extLst>
              </p:cNvPr>
              <p:cNvSpPr/>
              <p:nvPr/>
            </p:nvSpPr>
            <p:spPr>
              <a:xfrm>
                <a:off x="2747932" y="229245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65DA7136-E870-DE23-BFF9-AE6AF0A6464A}"/>
                  </a:ext>
                </a:extLst>
              </p:cNvPr>
              <p:cNvSpPr/>
              <p:nvPr/>
            </p:nvSpPr>
            <p:spPr>
              <a:xfrm>
                <a:off x="3112067" y="229245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B5D32B4F-080E-8575-E0C9-66B80896D09A}"/>
                  </a:ext>
                </a:extLst>
              </p:cNvPr>
              <p:cNvSpPr/>
              <p:nvPr/>
            </p:nvSpPr>
            <p:spPr>
              <a:xfrm>
                <a:off x="2383797" y="2365923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721743FF-63ED-9F7D-4CC7-947B3AF1094E}"/>
                  </a:ext>
                </a:extLst>
              </p:cNvPr>
              <p:cNvSpPr/>
              <p:nvPr/>
            </p:nvSpPr>
            <p:spPr>
              <a:xfrm>
                <a:off x="2747932" y="2365923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634468DF-0722-6519-35FB-846F666C35A0}"/>
                  </a:ext>
                </a:extLst>
              </p:cNvPr>
              <p:cNvSpPr/>
              <p:nvPr/>
            </p:nvSpPr>
            <p:spPr>
              <a:xfrm>
                <a:off x="3112067" y="2365923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3" name="直接箭头连接符 172">
                <a:extLst>
                  <a:ext uri="{FF2B5EF4-FFF2-40B4-BE49-F238E27FC236}">
                    <a16:creationId xmlns:a16="http://schemas.microsoft.com/office/drawing/2014/main" id="{79D7200F-A752-7FFD-C76C-22CD63B8E5B3}"/>
                  </a:ext>
                </a:extLst>
              </p:cNvPr>
              <p:cNvCxnSpPr>
                <a:cxnSpLocks/>
                <a:endCxn id="170" idx="2"/>
              </p:cNvCxnSpPr>
              <p:nvPr/>
            </p:nvCxnSpPr>
            <p:spPr>
              <a:xfrm flipH="1">
                <a:off x="2565864" y="2427874"/>
                <a:ext cx="612163" cy="1090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0" name="组合 399">
              <a:extLst>
                <a:ext uri="{FF2B5EF4-FFF2-40B4-BE49-F238E27FC236}">
                  <a16:creationId xmlns:a16="http://schemas.microsoft.com/office/drawing/2014/main" id="{E9C6533A-6B6B-B506-0334-9264F3A09E1A}"/>
                </a:ext>
              </a:extLst>
            </p:cNvPr>
            <p:cNvGrpSpPr/>
            <p:nvPr/>
          </p:nvGrpSpPr>
          <p:grpSpPr>
            <a:xfrm>
              <a:off x="1205706" y="2572625"/>
              <a:ext cx="1095135" cy="222206"/>
              <a:chOff x="1205706" y="2572625"/>
              <a:chExt cx="1095135" cy="222206"/>
            </a:xfrm>
          </p:grpSpPr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31FA5E66-B778-C0CF-292C-BC33B3F872B1}"/>
                  </a:ext>
                </a:extLst>
              </p:cNvPr>
              <p:cNvSpPr/>
              <p:nvPr/>
            </p:nvSpPr>
            <p:spPr>
              <a:xfrm>
                <a:off x="1205706" y="2572625"/>
                <a:ext cx="1092405" cy="2185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近地点幅角</a:t>
                </a:r>
              </a:p>
            </p:txBody>
          </p:sp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E3DDAF8D-E9E1-9883-BFAC-049135806C9E}"/>
                  </a:ext>
                </a:extLst>
              </p:cNvPr>
              <p:cNvSpPr/>
              <p:nvPr/>
            </p:nvSpPr>
            <p:spPr>
              <a:xfrm>
                <a:off x="1208436" y="257262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4C4DB8E7-7EC1-D86F-A29B-E81A0ED76BDE}"/>
                  </a:ext>
                </a:extLst>
              </p:cNvPr>
              <p:cNvSpPr/>
              <p:nvPr/>
            </p:nvSpPr>
            <p:spPr>
              <a:xfrm>
                <a:off x="1572571" y="257262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" name="矩形 177">
                <a:extLst>
                  <a:ext uri="{FF2B5EF4-FFF2-40B4-BE49-F238E27FC236}">
                    <a16:creationId xmlns:a16="http://schemas.microsoft.com/office/drawing/2014/main" id="{63F1DBC3-5969-60D5-A4F1-C230A8EF65A7}"/>
                  </a:ext>
                </a:extLst>
              </p:cNvPr>
              <p:cNvSpPr/>
              <p:nvPr/>
            </p:nvSpPr>
            <p:spPr>
              <a:xfrm>
                <a:off x="1936706" y="257262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" name="矩形 178">
                <a:extLst>
                  <a:ext uri="{FF2B5EF4-FFF2-40B4-BE49-F238E27FC236}">
                    <a16:creationId xmlns:a16="http://schemas.microsoft.com/office/drawing/2014/main" id="{B150E180-346B-65F0-F0B7-599361B7C0F1}"/>
                  </a:ext>
                </a:extLst>
              </p:cNvPr>
              <p:cNvSpPr/>
              <p:nvPr/>
            </p:nvSpPr>
            <p:spPr>
              <a:xfrm>
                <a:off x="1208436" y="264850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矩形 179">
                <a:extLst>
                  <a:ext uri="{FF2B5EF4-FFF2-40B4-BE49-F238E27FC236}">
                    <a16:creationId xmlns:a16="http://schemas.microsoft.com/office/drawing/2014/main" id="{19897C45-E586-D2CD-66F1-172731B85EDB}"/>
                  </a:ext>
                </a:extLst>
              </p:cNvPr>
              <p:cNvSpPr/>
              <p:nvPr/>
            </p:nvSpPr>
            <p:spPr>
              <a:xfrm>
                <a:off x="1572571" y="264850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" name="矩形 180">
                <a:extLst>
                  <a:ext uri="{FF2B5EF4-FFF2-40B4-BE49-F238E27FC236}">
                    <a16:creationId xmlns:a16="http://schemas.microsoft.com/office/drawing/2014/main" id="{6FEE844B-74DE-7780-2883-AFE3AC503D33}"/>
                  </a:ext>
                </a:extLst>
              </p:cNvPr>
              <p:cNvSpPr/>
              <p:nvPr/>
            </p:nvSpPr>
            <p:spPr>
              <a:xfrm>
                <a:off x="1936706" y="2648505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" name="矩形 181">
                <a:extLst>
                  <a:ext uri="{FF2B5EF4-FFF2-40B4-BE49-F238E27FC236}">
                    <a16:creationId xmlns:a16="http://schemas.microsoft.com/office/drawing/2014/main" id="{0058BA71-70D7-0035-0028-75B209B69DA1}"/>
                  </a:ext>
                </a:extLst>
              </p:cNvPr>
              <p:cNvSpPr/>
              <p:nvPr/>
            </p:nvSpPr>
            <p:spPr>
              <a:xfrm>
                <a:off x="1208436" y="2721973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" name="矩形 182">
                <a:extLst>
                  <a:ext uri="{FF2B5EF4-FFF2-40B4-BE49-F238E27FC236}">
                    <a16:creationId xmlns:a16="http://schemas.microsoft.com/office/drawing/2014/main" id="{1B94F85A-3CF0-84ED-4B19-6FB881217E26}"/>
                  </a:ext>
                </a:extLst>
              </p:cNvPr>
              <p:cNvSpPr/>
              <p:nvPr/>
            </p:nvSpPr>
            <p:spPr>
              <a:xfrm>
                <a:off x="1572571" y="2721973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" name="矩形 183">
                <a:extLst>
                  <a:ext uri="{FF2B5EF4-FFF2-40B4-BE49-F238E27FC236}">
                    <a16:creationId xmlns:a16="http://schemas.microsoft.com/office/drawing/2014/main" id="{B91640D8-5E43-8725-4A8F-9F69466FA790}"/>
                  </a:ext>
                </a:extLst>
              </p:cNvPr>
              <p:cNvSpPr/>
              <p:nvPr/>
            </p:nvSpPr>
            <p:spPr>
              <a:xfrm>
                <a:off x="1936706" y="2721973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5" name="直接箭头连接符 184">
                <a:extLst>
                  <a:ext uri="{FF2B5EF4-FFF2-40B4-BE49-F238E27FC236}">
                    <a16:creationId xmlns:a16="http://schemas.microsoft.com/office/drawing/2014/main" id="{292780DF-53E2-6591-912B-AD9F6AE3D7D1}"/>
                  </a:ext>
                </a:extLst>
              </p:cNvPr>
              <p:cNvCxnSpPr>
                <a:cxnSpLocks/>
                <a:endCxn id="182" idx="2"/>
              </p:cNvCxnSpPr>
              <p:nvPr/>
            </p:nvCxnSpPr>
            <p:spPr>
              <a:xfrm flipH="1">
                <a:off x="1390503" y="2783924"/>
                <a:ext cx="612163" cy="1090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9" name="组合 398">
              <a:extLst>
                <a:ext uri="{FF2B5EF4-FFF2-40B4-BE49-F238E27FC236}">
                  <a16:creationId xmlns:a16="http://schemas.microsoft.com/office/drawing/2014/main" id="{8FF2F4DC-E06C-83C0-EE27-ED683A5EC3C3}"/>
                </a:ext>
              </a:extLst>
            </p:cNvPr>
            <p:cNvGrpSpPr/>
            <p:nvPr/>
          </p:nvGrpSpPr>
          <p:grpSpPr>
            <a:xfrm>
              <a:off x="2391189" y="2577846"/>
              <a:ext cx="1095135" cy="222206"/>
              <a:chOff x="2391189" y="2577846"/>
              <a:chExt cx="1095135" cy="222206"/>
            </a:xfrm>
          </p:grpSpPr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733479C0-C0BB-DDA0-431D-44D88F309A1B}"/>
                  </a:ext>
                </a:extLst>
              </p:cNvPr>
              <p:cNvSpPr/>
              <p:nvPr/>
            </p:nvSpPr>
            <p:spPr>
              <a:xfrm>
                <a:off x="2391189" y="2577846"/>
                <a:ext cx="1092405" cy="2185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平近地点角</a:t>
                </a:r>
              </a:p>
            </p:txBody>
          </p:sp>
          <p:sp>
            <p:nvSpPr>
              <p:cNvPr id="188" name="矩形 187">
                <a:extLst>
                  <a:ext uri="{FF2B5EF4-FFF2-40B4-BE49-F238E27FC236}">
                    <a16:creationId xmlns:a16="http://schemas.microsoft.com/office/drawing/2014/main" id="{070C2704-66B2-F511-FE8C-BB4202D37D59}"/>
                  </a:ext>
                </a:extLst>
              </p:cNvPr>
              <p:cNvSpPr/>
              <p:nvPr/>
            </p:nvSpPr>
            <p:spPr>
              <a:xfrm>
                <a:off x="2393919" y="257784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" name="矩形 188">
                <a:extLst>
                  <a:ext uri="{FF2B5EF4-FFF2-40B4-BE49-F238E27FC236}">
                    <a16:creationId xmlns:a16="http://schemas.microsoft.com/office/drawing/2014/main" id="{0F398836-B049-3478-4F51-DC7A61094BA4}"/>
                  </a:ext>
                </a:extLst>
              </p:cNvPr>
              <p:cNvSpPr/>
              <p:nvPr/>
            </p:nvSpPr>
            <p:spPr>
              <a:xfrm>
                <a:off x="2758054" y="257784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8445B98C-2B9E-DAD9-1159-D8FBC6FCA8F6}"/>
                  </a:ext>
                </a:extLst>
              </p:cNvPr>
              <p:cNvSpPr/>
              <p:nvPr/>
            </p:nvSpPr>
            <p:spPr>
              <a:xfrm>
                <a:off x="3122189" y="257784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D8643FE0-D522-72C6-39D6-E5F1DCB9B555}"/>
                  </a:ext>
                </a:extLst>
              </p:cNvPr>
              <p:cNvSpPr/>
              <p:nvPr/>
            </p:nvSpPr>
            <p:spPr>
              <a:xfrm>
                <a:off x="2393919" y="265372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" name="矩形 191">
                <a:extLst>
                  <a:ext uri="{FF2B5EF4-FFF2-40B4-BE49-F238E27FC236}">
                    <a16:creationId xmlns:a16="http://schemas.microsoft.com/office/drawing/2014/main" id="{D3E148C3-305D-0212-7858-BA80A9CC8031}"/>
                  </a:ext>
                </a:extLst>
              </p:cNvPr>
              <p:cNvSpPr/>
              <p:nvPr/>
            </p:nvSpPr>
            <p:spPr>
              <a:xfrm>
                <a:off x="2758054" y="265372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" name="矩形 192">
                <a:extLst>
                  <a:ext uri="{FF2B5EF4-FFF2-40B4-BE49-F238E27FC236}">
                    <a16:creationId xmlns:a16="http://schemas.microsoft.com/office/drawing/2014/main" id="{C21C54F2-6FCC-486E-E42E-B2D8CBC06870}"/>
                  </a:ext>
                </a:extLst>
              </p:cNvPr>
              <p:cNvSpPr/>
              <p:nvPr/>
            </p:nvSpPr>
            <p:spPr>
              <a:xfrm>
                <a:off x="3122189" y="2653726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" name="矩形 193">
                <a:extLst>
                  <a:ext uri="{FF2B5EF4-FFF2-40B4-BE49-F238E27FC236}">
                    <a16:creationId xmlns:a16="http://schemas.microsoft.com/office/drawing/2014/main" id="{D8D66F5C-778B-5E1F-C4EF-76A9B6A4BBA0}"/>
                  </a:ext>
                </a:extLst>
              </p:cNvPr>
              <p:cNvSpPr/>
              <p:nvPr/>
            </p:nvSpPr>
            <p:spPr>
              <a:xfrm>
                <a:off x="2393919" y="2727194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35AE7681-D7E2-EC55-0FC6-0F79D19534A1}"/>
                  </a:ext>
                </a:extLst>
              </p:cNvPr>
              <p:cNvSpPr/>
              <p:nvPr/>
            </p:nvSpPr>
            <p:spPr>
              <a:xfrm>
                <a:off x="2758054" y="2727194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矩形 195">
                <a:extLst>
                  <a:ext uri="{FF2B5EF4-FFF2-40B4-BE49-F238E27FC236}">
                    <a16:creationId xmlns:a16="http://schemas.microsoft.com/office/drawing/2014/main" id="{8841998E-21E9-3942-DE5C-A2C389395F78}"/>
                  </a:ext>
                </a:extLst>
              </p:cNvPr>
              <p:cNvSpPr/>
              <p:nvPr/>
            </p:nvSpPr>
            <p:spPr>
              <a:xfrm>
                <a:off x="3122189" y="2727194"/>
                <a:ext cx="364135" cy="728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97" name="直接箭头连接符 196">
                <a:extLst>
                  <a:ext uri="{FF2B5EF4-FFF2-40B4-BE49-F238E27FC236}">
                    <a16:creationId xmlns:a16="http://schemas.microsoft.com/office/drawing/2014/main" id="{3EB954BD-86D7-DA68-591C-8225107D6737}"/>
                  </a:ext>
                </a:extLst>
              </p:cNvPr>
              <p:cNvCxnSpPr>
                <a:cxnSpLocks/>
                <a:endCxn id="194" idx="2"/>
              </p:cNvCxnSpPr>
              <p:nvPr/>
            </p:nvCxnSpPr>
            <p:spPr>
              <a:xfrm flipH="1">
                <a:off x="2575986" y="2789145"/>
                <a:ext cx="612163" cy="1090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8" name="组合 397">
              <a:extLst>
                <a:ext uri="{FF2B5EF4-FFF2-40B4-BE49-F238E27FC236}">
                  <a16:creationId xmlns:a16="http://schemas.microsoft.com/office/drawing/2014/main" id="{89561138-A286-9DCE-434F-2D8B8F3497E4}"/>
                </a:ext>
              </a:extLst>
            </p:cNvPr>
            <p:cNvGrpSpPr/>
            <p:nvPr/>
          </p:nvGrpSpPr>
          <p:grpSpPr>
            <a:xfrm>
              <a:off x="1126802" y="1750957"/>
              <a:ext cx="2454598" cy="1115266"/>
              <a:chOff x="1126802" y="1750957"/>
              <a:chExt cx="2454598" cy="1115266"/>
            </a:xfrm>
          </p:grpSpPr>
          <p:sp>
            <p:nvSpPr>
              <p:cNvPr id="199" name="矩形 198">
                <a:extLst>
                  <a:ext uri="{FF2B5EF4-FFF2-40B4-BE49-F238E27FC236}">
                    <a16:creationId xmlns:a16="http://schemas.microsoft.com/office/drawing/2014/main" id="{0E9EC5FB-7A98-F66C-D10C-22D24FC233C1}"/>
                  </a:ext>
                </a:extLst>
              </p:cNvPr>
              <p:cNvSpPr/>
              <p:nvPr/>
            </p:nvSpPr>
            <p:spPr>
              <a:xfrm>
                <a:off x="1126802" y="1750957"/>
                <a:ext cx="2448479" cy="10970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200" name="矩形 199">
                <a:extLst>
                  <a:ext uri="{FF2B5EF4-FFF2-40B4-BE49-F238E27FC236}">
                    <a16:creationId xmlns:a16="http://schemas.microsoft.com/office/drawing/2014/main" id="{E130FA10-1A96-B861-09EF-2054F7B8B9DC}"/>
                  </a:ext>
                </a:extLst>
              </p:cNvPr>
              <p:cNvSpPr/>
              <p:nvPr/>
            </p:nvSpPr>
            <p:spPr>
              <a:xfrm>
                <a:off x="1132921" y="1750957"/>
                <a:ext cx="816160" cy="36568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" name="矩形 200">
                <a:extLst>
                  <a:ext uri="{FF2B5EF4-FFF2-40B4-BE49-F238E27FC236}">
                    <a16:creationId xmlns:a16="http://schemas.microsoft.com/office/drawing/2014/main" id="{B3388A61-960A-A36A-1F36-C0A94655DDED}"/>
                  </a:ext>
                </a:extLst>
              </p:cNvPr>
              <p:cNvSpPr/>
              <p:nvPr/>
            </p:nvSpPr>
            <p:spPr>
              <a:xfrm>
                <a:off x="1949080" y="1750957"/>
                <a:ext cx="816160" cy="36568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521F5F9F-E750-6160-911B-E2DDE91F2CA3}"/>
                  </a:ext>
                </a:extLst>
              </p:cNvPr>
              <p:cNvSpPr/>
              <p:nvPr/>
            </p:nvSpPr>
            <p:spPr>
              <a:xfrm>
                <a:off x="2765240" y="1750957"/>
                <a:ext cx="816160" cy="36568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" name="矩形 202">
                <a:extLst>
                  <a:ext uri="{FF2B5EF4-FFF2-40B4-BE49-F238E27FC236}">
                    <a16:creationId xmlns:a16="http://schemas.microsoft.com/office/drawing/2014/main" id="{4D945159-14EF-92FF-2B5E-27C7588EA114}"/>
                  </a:ext>
                </a:extLst>
              </p:cNvPr>
              <p:cNvSpPr/>
              <p:nvPr/>
            </p:nvSpPr>
            <p:spPr>
              <a:xfrm>
                <a:off x="1132921" y="2131802"/>
                <a:ext cx="816160" cy="36568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" name="矩形 203">
                <a:extLst>
                  <a:ext uri="{FF2B5EF4-FFF2-40B4-BE49-F238E27FC236}">
                    <a16:creationId xmlns:a16="http://schemas.microsoft.com/office/drawing/2014/main" id="{40150AC7-2FD2-E4E3-D8E0-A4B96272CD08}"/>
                  </a:ext>
                </a:extLst>
              </p:cNvPr>
              <p:cNvSpPr/>
              <p:nvPr/>
            </p:nvSpPr>
            <p:spPr>
              <a:xfrm>
                <a:off x="1949080" y="2131802"/>
                <a:ext cx="816160" cy="36568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" name="矩形 204">
                <a:extLst>
                  <a:ext uri="{FF2B5EF4-FFF2-40B4-BE49-F238E27FC236}">
                    <a16:creationId xmlns:a16="http://schemas.microsoft.com/office/drawing/2014/main" id="{8106783F-3C40-C2E5-74C4-59A2FD499CC1}"/>
                  </a:ext>
                </a:extLst>
              </p:cNvPr>
              <p:cNvSpPr/>
              <p:nvPr/>
            </p:nvSpPr>
            <p:spPr>
              <a:xfrm>
                <a:off x="2765240" y="2131802"/>
                <a:ext cx="816160" cy="36568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" name="矩形 205">
                <a:extLst>
                  <a:ext uri="{FF2B5EF4-FFF2-40B4-BE49-F238E27FC236}">
                    <a16:creationId xmlns:a16="http://schemas.microsoft.com/office/drawing/2014/main" id="{21C7A095-78FC-2F6E-3BE4-62D950D0EB7E}"/>
                  </a:ext>
                </a:extLst>
              </p:cNvPr>
              <p:cNvSpPr/>
              <p:nvPr/>
            </p:nvSpPr>
            <p:spPr>
              <a:xfrm>
                <a:off x="1132921" y="2500543"/>
                <a:ext cx="816160" cy="36568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" name="矩形 206">
                <a:extLst>
                  <a:ext uri="{FF2B5EF4-FFF2-40B4-BE49-F238E27FC236}">
                    <a16:creationId xmlns:a16="http://schemas.microsoft.com/office/drawing/2014/main" id="{36B441D1-2C5E-CDCF-CF60-8C4F4B14D6F0}"/>
                  </a:ext>
                </a:extLst>
              </p:cNvPr>
              <p:cNvSpPr/>
              <p:nvPr/>
            </p:nvSpPr>
            <p:spPr>
              <a:xfrm>
                <a:off x="1949080" y="2500543"/>
                <a:ext cx="816160" cy="36568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" name="矩形 207">
                <a:extLst>
                  <a:ext uri="{FF2B5EF4-FFF2-40B4-BE49-F238E27FC236}">
                    <a16:creationId xmlns:a16="http://schemas.microsoft.com/office/drawing/2014/main" id="{981954E5-7E56-0C37-F32B-D58915B93141}"/>
                  </a:ext>
                </a:extLst>
              </p:cNvPr>
              <p:cNvSpPr/>
              <p:nvPr/>
            </p:nvSpPr>
            <p:spPr>
              <a:xfrm>
                <a:off x="2765240" y="2500543"/>
                <a:ext cx="816160" cy="36568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9" name="直接箭头连接符 208">
                <a:extLst>
                  <a:ext uri="{FF2B5EF4-FFF2-40B4-BE49-F238E27FC236}">
                    <a16:creationId xmlns:a16="http://schemas.microsoft.com/office/drawing/2014/main" id="{99EAAC4E-ADDE-07D2-794A-30C9BE3C6431}"/>
                  </a:ext>
                </a:extLst>
              </p:cNvPr>
              <p:cNvCxnSpPr>
                <a:cxnSpLocks/>
                <a:endCxn id="206" idx="2"/>
              </p:cNvCxnSpPr>
              <p:nvPr/>
            </p:nvCxnSpPr>
            <p:spPr>
              <a:xfrm flipH="1">
                <a:off x="1541001" y="2811478"/>
                <a:ext cx="1372080" cy="54745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7" name="组合 396">
              <a:extLst>
                <a:ext uri="{FF2B5EF4-FFF2-40B4-BE49-F238E27FC236}">
                  <a16:creationId xmlns:a16="http://schemas.microsoft.com/office/drawing/2014/main" id="{9884A664-4525-F468-E676-5ED520C0250B}"/>
                </a:ext>
              </a:extLst>
            </p:cNvPr>
            <p:cNvGrpSpPr/>
            <p:nvPr/>
          </p:nvGrpSpPr>
          <p:grpSpPr>
            <a:xfrm>
              <a:off x="5630309" y="618720"/>
              <a:ext cx="1504457" cy="533303"/>
              <a:chOff x="5630309" y="618720"/>
              <a:chExt cx="1504457" cy="533303"/>
            </a:xfrm>
          </p:grpSpPr>
          <p:sp>
            <p:nvSpPr>
              <p:cNvPr id="217" name="矩形 216">
                <a:extLst>
                  <a:ext uri="{FF2B5EF4-FFF2-40B4-BE49-F238E27FC236}">
                    <a16:creationId xmlns:a16="http://schemas.microsoft.com/office/drawing/2014/main" id="{3F79C2DF-B901-CE74-148F-A7E6D9947F97}"/>
                  </a:ext>
                </a:extLst>
              </p:cNvPr>
              <p:cNvSpPr/>
              <p:nvPr/>
            </p:nvSpPr>
            <p:spPr>
              <a:xfrm>
                <a:off x="5630309" y="618720"/>
                <a:ext cx="1500707" cy="52458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轨道动力学</a:t>
                </a:r>
              </a:p>
            </p:txBody>
          </p:sp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D3E470A8-73CE-ADE7-90D9-AC4D803B2048}"/>
                  </a:ext>
                </a:extLst>
              </p:cNvPr>
              <p:cNvSpPr/>
              <p:nvPr/>
            </p:nvSpPr>
            <p:spPr>
              <a:xfrm>
                <a:off x="5634059" y="618720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44A339FA-0D24-B3A7-A200-92C629A79109}"/>
                  </a:ext>
                </a:extLst>
              </p:cNvPr>
              <p:cNvSpPr/>
              <p:nvPr/>
            </p:nvSpPr>
            <p:spPr>
              <a:xfrm>
                <a:off x="6134295" y="618720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" name="矩形 219">
                <a:extLst>
                  <a:ext uri="{FF2B5EF4-FFF2-40B4-BE49-F238E27FC236}">
                    <a16:creationId xmlns:a16="http://schemas.microsoft.com/office/drawing/2014/main" id="{1FB97E63-053C-C236-48A1-A8F3DDD207DA}"/>
                  </a:ext>
                </a:extLst>
              </p:cNvPr>
              <p:cNvSpPr/>
              <p:nvPr/>
            </p:nvSpPr>
            <p:spPr>
              <a:xfrm>
                <a:off x="6634530" y="618720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" name="矩形 220">
                <a:extLst>
                  <a:ext uri="{FF2B5EF4-FFF2-40B4-BE49-F238E27FC236}">
                    <a16:creationId xmlns:a16="http://schemas.microsoft.com/office/drawing/2014/main" id="{31FA1164-9DA7-19DE-6674-9248A710DBAD}"/>
                  </a:ext>
                </a:extLst>
              </p:cNvPr>
              <p:cNvSpPr/>
              <p:nvPr/>
            </p:nvSpPr>
            <p:spPr>
              <a:xfrm>
                <a:off x="5634059" y="800834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" name="矩形 221">
                <a:extLst>
                  <a:ext uri="{FF2B5EF4-FFF2-40B4-BE49-F238E27FC236}">
                    <a16:creationId xmlns:a16="http://schemas.microsoft.com/office/drawing/2014/main" id="{6E2310C1-99F0-F8AD-753C-B9BE46ABD517}"/>
                  </a:ext>
                </a:extLst>
              </p:cNvPr>
              <p:cNvSpPr/>
              <p:nvPr/>
            </p:nvSpPr>
            <p:spPr>
              <a:xfrm>
                <a:off x="6134295" y="800834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" name="矩形 222">
                <a:extLst>
                  <a:ext uri="{FF2B5EF4-FFF2-40B4-BE49-F238E27FC236}">
                    <a16:creationId xmlns:a16="http://schemas.microsoft.com/office/drawing/2014/main" id="{E08AD78B-A3F0-586E-FCEC-D2B693F7E111}"/>
                  </a:ext>
                </a:extLst>
              </p:cNvPr>
              <p:cNvSpPr/>
              <p:nvPr/>
            </p:nvSpPr>
            <p:spPr>
              <a:xfrm>
                <a:off x="6634530" y="800834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" name="矩形 223">
                <a:extLst>
                  <a:ext uri="{FF2B5EF4-FFF2-40B4-BE49-F238E27FC236}">
                    <a16:creationId xmlns:a16="http://schemas.microsoft.com/office/drawing/2014/main" id="{31CF334F-322F-365B-D7A2-A87542CDA007}"/>
                  </a:ext>
                </a:extLst>
              </p:cNvPr>
              <p:cNvSpPr/>
              <p:nvPr/>
            </p:nvSpPr>
            <p:spPr>
              <a:xfrm>
                <a:off x="5634059" y="977161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" name="矩形 224">
                <a:extLst>
                  <a:ext uri="{FF2B5EF4-FFF2-40B4-BE49-F238E27FC236}">
                    <a16:creationId xmlns:a16="http://schemas.microsoft.com/office/drawing/2014/main" id="{DB567995-E333-FFC6-9D20-3D9B2FC06543}"/>
                  </a:ext>
                </a:extLst>
              </p:cNvPr>
              <p:cNvSpPr/>
              <p:nvPr/>
            </p:nvSpPr>
            <p:spPr>
              <a:xfrm>
                <a:off x="6134295" y="977161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" name="矩形 225">
                <a:extLst>
                  <a:ext uri="{FF2B5EF4-FFF2-40B4-BE49-F238E27FC236}">
                    <a16:creationId xmlns:a16="http://schemas.microsoft.com/office/drawing/2014/main" id="{0332D113-5D34-6F5F-CB1E-850C8B1928B1}"/>
                  </a:ext>
                </a:extLst>
              </p:cNvPr>
              <p:cNvSpPr/>
              <p:nvPr/>
            </p:nvSpPr>
            <p:spPr>
              <a:xfrm>
                <a:off x="6634530" y="977161"/>
                <a:ext cx="500236" cy="17486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D0BC87F7-414D-DE66-C79D-B1CA664EA211}"/>
                  </a:ext>
                </a:extLst>
              </p:cNvPr>
              <p:cNvCxnSpPr>
                <a:cxnSpLocks/>
                <a:endCxn id="224" idx="2"/>
              </p:cNvCxnSpPr>
              <p:nvPr/>
            </p:nvCxnSpPr>
            <p:spPr>
              <a:xfrm flipH="1">
                <a:off x="5884177" y="1125845"/>
                <a:ext cx="840967" cy="26178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6" name="组合 395">
              <a:extLst>
                <a:ext uri="{FF2B5EF4-FFF2-40B4-BE49-F238E27FC236}">
                  <a16:creationId xmlns:a16="http://schemas.microsoft.com/office/drawing/2014/main" id="{7DDEA3F6-9202-D494-CD8A-2D7AB28C81A4}"/>
                </a:ext>
              </a:extLst>
            </p:cNvPr>
            <p:cNvGrpSpPr/>
            <p:nvPr/>
          </p:nvGrpSpPr>
          <p:grpSpPr>
            <a:xfrm>
              <a:off x="5575137" y="6049897"/>
              <a:ext cx="1740315" cy="612905"/>
              <a:chOff x="5575137" y="6049897"/>
              <a:chExt cx="1740315" cy="612905"/>
            </a:xfrm>
          </p:grpSpPr>
          <p:sp>
            <p:nvSpPr>
              <p:cNvPr id="229" name="矩形 228">
                <a:extLst>
                  <a:ext uri="{FF2B5EF4-FFF2-40B4-BE49-F238E27FC236}">
                    <a16:creationId xmlns:a16="http://schemas.microsoft.com/office/drawing/2014/main" id="{064884B5-6CCB-B2F6-4045-1A92A275B649}"/>
                  </a:ext>
                </a:extLst>
              </p:cNvPr>
              <p:cNvSpPr/>
              <p:nvPr/>
            </p:nvSpPr>
            <p:spPr>
              <a:xfrm>
                <a:off x="5575137" y="6049897"/>
                <a:ext cx="1735977" cy="6028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轨道环境摄动</a:t>
                </a:r>
              </a:p>
            </p:txBody>
          </p:sp>
          <p:sp>
            <p:nvSpPr>
              <p:cNvPr id="230" name="矩形 229">
                <a:extLst>
                  <a:ext uri="{FF2B5EF4-FFF2-40B4-BE49-F238E27FC236}">
                    <a16:creationId xmlns:a16="http://schemas.microsoft.com/office/drawing/2014/main" id="{D04CE263-7B5E-5F3B-59BD-6F969690C5BB}"/>
                  </a:ext>
                </a:extLst>
              </p:cNvPr>
              <p:cNvSpPr/>
              <p:nvPr/>
            </p:nvSpPr>
            <p:spPr>
              <a:xfrm>
                <a:off x="5579475" y="6049897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矩形 230">
                <a:extLst>
                  <a:ext uri="{FF2B5EF4-FFF2-40B4-BE49-F238E27FC236}">
                    <a16:creationId xmlns:a16="http://schemas.microsoft.com/office/drawing/2014/main" id="{03FD0885-1BBA-5B63-189E-B462D1CD3D3A}"/>
                  </a:ext>
                </a:extLst>
              </p:cNvPr>
              <p:cNvSpPr/>
              <p:nvPr/>
            </p:nvSpPr>
            <p:spPr>
              <a:xfrm>
                <a:off x="6158134" y="6049897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矩形 231">
                <a:extLst>
                  <a:ext uri="{FF2B5EF4-FFF2-40B4-BE49-F238E27FC236}">
                    <a16:creationId xmlns:a16="http://schemas.microsoft.com/office/drawing/2014/main" id="{2F2A3604-1AF1-CDA1-5C51-9D78FD6C01C2}"/>
                  </a:ext>
                </a:extLst>
              </p:cNvPr>
              <p:cNvSpPr/>
              <p:nvPr/>
            </p:nvSpPr>
            <p:spPr>
              <a:xfrm>
                <a:off x="6736793" y="6049897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矩形 232">
                <a:extLst>
                  <a:ext uri="{FF2B5EF4-FFF2-40B4-BE49-F238E27FC236}">
                    <a16:creationId xmlns:a16="http://schemas.microsoft.com/office/drawing/2014/main" id="{D20E2E3D-C471-C2C5-9FD3-18E21C55AFE7}"/>
                  </a:ext>
                </a:extLst>
              </p:cNvPr>
              <p:cNvSpPr/>
              <p:nvPr/>
            </p:nvSpPr>
            <p:spPr>
              <a:xfrm>
                <a:off x="5579475" y="6259194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" name="矩形 233">
                <a:extLst>
                  <a:ext uri="{FF2B5EF4-FFF2-40B4-BE49-F238E27FC236}">
                    <a16:creationId xmlns:a16="http://schemas.microsoft.com/office/drawing/2014/main" id="{DF571C52-16E3-740B-B6BC-088600E2B1D1}"/>
                  </a:ext>
                </a:extLst>
              </p:cNvPr>
              <p:cNvSpPr/>
              <p:nvPr/>
            </p:nvSpPr>
            <p:spPr>
              <a:xfrm>
                <a:off x="6158134" y="6259194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" name="矩形 234">
                <a:extLst>
                  <a:ext uri="{FF2B5EF4-FFF2-40B4-BE49-F238E27FC236}">
                    <a16:creationId xmlns:a16="http://schemas.microsoft.com/office/drawing/2014/main" id="{4563FB82-0797-132F-C1B6-60B36B8E028E}"/>
                  </a:ext>
                </a:extLst>
              </p:cNvPr>
              <p:cNvSpPr/>
              <p:nvPr/>
            </p:nvSpPr>
            <p:spPr>
              <a:xfrm>
                <a:off x="6736793" y="6259194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" name="矩形 235">
                <a:extLst>
                  <a:ext uri="{FF2B5EF4-FFF2-40B4-BE49-F238E27FC236}">
                    <a16:creationId xmlns:a16="http://schemas.microsoft.com/office/drawing/2014/main" id="{6826549F-CFA3-2F6A-A1DF-C4AD4E4CFCD0}"/>
                  </a:ext>
                </a:extLst>
              </p:cNvPr>
              <p:cNvSpPr/>
              <p:nvPr/>
            </p:nvSpPr>
            <p:spPr>
              <a:xfrm>
                <a:off x="5579475" y="6461839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" name="矩形 236">
                <a:extLst>
                  <a:ext uri="{FF2B5EF4-FFF2-40B4-BE49-F238E27FC236}">
                    <a16:creationId xmlns:a16="http://schemas.microsoft.com/office/drawing/2014/main" id="{C196C203-15CE-6B8E-147B-A1655D2FCECA}"/>
                  </a:ext>
                </a:extLst>
              </p:cNvPr>
              <p:cNvSpPr/>
              <p:nvPr/>
            </p:nvSpPr>
            <p:spPr>
              <a:xfrm>
                <a:off x="6158134" y="6461839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" name="矩形 237">
                <a:extLst>
                  <a:ext uri="{FF2B5EF4-FFF2-40B4-BE49-F238E27FC236}">
                    <a16:creationId xmlns:a16="http://schemas.microsoft.com/office/drawing/2014/main" id="{D5CAD8A1-03FE-FBAA-C834-DA307E990341}"/>
                  </a:ext>
                </a:extLst>
              </p:cNvPr>
              <p:cNvSpPr/>
              <p:nvPr/>
            </p:nvSpPr>
            <p:spPr>
              <a:xfrm>
                <a:off x="6736793" y="6461839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39" name="直接箭头连接符 238">
                <a:extLst>
                  <a:ext uri="{FF2B5EF4-FFF2-40B4-BE49-F238E27FC236}">
                    <a16:creationId xmlns:a16="http://schemas.microsoft.com/office/drawing/2014/main" id="{D56FA31F-88B5-4A03-1190-074EFEA477FE}"/>
                  </a:ext>
                </a:extLst>
              </p:cNvPr>
              <p:cNvCxnSpPr>
                <a:cxnSpLocks/>
                <a:endCxn id="236" idx="2"/>
              </p:cNvCxnSpPr>
              <p:nvPr/>
            </p:nvCxnSpPr>
            <p:spPr>
              <a:xfrm flipH="1">
                <a:off x="5868805" y="6632716"/>
                <a:ext cx="972808" cy="30086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5" name="组合 394">
              <a:extLst>
                <a:ext uri="{FF2B5EF4-FFF2-40B4-BE49-F238E27FC236}">
                  <a16:creationId xmlns:a16="http://schemas.microsoft.com/office/drawing/2014/main" id="{8B9AAFDD-2BFC-ECE6-A58D-61646B818872}"/>
                </a:ext>
              </a:extLst>
            </p:cNvPr>
            <p:cNvGrpSpPr/>
            <p:nvPr/>
          </p:nvGrpSpPr>
          <p:grpSpPr>
            <a:xfrm>
              <a:off x="5610214" y="4411728"/>
              <a:ext cx="435319" cy="1524000"/>
              <a:chOff x="5610214" y="4411728"/>
              <a:chExt cx="435319" cy="1524000"/>
            </a:xfrm>
          </p:grpSpPr>
          <p:sp>
            <p:nvSpPr>
              <p:cNvPr id="241" name="矩形 240">
                <a:extLst>
                  <a:ext uri="{FF2B5EF4-FFF2-40B4-BE49-F238E27FC236}">
                    <a16:creationId xmlns:a16="http://schemas.microsoft.com/office/drawing/2014/main" id="{4A16CF73-0AFA-6B1D-EF36-9C913151D02B}"/>
                  </a:ext>
                </a:extLst>
              </p:cNvPr>
              <p:cNvSpPr/>
              <p:nvPr/>
            </p:nvSpPr>
            <p:spPr>
              <a:xfrm>
                <a:off x="5610214" y="4411728"/>
                <a:ext cx="434234" cy="14990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太阳光压摄动</a:t>
                </a:r>
              </a:p>
            </p:txBody>
          </p:sp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E203B277-6A78-9C6E-05E9-2E09754D32A5}"/>
                  </a:ext>
                </a:extLst>
              </p:cNvPr>
              <p:cNvSpPr/>
              <p:nvPr/>
            </p:nvSpPr>
            <p:spPr>
              <a:xfrm>
                <a:off x="5611299" y="4411728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A41C3641-08F8-1CDC-4F8D-C2F45C7F90BC}"/>
                  </a:ext>
                </a:extLst>
              </p:cNvPr>
              <p:cNvSpPr/>
              <p:nvPr/>
            </p:nvSpPr>
            <p:spPr>
              <a:xfrm>
                <a:off x="5756044" y="4411728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" name="矩形 243">
                <a:extLst>
                  <a:ext uri="{FF2B5EF4-FFF2-40B4-BE49-F238E27FC236}">
                    <a16:creationId xmlns:a16="http://schemas.microsoft.com/office/drawing/2014/main" id="{F8DCA535-2A31-02B7-CB5D-3E6912B4FB7E}"/>
                  </a:ext>
                </a:extLst>
              </p:cNvPr>
              <p:cNvSpPr/>
              <p:nvPr/>
            </p:nvSpPr>
            <p:spPr>
              <a:xfrm>
                <a:off x="5900788" y="4411728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" name="矩形 244">
                <a:extLst>
                  <a:ext uri="{FF2B5EF4-FFF2-40B4-BE49-F238E27FC236}">
                    <a16:creationId xmlns:a16="http://schemas.microsoft.com/office/drawing/2014/main" id="{A16D8AC7-D44A-E2C6-F23D-71621D4C4216}"/>
                  </a:ext>
                </a:extLst>
              </p:cNvPr>
              <p:cNvSpPr/>
              <p:nvPr/>
            </p:nvSpPr>
            <p:spPr>
              <a:xfrm>
                <a:off x="5611299" y="4932150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" name="矩形 245">
                <a:extLst>
                  <a:ext uri="{FF2B5EF4-FFF2-40B4-BE49-F238E27FC236}">
                    <a16:creationId xmlns:a16="http://schemas.microsoft.com/office/drawing/2014/main" id="{968543F5-1853-A8C5-9A8F-C85D311B659C}"/>
                  </a:ext>
                </a:extLst>
              </p:cNvPr>
              <p:cNvSpPr/>
              <p:nvPr/>
            </p:nvSpPr>
            <p:spPr>
              <a:xfrm>
                <a:off x="5756044" y="4932150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" name="矩形 246">
                <a:extLst>
                  <a:ext uri="{FF2B5EF4-FFF2-40B4-BE49-F238E27FC236}">
                    <a16:creationId xmlns:a16="http://schemas.microsoft.com/office/drawing/2014/main" id="{38E4F718-D5D2-342B-5A4D-6AB0AA7CC998}"/>
                  </a:ext>
                </a:extLst>
              </p:cNvPr>
              <p:cNvSpPr/>
              <p:nvPr/>
            </p:nvSpPr>
            <p:spPr>
              <a:xfrm>
                <a:off x="5900788" y="4932150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" name="矩形 247">
                <a:extLst>
                  <a:ext uri="{FF2B5EF4-FFF2-40B4-BE49-F238E27FC236}">
                    <a16:creationId xmlns:a16="http://schemas.microsoft.com/office/drawing/2014/main" id="{D64386D4-D91D-2FFF-096E-503227E3660D}"/>
                  </a:ext>
                </a:extLst>
              </p:cNvPr>
              <p:cNvSpPr/>
              <p:nvPr/>
            </p:nvSpPr>
            <p:spPr>
              <a:xfrm>
                <a:off x="5611299" y="5436030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" name="矩形 248">
                <a:extLst>
                  <a:ext uri="{FF2B5EF4-FFF2-40B4-BE49-F238E27FC236}">
                    <a16:creationId xmlns:a16="http://schemas.microsoft.com/office/drawing/2014/main" id="{2EBB5D53-488D-4962-5707-6668FBF79B4D}"/>
                  </a:ext>
                </a:extLst>
              </p:cNvPr>
              <p:cNvSpPr/>
              <p:nvPr/>
            </p:nvSpPr>
            <p:spPr>
              <a:xfrm>
                <a:off x="5756044" y="5436030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" name="矩形 249">
                <a:extLst>
                  <a:ext uri="{FF2B5EF4-FFF2-40B4-BE49-F238E27FC236}">
                    <a16:creationId xmlns:a16="http://schemas.microsoft.com/office/drawing/2014/main" id="{D919F519-99BA-BC03-562B-B8E4BCFA6D2D}"/>
                  </a:ext>
                </a:extLst>
              </p:cNvPr>
              <p:cNvSpPr/>
              <p:nvPr/>
            </p:nvSpPr>
            <p:spPr>
              <a:xfrm>
                <a:off x="5900788" y="5436030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51" name="直接箭头连接符 250">
                <a:extLst>
                  <a:ext uri="{FF2B5EF4-FFF2-40B4-BE49-F238E27FC236}">
                    <a16:creationId xmlns:a16="http://schemas.microsoft.com/office/drawing/2014/main" id="{397E02CA-C35B-01B1-4619-49A69DEAC87A}"/>
                  </a:ext>
                </a:extLst>
              </p:cNvPr>
              <p:cNvCxnSpPr>
                <a:cxnSpLocks/>
                <a:endCxn id="248" idx="2"/>
              </p:cNvCxnSpPr>
              <p:nvPr/>
            </p:nvCxnSpPr>
            <p:spPr>
              <a:xfrm flipH="1">
                <a:off x="5683671" y="5860919"/>
                <a:ext cx="243336" cy="74809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4" name="组合 393">
              <a:extLst>
                <a:ext uri="{FF2B5EF4-FFF2-40B4-BE49-F238E27FC236}">
                  <a16:creationId xmlns:a16="http://schemas.microsoft.com/office/drawing/2014/main" id="{16272B7B-7F66-0B50-52A6-7387072AF7CD}"/>
                </a:ext>
              </a:extLst>
            </p:cNvPr>
            <p:cNvGrpSpPr/>
            <p:nvPr/>
          </p:nvGrpSpPr>
          <p:grpSpPr>
            <a:xfrm>
              <a:off x="6284435" y="4404471"/>
              <a:ext cx="435319" cy="1524000"/>
              <a:chOff x="6284435" y="4404471"/>
              <a:chExt cx="435319" cy="1524000"/>
            </a:xfrm>
          </p:grpSpPr>
          <p:sp>
            <p:nvSpPr>
              <p:cNvPr id="289" name="矩形 288">
                <a:extLst>
                  <a:ext uri="{FF2B5EF4-FFF2-40B4-BE49-F238E27FC236}">
                    <a16:creationId xmlns:a16="http://schemas.microsoft.com/office/drawing/2014/main" id="{4052FCDC-F017-6A86-8B4E-50E6DC68B6BA}"/>
                  </a:ext>
                </a:extLst>
              </p:cNvPr>
              <p:cNvSpPr/>
              <p:nvPr/>
            </p:nvSpPr>
            <p:spPr>
              <a:xfrm>
                <a:off x="6284435" y="4404471"/>
                <a:ext cx="434234" cy="14990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大气阻力摄动</a:t>
                </a:r>
              </a:p>
            </p:txBody>
          </p:sp>
          <p:sp>
            <p:nvSpPr>
              <p:cNvPr id="290" name="矩形 289">
                <a:extLst>
                  <a:ext uri="{FF2B5EF4-FFF2-40B4-BE49-F238E27FC236}">
                    <a16:creationId xmlns:a16="http://schemas.microsoft.com/office/drawing/2014/main" id="{2D4537D3-5FE2-B739-04E4-9C82FB91DEED}"/>
                  </a:ext>
                </a:extLst>
              </p:cNvPr>
              <p:cNvSpPr/>
              <p:nvPr/>
            </p:nvSpPr>
            <p:spPr>
              <a:xfrm>
                <a:off x="6285520" y="4404471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" name="矩形 290">
                <a:extLst>
                  <a:ext uri="{FF2B5EF4-FFF2-40B4-BE49-F238E27FC236}">
                    <a16:creationId xmlns:a16="http://schemas.microsoft.com/office/drawing/2014/main" id="{188A735A-9D0E-86FA-5976-940991344B25}"/>
                  </a:ext>
                </a:extLst>
              </p:cNvPr>
              <p:cNvSpPr/>
              <p:nvPr/>
            </p:nvSpPr>
            <p:spPr>
              <a:xfrm>
                <a:off x="6430265" y="4404471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" name="矩形 291">
                <a:extLst>
                  <a:ext uri="{FF2B5EF4-FFF2-40B4-BE49-F238E27FC236}">
                    <a16:creationId xmlns:a16="http://schemas.microsoft.com/office/drawing/2014/main" id="{013DAE3E-41C0-F3E2-2B17-C0A6A986DFDD}"/>
                  </a:ext>
                </a:extLst>
              </p:cNvPr>
              <p:cNvSpPr/>
              <p:nvPr/>
            </p:nvSpPr>
            <p:spPr>
              <a:xfrm>
                <a:off x="6575009" y="4404471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" name="矩形 292">
                <a:extLst>
                  <a:ext uri="{FF2B5EF4-FFF2-40B4-BE49-F238E27FC236}">
                    <a16:creationId xmlns:a16="http://schemas.microsoft.com/office/drawing/2014/main" id="{9050E362-2F62-ACB9-0781-B4320E4EF6EB}"/>
                  </a:ext>
                </a:extLst>
              </p:cNvPr>
              <p:cNvSpPr/>
              <p:nvPr/>
            </p:nvSpPr>
            <p:spPr>
              <a:xfrm>
                <a:off x="6285520" y="4924893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" name="矩形 293">
                <a:extLst>
                  <a:ext uri="{FF2B5EF4-FFF2-40B4-BE49-F238E27FC236}">
                    <a16:creationId xmlns:a16="http://schemas.microsoft.com/office/drawing/2014/main" id="{15FE4DE4-89AD-9E5E-2B4F-4A325ACD8746}"/>
                  </a:ext>
                </a:extLst>
              </p:cNvPr>
              <p:cNvSpPr/>
              <p:nvPr/>
            </p:nvSpPr>
            <p:spPr>
              <a:xfrm>
                <a:off x="6430265" y="4924893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" name="矩形 294">
                <a:extLst>
                  <a:ext uri="{FF2B5EF4-FFF2-40B4-BE49-F238E27FC236}">
                    <a16:creationId xmlns:a16="http://schemas.microsoft.com/office/drawing/2014/main" id="{6CAF23CE-5D3C-C906-1964-11E8AC15437B}"/>
                  </a:ext>
                </a:extLst>
              </p:cNvPr>
              <p:cNvSpPr/>
              <p:nvPr/>
            </p:nvSpPr>
            <p:spPr>
              <a:xfrm>
                <a:off x="6575009" y="4924893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" name="矩形 295">
                <a:extLst>
                  <a:ext uri="{FF2B5EF4-FFF2-40B4-BE49-F238E27FC236}">
                    <a16:creationId xmlns:a16="http://schemas.microsoft.com/office/drawing/2014/main" id="{62FFEF5F-D618-2270-970D-0EFC8ED0B8C8}"/>
                  </a:ext>
                </a:extLst>
              </p:cNvPr>
              <p:cNvSpPr/>
              <p:nvPr/>
            </p:nvSpPr>
            <p:spPr>
              <a:xfrm>
                <a:off x="6285520" y="5428773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" name="矩形 296">
                <a:extLst>
                  <a:ext uri="{FF2B5EF4-FFF2-40B4-BE49-F238E27FC236}">
                    <a16:creationId xmlns:a16="http://schemas.microsoft.com/office/drawing/2014/main" id="{CF9FCDB8-42CB-DEDA-25A2-9DC81448E13E}"/>
                  </a:ext>
                </a:extLst>
              </p:cNvPr>
              <p:cNvSpPr/>
              <p:nvPr/>
            </p:nvSpPr>
            <p:spPr>
              <a:xfrm>
                <a:off x="6430265" y="5428773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" name="矩形 297">
                <a:extLst>
                  <a:ext uri="{FF2B5EF4-FFF2-40B4-BE49-F238E27FC236}">
                    <a16:creationId xmlns:a16="http://schemas.microsoft.com/office/drawing/2014/main" id="{6AC77FF8-8C70-A923-806F-29B634AD6913}"/>
                  </a:ext>
                </a:extLst>
              </p:cNvPr>
              <p:cNvSpPr/>
              <p:nvPr/>
            </p:nvSpPr>
            <p:spPr>
              <a:xfrm>
                <a:off x="6575009" y="5428773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99" name="直接箭头连接符 298">
                <a:extLst>
                  <a:ext uri="{FF2B5EF4-FFF2-40B4-BE49-F238E27FC236}">
                    <a16:creationId xmlns:a16="http://schemas.microsoft.com/office/drawing/2014/main" id="{0D797B9A-DCAE-4254-1F58-89D548795455}"/>
                  </a:ext>
                </a:extLst>
              </p:cNvPr>
              <p:cNvCxnSpPr>
                <a:cxnSpLocks/>
                <a:endCxn id="296" idx="2"/>
              </p:cNvCxnSpPr>
              <p:nvPr/>
            </p:nvCxnSpPr>
            <p:spPr>
              <a:xfrm flipH="1">
                <a:off x="6357892" y="5853662"/>
                <a:ext cx="243336" cy="74809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3" name="组合 392">
              <a:extLst>
                <a:ext uri="{FF2B5EF4-FFF2-40B4-BE49-F238E27FC236}">
                  <a16:creationId xmlns:a16="http://schemas.microsoft.com/office/drawing/2014/main" id="{599499A0-364C-FCDB-B40F-16123029D12C}"/>
                </a:ext>
              </a:extLst>
            </p:cNvPr>
            <p:cNvGrpSpPr/>
            <p:nvPr/>
          </p:nvGrpSpPr>
          <p:grpSpPr>
            <a:xfrm>
              <a:off x="6909242" y="4389956"/>
              <a:ext cx="435319" cy="1524000"/>
              <a:chOff x="6909242" y="4389956"/>
              <a:chExt cx="435319" cy="1524000"/>
            </a:xfrm>
          </p:grpSpPr>
          <p:sp>
            <p:nvSpPr>
              <p:cNvPr id="301" name="矩形 300">
                <a:extLst>
                  <a:ext uri="{FF2B5EF4-FFF2-40B4-BE49-F238E27FC236}">
                    <a16:creationId xmlns:a16="http://schemas.microsoft.com/office/drawing/2014/main" id="{9E2D8FD4-8324-5118-7116-DA5DC91E49F0}"/>
                  </a:ext>
                </a:extLst>
              </p:cNvPr>
              <p:cNvSpPr/>
              <p:nvPr/>
            </p:nvSpPr>
            <p:spPr>
              <a:xfrm>
                <a:off x="6909242" y="4389956"/>
                <a:ext cx="434234" cy="14990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地球非球形摄动</a:t>
                </a:r>
              </a:p>
            </p:txBody>
          </p:sp>
          <p:sp>
            <p:nvSpPr>
              <p:cNvPr id="302" name="矩形 301">
                <a:extLst>
                  <a:ext uri="{FF2B5EF4-FFF2-40B4-BE49-F238E27FC236}">
                    <a16:creationId xmlns:a16="http://schemas.microsoft.com/office/drawing/2014/main" id="{CA7D7958-DA38-23D9-C6FB-BE1C9595F325}"/>
                  </a:ext>
                </a:extLst>
              </p:cNvPr>
              <p:cNvSpPr/>
              <p:nvPr/>
            </p:nvSpPr>
            <p:spPr>
              <a:xfrm>
                <a:off x="6910327" y="4389956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" name="矩形 302">
                <a:extLst>
                  <a:ext uri="{FF2B5EF4-FFF2-40B4-BE49-F238E27FC236}">
                    <a16:creationId xmlns:a16="http://schemas.microsoft.com/office/drawing/2014/main" id="{B2DFA627-9B8A-E655-C82D-F981B8FAB07E}"/>
                  </a:ext>
                </a:extLst>
              </p:cNvPr>
              <p:cNvSpPr/>
              <p:nvPr/>
            </p:nvSpPr>
            <p:spPr>
              <a:xfrm>
                <a:off x="7055072" y="4389956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" name="矩形 303">
                <a:extLst>
                  <a:ext uri="{FF2B5EF4-FFF2-40B4-BE49-F238E27FC236}">
                    <a16:creationId xmlns:a16="http://schemas.microsoft.com/office/drawing/2014/main" id="{68A34EC6-AB44-A1F9-52E8-5B6018F34D85}"/>
                  </a:ext>
                </a:extLst>
              </p:cNvPr>
              <p:cNvSpPr/>
              <p:nvPr/>
            </p:nvSpPr>
            <p:spPr>
              <a:xfrm>
                <a:off x="7199816" y="4389956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" name="矩形 304">
                <a:extLst>
                  <a:ext uri="{FF2B5EF4-FFF2-40B4-BE49-F238E27FC236}">
                    <a16:creationId xmlns:a16="http://schemas.microsoft.com/office/drawing/2014/main" id="{9343FABD-DBB1-E351-CDAF-462D8362F9DF}"/>
                  </a:ext>
                </a:extLst>
              </p:cNvPr>
              <p:cNvSpPr/>
              <p:nvPr/>
            </p:nvSpPr>
            <p:spPr>
              <a:xfrm>
                <a:off x="6910327" y="4910378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" name="矩形 305">
                <a:extLst>
                  <a:ext uri="{FF2B5EF4-FFF2-40B4-BE49-F238E27FC236}">
                    <a16:creationId xmlns:a16="http://schemas.microsoft.com/office/drawing/2014/main" id="{87426BD1-25A6-CF85-3FEF-C8EA84AB538A}"/>
                  </a:ext>
                </a:extLst>
              </p:cNvPr>
              <p:cNvSpPr/>
              <p:nvPr/>
            </p:nvSpPr>
            <p:spPr>
              <a:xfrm>
                <a:off x="7055072" y="4910378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" name="矩形 306">
                <a:extLst>
                  <a:ext uri="{FF2B5EF4-FFF2-40B4-BE49-F238E27FC236}">
                    <a16:creationId xmlns:a16="http://schemas.microsoft.com/office/drawing/2014/main" id="{5D363294-4A83-499A-EB5D-FCE101940CC8}"/>
                  </a:ext>
                </a:extLst>
              </p:cNvPr>
              <p:cNvSpPr/>
              <p:nvPr/>
            </p:nvSpPr>
            <p:spPr>
              <a:xfrm>
                <a:off x="7199816" y="4910378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" name="矩形 307">
                <a:extLst>
                  <a:ext uri="{FF2B5EF4-FFF2-40B4-BE49-F238E27FC236}">
                    <a16:creationId xmlns:a16="http://schemas.microsoft.com/office/drawing/2014/main" id="{988AFA4D-4081-0A41-78B4-E41E98354824}"/>
                  </a:ext>
                </a:extLst>
              </p:cNvPr>
              <p:cNvSpPr/>
              <p:nvPr/>
            </p:nvSpPr>
            <p:spPr>
              <a:xfrm>
                <a:off x="6910327" y="5414258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" name="矩形 308">
                <a:extLst>
                  <a:ext uri="{FF2B5EF4-FFF2-40B4-BE49-F238E27FC236}">
                    <a16:creationId xmlns:a16="http://schemas.microsoft.com/office/drawing/2014/main" id="{73E8EEED-097B-0FE9-45DC-637752A877FB}"/>
                  </a:ext>
                </a:extLst>
              </p:cNvPr>
              <p:cNvSpPr/>
              <p:nvPr/>
            </p:nvSpPr>
            <p:spPr>
              <a:xfrm>
                <a:off x="7055072" y="5414258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" name="矩形 309">
                <a:extLst>
                  <a:ext uri="{FF2B5EF4-FFF2-40B4-BE49-F238E27FC236}">
                    <a16:creationId xmlns:a16="http://schemas.microsoft.com/office/drawing/2014/main" id="{F3408677-CF59-480E-7574-FB043E1B06C9}"/>
                  </a:ext>
                </a:extLst>
              </p:cNvPr>
              <p:cNvSpPr/>
              <p:nvPr/>
            </p:nvSpPr>
            <p:spPr>
              <a:xfrm>
                <a:off x="7199816" y="5414258"/>
                <a:ext cx="144745" cy="49969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1" name="直接箭头连接符 310">
                <a:extLst>
                  <a:ext uri="{FF2B5EF4-FFF2-40B4-BE49-F238E27FC236}">
                    <a16:creationId xmlns:a16="http://schemas.microsoft.com/office/drawing/2014/main" id="{40FD58FE-D3AA-40F9-6D68-3A2A0A1D510B}"/>
                  </a:ext>
                </a:extLst>
              </p:cNvPr>
              <p:cNvCxnSpPr>
                <a:cxnSpLocks/>
                <a:endCxn id="308" idx="2"/>
              </p:cNvCxnSpPr>
              <p:nvPr/>
            </p:nvCxnSpPr>
            <p:spPr>
              <a:xfrm flipH="1">
                <a:off x="6982699" y="5839147"/>
                <a:ext cx="243336" cy="74809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2" name="组合 391">
              <a:extLst>
                <a:ext uri="{FF2B5EF4-FFF2-40B4-BE49-F238E27FC236}">
                  <a16:creationId xmlns:a16="http://schemas.microsoft.com/office/drawing/2014/main" id="{8C2B10CF-49E5-C895-BB7D-E27BECCF7308}"/>
                </a:ext>
              </a:extLst>
            </p:cNvPr>
            <p:cNvGrpSpPr/>
            <p:nvPr/>
          </p:nvGrpSpPr>
          <p:grpSpPr>
            <a:xfrm>
              <a:off x="5429947" y="4279803"/>
              <a:ext cx="2081529" cy="1684953"/>
              <a:chOff x="5429947" y="4279803"/>
              <a:chExt cx="2081529" cy="1684953"/>
            </a:xfrm>
          </p:grpSpPr>
          <p:sp>
            <p:nvSpPr>
              <p:cNvPr id="313" name="矩形 312">
                <a:extLst>
                  <a:ext uri="{FF2B5EF4-FFF2-40B4-BE49-F238E27FC236}">
                    <a16:creationId xmlns:a16="http://schemas.microsoft.com/office/drawing/2014/main" id="{1FE7237D-A555-A7B4-696C-CC563272626F}"/>
                  </a:ext>
                </a:extLst>
              </p:cNvPr>
              <p:cNvSpPr/>
              <p:nvPr/>
            </p:nvSpPr>
            <p:spPr>
              <a:xfrm>
                <a:off x="5429947" y="4279803"/>
                <a:ext cx="2076340" cy="165741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314" name="矩形 313">
                <a:extLst>
                  <a:ext uri="{FF2B5EF4-FFF2-40B4-BE49-F238E27FC236}">
                    <a16:creationId xmlns:a16="http://schemas.microsoft.com/office/drawing/2014/main" id="{94CBC0BE-A91D-D82A-7EBA-BFCD4937CC60}"/>
                  </a:ext>
                </a:extLst>
              </p:cNvPr>
              <p:cNvSpPr/>
              <p:nvPr/>
            </p:nvSpPr>
            <p:spPr>
              <a:xfrm>
                <a:off x="5435136" y="4279803"/>
                <a:ext cx="692113" cy="5524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" name="矩形 314">
                <a:extLst>
                  <a:ext uri="{FF2B5EF4-FFF2-40B4-BE49-F238E27FC236}">
                    <a16:creationId xmlns:a16="http://schemas.microsoft.com/office/drawing/2014/main" id="{EE8F1BDE-1A2C-73DC-E26B-C86AD244B910}"/>
                  </a:ext>
                </a:extLst>
              </p:cNvPr>
              <p:cNvSpPr/>
              <p:nvPr/>
            </p:nvSpPr>
            <p:spPr>
              <a:xfrm>
                <a:off x="6127249" y="4279803"/>
                <a:ext cx="692113" cy="5524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" name="矩形 315">
                <a:extLst>
                  <a:ext uri="{FF2B5EF4-FFF2-40B4-BE49-F238E27FC236}">
                    <a16:creationId xmlns:a16="http://schemas.microsoft.com/office/drawing/2014/main" id="{B96A8275-7F98-E3D4-F2E9-251DCFCD1BC0}"/>
                  </a:ext>
                </a:extLst>
              </p:cNvPr>
              <p:cNvSpPr/>
              <p:nvPr/>
            </p:nvSpPr>
            <p:spPr>
              <a:xfrm>
                <a:off x="6819363" y="4279803"/>
                <a:ext cx="692113" cy="5524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" name="矩形 316">
                <a:extLst>
                  <a:ext uri="{FF2B5EF4-FFF2-40B4-BE49-F238E27FC236}">
                    <a16:creationId xmlns:a16="http://schemas.microsoft.com/office/drawing/2014/main" id="{907209DE-2B1D-CCDD-4526-DD6CAE1A0676}"/>
                  </a:ext>
                </a:extLst>
              </p:cNvPr>
              <p:cNvSpPr/>
              <p:nvPr/>
            </p:nvSpPr>
            <p:spPr>
              <a:xfrm>
                <a:off x="5435136" y="4855187"/>
                <a:ext cx="692113" cy="5524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" name="矩形 317">
                <a:extLst>
                  <a:ext uri="{FF2B5EF4-FFF2-40B4-BE49-F238E27FC236}">
                    <a16:creationId xmlns:a16="http://schemas.microsoft.com/office/drawing/2014/main" id="{32CDA3EA-7812-BF79-8DA1-F0AD2873EBED}"/>
                  </a:ext>
                </a:extLst>
              </p:cNvPr>
              <p:cNvSpPr/>
              <p:nvPr/>
            </p:nvSpPr>
            <p:spPr>
              <a:xfrm>
                <a:off x="6127249" y="4855187"/>
                <a:ext cx="692113" cy="5524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" name="矩形 318">
                <a:extLst>
                  <a:ext uri="{FF2B5EF4-FFF2-40B4-BE49-F238E27FC236}">
                    <a16:creationId xmlns:a16="http://schemas.microsoft.com/office/drawing/2014/main" id="{EC8A2C34-A497-0AC6-FFDB-FDA387E4C5C4}"/>
                  </a:ext>
                </a:extLst>
              </p:cNvPr>
              <p:cNvSpPr/>
              <p:nvPr/>
            </p:nvSpPr>
            <p:spPr>
              <a:xfrm>
                <a:off x="6819363" y="4855187"/>
                <a:ext cx="692113" cy="5524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" name="矩形 319">
                <a:extLst>
                  <a:ext uri="{FF2B5EF4-FFF2-40B4-BE49-F238E27FC236}">
                    <a16:creationId xmlns:a16="http://schemas.microsoft.com/office/drawing/2014/main" id="{5E03FED9-BFF1-E75F-D448-26B2810280E6}"/>
                  </a:ext>
                </a:extLst>
              </p:cNvPr>
              <p:cNvSpPr/>
              <p:nvPr/>
            </p:nvSpPr>
            <p:spPr>
              <a:xfrm>
                <a:off x="5435136" y="5412284"/>
                <a:ext cx="692113" cy="5524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" name="矩形 320">
                <a:extLst>
                  <a:ext uri="{FF2B5EF4-FFF2-40B4-BE49-F238E27FC236}">
                    <a16:creationId xmlns:a16="http://schemas.microsoft.com/office/drawing/2014/main" id="{F8A22306-3FF8-7285-B6FE-A988B16CA18F}"/>
                  </a:ext>
                </a:extLst>
              </p:cNvPr>
              <p:cNvSpPr/>
              <p:nvPr/>
            </p:nvSpPr>
            <p:spPr>
              <a:xfrm>
                <a:off x="6127249" y="5412284"/>
                <a:ext cx="692113" cy="5524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" name="矩形 321">
                <a:extLst>
                  <a:ext uri="{FF2B5EF4-FFF2-40B4-BE49-F238E27FC236}">
                    <a16:creationId xmlns:a16="http://schemas.microsoft.com/office/drawing/2014/main" id="{F20F946A-8E59-5DE3-53F6-8C1F67A84123}"/>
                  </a:ext>
                </a:extLst>
              </p:cNvPr>
              <p:cNvSpPr/>
              <p:nvPr/>
            </p:nvSpPr>
            <p:spPr>
              <a:xfrm>
                <a:off x="6819363" y="5412284"/>
                <a:ext cx="692113" cy="55247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23" name="直接箭头连接符 322">
                <a:extLst>
                  <a:ext uri="{FF2B5EF4-FFF2-40B4-BE49-F238E27FC236}">
                    <a16:creationId xmlns:a16="http://schemas.microsoft.com/office/drawing/2014/main" id="{73790D9F-0A2D-A21E-5A9E-B323A7AEA53A}"/>
                  </a:ext>
                </a:extLst>
              </p:cNvPr>
              <p:cNvCxnSpPr>
                <a:cxnSpLocks/>
                <a:endCxn id="320" idx="2"/>
              </p:cNvCxnSpPr>
              <p:nvPr/>
            </p:nvCxnSpPr>
            <p:spPr>
              <a:xfrm flipH="1">
                <a:off x="5781192" y="5882046"/>
                <a:ext cx="1163541" cy="82710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1" name="组合 390">
              <a:extLst>
                <a:ext uri="{FF2B5EF4-FFF2-40B4-BE49-F238E27FC236}">
                  <a16:creationId xmlns:a16="http://schemas.microsoft.com/office/drawing/2014/main" id="{69A9F6FF-20C9-DE56-FF5D-599878DEA05D}"/>
                </a:ext>
              </a:extLst>
            </p:cNvPr>
            <p:cNvGrpSpPr/>
            <p:nvPr/>
          </p:nvGrpSpPr>
          <p:grpSpPr>
            <a:xfrm>
              <a:off x="9232739" y="2068687"/>
              <a:ext cx="2204519" cy="479806"/>
              <a:chOff x="9232739" y="2068687"/>
              <a:chExt cx="2204519" cy="47980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1" name="矩形 330">
                    <a:extLst>
                      <a:ext uri="{FF2B5EF4-FFF2-40B4-BE49-F238E27FC236}">
                        <a16:creationId xmlns:a16="http://schemas.microsoft.com/office/drawing/2014/main" id="{D9056DD2-D827-90BA-8C3A-A1071E46DB56}"/>
                      </a:ext>
                    </a:extLst>
                  </p:cNvPr>
                  <p:cNvSpPr/>
                  <p:nvPr/>
                </p:nvSpPr>
                <p:spPr>
                  <a:xfrm>
                    <a:off x="9232739" y="2068687"/>
                    <a:ext cx="2199024" cy="47196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轨道坐标系</a:t>
                    </a:r>
                    <a14:m>
                      <m:oMath xmlns:m="http://schemas.openxmlformats.org/officeDocument/2006/math">
                        <m:r>
                          <a:rPr lang="en-US" altLang="zh-C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→</m:t>
                        </m:r>
                      </m:oMath>
                    </a14:m>
                    <a:r>
                      <a:rPr lang="zh-CN" alt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本体坐标系</a:t>
                    </a:r>
                  </a:p>
                </p:txBody>
              </p:sp>
            </mc:Choice>
            <mc:Fallback xmlns="">
              <p:sp>
                <p:nvSpPr>
                  <p:cNvPr id="331" name="矩形 330">
                    <a:extLst>
                      <a:ext uri="{FF2B5EF4-FFF2-40B4-BE49-F238E27FC236}">
                        <a16:creationId xmlns:a16="http://schemas.microsoft.com/office/drawing/2014/main" id="{D9056DD2-D827-90BA-8C3A-A1071E46DB5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32739" y="2068687"/>
                    <a:ext cx="2199024" cy="47196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  <a:prstDash val="dash"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32" name="矩形 331">
                <a:extLst>
                  <a:ext uri="{FF2B5EF4-FFF2-40B4-BE49-F238E27FC236}">
                    <a16:creationId xmlns:a16="http://schemas.microsoft.com/office/drawing/2014/main" id="{2F5673B0-BC8E-D59D-566E-B65EC4B92F3D}"/>
                  </a:ext>
                </a:extLst>
              </p:cNvPr>
              <p:cNvSpPr/>
              <p:nvPr/>
            </p:nvSpPr>
            <p:spPr>
              <a:xfrm>
                <a:off x="9238234" y="2068687"/>
                <a:ext cx="733008" cy="15732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" name="矩形 332">
                <a:extLst>
                  <a:ext uri="{FF2B5EF4-FFF2-40B4-BE49-F238E27FC236}">
                    <a16:creationId xmlns:a16="http://schemas.microsoft.com/office/drawing/2014/main" id="{81AE4A8A-FC48-A634-5ABD-3F655B45D3EC}"/>
                  </a:ext>
                </a:extLst>
              </p:cNvPr>
              <p:cNvSpPr/>
              <p:nvPr/>
            </p:nvSpPr>
            <p:spPr>
              <a:xfrm>
                <a:off x="9971242" y="2068687"/>
                <a:ext cx="733008" cy="15732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" name="矩形 333">
                <a:extLst>
                  <a:ext uri="{FF2B5EF4-FFF2-40B4-BE49-F238E27FC236}">
                    <a16:creationId xmlns:a16="http://schemas.microsoft.com/office/drawing/2014/main" id="{B2194E6A-3103-05E5-B3EA-7710587A187C}"/>
                  </a:ext>
                </a:extLst>
              </p:cNvPr>
              <p:cNvSpPr/>
              <p:nvPr/>
            </p:nvSpPr>
            <p:spPr>
              <a:xfrm>
                <a:off x="10704250" y="2068687"/>
                <a:ext cx="733008" cy="15732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" name="矩形 334">
                <a:extLst>
                  <a:ext uri="{FF2B5EF4-FFF2-40B4-BE49-F238E27FC236}">
                    <a16:creationId xmlns:a16="http://schemas.microsoft.com/office/drawing/2014/main" id="{2CC99CB6-1CD6-0782-FC56-01C34F148199}"/>
                  </a:ext>
                </a:extLst>
              </p:cNvPr>
              <p:cNvSpPr/>
              <p:nvPr/>
            </p:nvSpPr>
            <p:spPr>
              <a:xfrm>
                <a:off x="9238234" y="2232533"/>
                <a:ext cx="733008" cy="15732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" name="矩形 335">
                <a:extLst>
                  <a:ext uri="{FF2B5EF4-FFF2-40B4-BE49-F238E27FC236}">
                    <a16:creationId xmlns:a16="http://schemas.microsoft.com/office/drawing/2014/main" id="{67A3F731-DD48-E81D-B846-C2C40760C633}"/>
                  </a:ext>
                </a:extLst>
              </p:cNvPr>
              <p:cNvSpPr/>
              <p:nvPr/>
            </p:nvSpPr>
            <p:spPr>
              <a:xfrm>
                <a:off x="9971242" y="2232533"/>
                <a:ext cx="733008" cy="15732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" name="矩形 336">
                <a:extLst>
                  <a:ext uri="{FF2B5EF4-FFF2-40B4-BE49-F238E27FC236}">
                    <a16:creationId xmlns:a16="http://schemas.microsoft.com/office/drawing/2014/main" id="{C0BF4968-9B35-7B41-9F82-8983C5B31104}"/>
                  </a:ext>
                </a:extLst>
              </p:cNvPr>
              <p:cNvSpPr/>
              <p:nvPr/>
            </p:nvSpPr>
            <p:spPr>
              <a:xfrm>
                <a:off x="10704250" y="2232533"/>
                <a:ext cx="733008" cy="15732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" name="矩形 337">
                <a:extLst>
                  <a:ext uri="{FF2B5EF4-FFF2-40B4-BE49-F238E27FC236}">
                    <a16:creationId xmlns:a16="http://schemas.microsoft.com/office/drawing/2014/main" id="{E8F0EF4A-CFC1-F94C-7A9F-ED9BD99E3AFE}"/>
                  </a:ext>
                </a:extLst>
              </p:cNvPr>
              <p:cNvSpPr/>
              <p:nvPr/>
            </p:nvSpPr>
            <p:spPr>
              <a:xfrm>
                <a:off x="9238234" y="2391171"/>
                <a:ext cx="733008" cy="15732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" name="矩形 338">
                <a:extLst>
                  <a:ext uri="{FF2B5EF4-FFF2-40B4-BE49-F238E27FC236}">
                    <a16:creationId xmlns:a16="http://schemas.microsoft.com/office/drawing/2014/main" id="{23A7E403-F8EF-475F-E9FA-E1ECBA8B1B7E}"/>
                  </a:ext>
                </a:extLst>
              </p:cNvPr>
              <p:cNvSpPr/>
              <p:nvPr/>
            </p:nvSpPr>
            <p:spPr>
              <a:xfrm>
                <a:off x="9971242" y="2391171"/>
                <a:ext cx="733008" cy="15732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" name="矩形 339">
                <a:extLst>
                  <a:ext uri="{FF2B5EF4-FFF2-40B4-BE49-F238E27FC236}">
                    <a16:creationId xmlns:a16="http://schemas.microsoft.com/office/drawing/2014/main" id="{1D94101D-587A-7C11-FA2E-8BD90EFCD978}"/>
                  </a:ext>
                </a:extLst>
              </p:cNvPr>
              <p:cNvSpPr/>
              <p:nvPr/>
            </p:nvSpPr>
            <p:spPr>
              <a:xfrm>
                <a:off x="10704250" y="2391171"/>
                <a:ext cx="733008" cy="15732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41" name="直接箭头连接符 340">
                <a:extLst>
                  <a:ext uri="{FF2B5EF4-FFF2-40B4-BE49-F238E27FC236}">
                    <a16:creationId xmlns:a16="http://schemas.microsoft.com/office/drawing/2014/main" id="{332E59B8-7A2B-12FE-5BC8-8BC119F28163}"/>
                  </a:ext>
                </a:extLst>
              </p:cNvPr>
              <p:cNvCxnSpPr>
                <a:cxnSpLocks/>
                <a:endCxn id="338" idx="2"/>
              </p:cNvCxnSpPr>
              <p:nvPr/>
            </p:nvCxnSpPr>
            <p:spPr>
              <a:xfrm flipH="1">
                <a:off x="9604738" y="2524941"/>
                <a:ext cx="1232290" cy="23552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0" name="组合 389">
              <a:extLst>
                <a:ext uri="{FF2B5EF4-FFF2-40B4-BE49-F238E27FC236}">
                  <a16:creationId xmlns:a16="http://schemas.microsoft.com/office/drawing/2014/main" id="{658B7560-444F-2B25-C57F-656A2B280302}"/>
                </a:ext>
              </a:extLst>
            </p:cNvPr>
            <p:cNvGrpSpPr/>
            <p:nvPr/>
          </p:nvGrpSpPr>
          <p:grpSpPr>
            <a:xfrm>
              <a:off x="9392394" y="1303270"/>
              <a:ext cx="1740315" cy="612905"/>
              <a:chOff x="9392394" y="1303270"/>
              <a:chExt cx="1740315" cy="612905"/>
            </a:xfrm>
          </p:grpSpPr>
          <p:sp>
            <p:nvSpPr>
              <p:cNvPr id="343" name="矩形 342">
                <a:extLst>
                  <a:ext uri="{FF2B5EF4-FFF2-40B4-BE49-F238E27FC236}">
                    <a16:creationId xmlns:a16="http://schemas.microsoft.com/office/drawing/2014/main" id="{816EB1CC-A544-BEB2-7CC9-8486247EC49C}"/>
                  </a:ext>
                </a:extLst>
              </p:cNvPr>
              <p:cNvSpPr/>
              <p:nvPr/>
            </p:nvSpPr>
            <p:spPr>
              <a:xfrm>
                <a:off x="9392394" y="1303270"/>
                <a:ext cx="1735977" cy="6028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坐标系转换</a:t>
                </a:r>
              </a:p>
            </p:txBody>
          </p:sp>
          <p:sp>
            <p:nvSpPr>
              <p:cNvPr id="344" name="矩形 343">
                <a:extLst>
                  <a:ext uri="{FF2B5EF4-FFF2-40B4-BE49-F238E27FC236}">
                    <a16:creationId xmlns:a16="http://schemas.microsoft.com/office/drawing/2014/main" id="{EBBF4046-CA6B-5800-C5B8-E3139C06BBD2}"/>
                  </a:ext>
                </a:extLst>
              </p:cNvPr>
              <p:cNvSpPr/>
              <p:nvPr/>
            </p:nvSpPr>
            <p:spPr>
              <a:xfrm>
                <a:off x="9396732" y="1303270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" name="矩形 344">
                <a:extLst>
                  <a:ext uri="{FF2B5EF4-FFF2-40B4-BE49-F238E27FC236}">
                    <a16:creationId xmlns:a16="http://schemas.microsoft.com/office/drawing/2014/main" id="{AD491B09-7411-2101-FA2F-FB65AA423FC2}"/>
                  </a:ext>
                </a:extLst>
              </p:cNvPr>
              <p:cNvSpPr/>
              <p:nvPr/>
            </p:nvSpPr>
            <p:spPr>
              <a:xfrm>
                <a:off x="9975391" y="1303270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" name="矩形 345">
                <a:extLst>
                  <a:ext uri="{FF2B5EF4-FFF2-40B4-BE49-F238E27FC236}">
                    <a16:creationId xmlns:a16="http://schemas.microsoft.com/office/drawing/2014/main" id="{BB29C64F-52D7-872B-0B42-8A548B9CCFE9}"/>
                  </a:ext>
                </a:extLst>
              </p:cNvPr>
              <p:cNvSpPr/>
              <p:nvPr/>
            </p:nvSpPr>
            <p:spPr>
              <a:xfrm>
                <a:off x="10554050" y="1303270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" name="矩形 346">
                <a:extLst>
                  <a:ext uri="{FF2B5EF4-FFF2-40B4-BE49-F238E27FC236}">
                    <a16:creationId xmlns:a16="http://schemas.microsoft.com/office/drawing/2014/main" id="{3922E840-F92F-7C83-B186-969DF811CC69}"/>
                  </a:ext>
                </a:extLst>
              </p:cNvPr>
              <p:cNvSpPr/>
              <p:nvPr/>
            </p:nvSpPr>
            <p:spPr>
              <a:xfrm>
                <a:off x="9396732" y="1512567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" name="矩形 347">
                <a:extLst>
                  <a:ext uri="{FF2B5EF4-FFF2-40B4-BE49-F238E27FC236}">
                    <a16:creationId xmlns:a16="http://schemas.microsoft.com/office/drawing/2014/main" id="{6A777BFA-CD76-3649-7C76-37200357DE52}"/>
                  </a:ext>
                </a:extLst>
              </p:cNvPr>
              <p:cNvSpPr/>
              <p:nvPr/>
            </p:nvSpPr>
            <p:spPr>
              <a:xfrm>
                <a:off x="9975391" y="1512567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" name="矩形 348">
                <a:extLst>
                  <a:ext uri="{FF2B5EF4-FFF2-40B4-BE49-F238E27FC236}">
                    <a16:creationId xmlns:a16="http://schemas.microsoft.com/office/drawing/2014/main" id="{58CC3750-2085-3221-6E2B-4038E2C6581D}"/>
                  </a:ext>
                </a:extLst>
              </p:cNvPr>
              <p:cNvSpPr/>
              <p:nvPr/>
            </p:nvSpPr>
            <p:spPr>
              <a:xfrm>
                <a:off x="10554050" y="1512567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" name="矩形 349">
                <a:extLst>
                  <a:ext uri="{FF2B5EF4-FFF2-40B4-BE49-F238E27FC236}">
                    <a16:creationId xmlns:a16="http://schemas.microsoft.com/office/drawing/2014/main" id="{EFEAD1D5-4268-6919-A486-7C52E2E49B9F}"/>
                  </a:ext>
                </a:extLst>
              </p:cNvPr>
              <p:cNvSpPr/>
              <p:nvPr/>
            </p:nvSpPr>
            <p:spPr>
              <a:xfrm>
                <a:off x="9396732" y="1715212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" name="矩形 350">
                <a:extLst>
                  <a:ext uri="{FF2B5EF4-FFF2-40B4-BE49-F238E27FC236}">
                    <a16:creationId xmlns:a16="http://schemas.microsoft.com/office/drawing/2014/main" id="{D0C7FEC8-DC23-A953-7339-29CA378ACCA1}"/>
                  </a:ext>
                </a:extLst>
              </p:cNvPr>
              <p:cNvSpPr/>
              <p:nvPr/>
            </p:nvSpPr>
            <p:spPr>
              <a:xfrm>
                <a:off x="9975391" y="1715212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" name="矩形 351">
                <a:extLst>
                  <a:ext uri="{FF2B5EF4-FFF2-40B4-BE49-F238E27FC236}">
                    <a16:creationId xmlns:a16="http://schemas.microsoft.com/office/drawing/2014/main" id="{27964FFC-5775-3A17-94E7-5D084C21A61A}"/>
                  </a:ext>
                </a:extLst>
              </p:cNvPr>
              <p:cNvSpPr/>
              <p:nvPr/>
            </p:nvSpPr>
            <p:spPr>
              <a:xfrm>
                <a:off x="10554050" y="1715212"/>
                <a:ext cx="578659" cy="20096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53" name="直接箭头连接符 352">
                <a:extLst>
                  <a:ext uri="{FF2B5EF4-FFF2-40B4-BE49-F238E27FC236}">
                    <a16:creationId xmlns:a16="http://schemas.microsoft.com/office/drawing/2014/main" id="{6B5736D6-5F97-0ABB-AAA8-1F1BAF6E4417}"/>
                  </a:ext>
                </a:extLst>
              </p:cNvPr>
              <p:cNvCxnSpPr>
                <a:cxnSpLocks/>
                <a:endCxn id="350" idx="2"/>
              </p:cNvCxnSpPr>
              <p:nvPr/>
            </p:nvCxnSpPr>
            <p:spPr>
              <a:xfrm flipH="1">
                <a:off x="9686062" y="1886089"/>
                <a:ext cx="972808" cy="30086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9" name="组合 388">
              <a:extLst>
                <a:ext uri="{FF2B5EF4-FFF2-40B4-BE49-F238E27FC236}">
                  <a16:creationId xmlns:a16="http://schemas.microsoft.com/office/drawing/2014/main" id="{B05F53A6-ECA0-7FEE-CE23-255C38D51DE5}"/>
                </a:ext>
              </a:extLst>
            </p:cNvPr>
            <p:cNvGrpSpPr/>
            <p:nvPr/>
          </p:nvGrpSpPr>
          <p:grpSpPr>
            <a:xfrm>
              <a:off x="9544361" y="3306541"/>
              <a:ext cx="1608450" cy="920378"/>
              <a:chOff x="9544361" y="3306541"/>
              <a:chExt cx="1608450" cy="920378"/>
            </a:xfrm>
          </p:grpSpPr>
          <p:sp>
            <p:nvSpPr>
              <p:cNvPr id="363" name="矩形 362">
                <a:extLst>
                  <a:ext uri="{FF2B5EF4-FFF2-40B4-BE49-F238E27FC236}">
                    <a16:creationId xmlns:a16="http://schemas.microsoft.com/office/drawing/2014/main" id="{8638DA6C-CF58-8726-128B-5D0A81D357BD}"/>
                  </a:ext>
                </a:extLst>
              </p:cNvPr>
              <p:cNvSpPr/>
              <p:nvPr/>
            </p:nvSpPr>
            <p:spPr>
              <a:xfrm>
                <a:off x="9544361" y="3306541"/>
                <a:ext cx="1604441" cy="90533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卫星姿态运动</a:t>
                </a:r>
                <a:r>
                  <a:rPr lang="en-US" altLang="zh-CN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/</a:t>
                </a:r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动力学模型</a:t>
                </a:r>
              </a:p>
            </p:txBody>
          </p:sp>
          <p:sp>
            <p:nvSpPr>
              <p:cNvPr id="364" name="矩形 363">
                <a:extLst>
                  <a:ext uri="{FF2B5EF4-FFF2-40B4-BE49-F238E27FC236}">
                    <a16:creationId xmlns:a16="http://schemas.microsoft.com/office/drawing/2014/main" id="{21A138DF-9403-2B47-95ED-7C6B9A843AA9}"/>
                  </a:ext>
                </a:extLst>
              </p:cNvPr>
              <p:cNvSpPr/>
              <p:nvPr/>
            </p:nvSpPr>
            <p:spPr>
              <a:xfrm>
                <a:off x="9548370" y="3306541"/>
                <a:ext cx="534814" cy="3017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" name="矩形 364">
                <a:extLst>
                  <a:ext uri="{FF2B5EF4-FFF2-40B4-BE49-F238E27FC236}">
                    <a16:creationId xmlns:a16="http://schemas.microsoft.com/office/drawing/2014/main" id="{9825086E-5911-6990-4723-383C78C63533}"/>
                  </a:ext>
                </a:extLst>
              </p:cNvPr>
              <p:cNvSpPr/>
              <p:nvPr/>
            </p:nvSpPr>
            <p:spPr>
              <a:xfrm>
                <a:off x="10083184" y="3306541"/>
                <a:ext cx="534814" cy="3017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" name="矩形 365">
                <a:extLst>
                  <a:ext uri="{FF2B5EF4-FFF2-40B4-BE49-F238E27FC236}">
                    <a16:creationId xmlns:a16="http://schemas.microsoft.com/office/drawing/2014/main" id="{CDFF2117-3E9B-774D-DC53-DBB4099AF3B4}"/>
                  </a:ext>
                </a:extLst>
              </p:cNvPr>
              <p:cNvSpPr/>
              <p:nvPr/>
            </p:nvSpPr>
            <p:spPr>
              <a:xfrm>
                <a:off x="10617997" y="3306541"/>
                <a:ext cx="534814" cy="3017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" name="矩形 366">
                <a:extLst>
                  <a:ext uri="{FF2B5EF4-FFF2-40B4-BE49-F238E27FC236}">
                    <a16:creationId xmlns:a16="http://schemas.microsoft.com/office/drawing/2014/main" id="{0FD3544C-E4F3-FE55-EED3-4A3CE9DD0BCC}"/>
                  </a:ext>
                </a:extLst>
              </p:cNvPr>
              <p:cNvSpPr/>
              <p:nvPr/>
            </p:nvSpPr>
            <p:spPr>
              <a:xfrm>
                <a:off x="9548370" y="3620835"/>
                <a:ext cx="534814" cy="3017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" name="矩形 367">
                <a:extLst>
                  <a:ext uri="{FF2B5EF4-FFF2-40B4-BE49-F238E27FC236}">
                    <a16:creationId xmlns:a16="http://schemas.microsoft.com/office/drawing/2014/main" id="{A01DB2E2-0CBF-48EB-52FB-CBE1FD3CC819}"/>
                  </a:ext>
                </a:extLst>
              </p:cNvPr>
              <p:cNvSpPr/>
              <p:nvPr/>
            </p:nvSpPr>
            <p:spPr>
              <a:xfrm>
                <a:off x="10083184" y="3620835"/>
                <a:ext cx="534814" cy="3017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" name="矩形 368">
                <a:extLst>
                  <a:ext uri="{FF2B5EF4-FFF2-40B4-BE49-F238E27FC236}">
                    <a16:creationId xmlns:a16="http://schemas.microsoft.com/office/drawing/2014/main" id="{EF51147B-7B77-49E9-4697-57DB0E2330BC}"/>
                  </a:ext>
                </a:extLst>
              </p:cNvPr>
              <p:cNvSpPr/>
              <p:nvPr/>
            </p:nvSpPr>
            <p:spPr>
              <a:xfrm>
                <a:off x="10617997" y="3620835"/>
                <a:ext cx="534814" cy="3017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" name="矩形 369">
                <a:extLst>
                  <a:ext uri="{FF2B5EF4-FFF2-40B4-BE49-F238E27FC236}">
                    <a16:creationId xmlns:a16="http://schemas.microsoft.com/office/drawing/2014/main" id="{0629F27F-D7B7-AD66-FD8F-639211FF0BE4}"/>
                  </a:ext>
                </a:extLst>
              </p:cNvPr>
              <p:cNvSpPr/>
              <p:nvPr/>
            </p:nvSpPr>
            <p:spPr>
              <a:xfrm>
                <a:off x="9548370" y="3925140"/>
                <a:ext cx="534814" cy="3017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" name="矩形 370">
                <a:extLst>
                  <a:ext uri="{FF2B5EF4-FFF2-40B4-BE49-F238E27FC236}">
                    <a16:creationId xmlns:a16="http://schemas.microsoft.com/office/drawing/2014/main" id="{A006935F-0E6C-ABF6-860F-FB11C014D1CA}"/>
                  </a:ext>
                </a:extLst>
              </p:cNvPr>
              <p:cNvSpPr/>
              <p:nvPr/>
            </p:nvSpPr>
            <p:spPr>
              <a:xfrm>
                <a:off x="10083184" y="3925140"/>
                <a:ext cx="534814" cy="3017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BF350086-4F8B-1850-781E-4184EFB63A40}"/>
                  </a:ext>
                </a:extLst>
              </p:cNvPr>
              <p:cNvSpPr/>
              <p:nvPr/>
            </p:nvSpPr>
            <p:spPr>
              <a:xfrm>
                <a:off x="10617997" y="3925140"/>
                <a:ext cx="534814" cy="30177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73" name="直接箭头连接符 372">
                <a:extLst>
                  <a:ext uri="{FF2B5EF4-FFF2-40B4-BE49-F238E27FC236}">
                    <a16:creationId xmlns:a16="http://schemas.microsoft.com/office/drawing/2014/main" id="{701B03BA-021D-6058-B8AD-5D2CF4009DD6}"/>
                  </a:ext>
                </a:extLst>
              </p:cNvPr>
              <p:cNvCxnSpPr>
                <a:cxnSpLocks/>
                <a:endCxn id="370" idx="2"/>
              </p:cNvCxnSpPr>
              <p:nvPr/>
            </p:nvCxnSpPr>
            <p:spPr>
              <a:xfrm flipH="1">
                <a:off x="9815777" y="4181740"/>
                <a:ext cx="899097" cy="45179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88" name="组合 387">
            <a:extLst>
              <a:ext uri="{FF2B5EF4-FFF2-40B4-BE49-F238E27FC236}">
                <a16:creationId xmlns:a16="http://schemas.microsoft.com/office/drawing/2014/main" id="{CC573C6D-3963-45D8-07C3-61E274D98CCC}"/>
              </a:ext>
            </a:extLst>
          </p:cNvPr>
          <p:cNvGrpSpPr/>
          <p:nvPr/>
        </p:nvGrpSpPr>
        <p:grpSpPr>
          <a:xfrm>
            <a:off x="1145585" y="247599"/>
            <a:ext cx="10563296" cy="6270676"/>
            <a:chOff x="1033618" y="450799"/>
            <a:chExt cx="10563296" cy="6270676"/>
          </a:xfrm>
        </p:grpSpPr>
        <p:sp>
          <p:nvSpPr>
            <p:cNvPr id="377" name="矩形 376">
              <a:extLst>
                <a:ext uri="{FF2B5EF4-FFF2-40B4-BE49-F238E27FC236}">
                  <a16:creationId xmlns:a16="http://schemas.microsoft.com/office/drawing/2014/main" id="{560A4ED9-5905-A34B-E0C8-465609AF127C}"/>
                </a:ext>
              </a:extLst>
            </p:cNvPr>
            <p:cNvSpPr/>
            <p:nvPr/>
          </p:nvSpPr>
          <p:spPr>
            <a:xfrm>
              <a:off x="1033618" y="450799"/>
              <a:ext cx="10536964" cy="6168196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78" name="矩形 377">
              <a:extLst>
                <a:ext uri="{FF2B5EF4-FFF2-40B4-BE49-F238E27FC236}">
                  <a16:creationId xmlns:a16="http://schemas.microsoft.com/office/drawing/2014/main" id="{907A8B92-4813-ED82-9C9E-070ABB6A4281}"/>
                </a:ext>
              </a:extLst>
            </p:cNvPr>
            <p:cNvSpPr/>
            <p:nvPr/>
          </p:nvSpPr>
          <p:spPr>
            <a:xfrm>
              <a:off x="1059950" y="450799"/>
              <a:ext cx="3512321" cy="20560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9" name="矩形 378">
              <a:extLst>
                <a:ext uri="{FF2B5EF4-FFF2-40B4-BE49-F238E27FC236}">
                  <a16:creationId xmlns:a16="http://schemas.microsoft.com/office/drawing/2014/main" id="{B77C7C0F-4036-3528-0E26-90CBD8EF454C}"/>
                </a:ext>
              </a:extLst>
            </p:cNvPr>
            <p:cNvSpPr/>
            <p:nvPr/>
          </p:nvSpPr>
          <p:spPr>
            <a:xfrm>
              <a:off x="4572271" y="450799"/>
              <a:ext cx="3512321" cy="20560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0" name="矩形 379">
              <a:extLst>
                <a:ext uri="{FF2B5EF4-FFF2-40B4-BE49-F238E27FC236}">
                  <a16:creationId xmlns:a16="http://schemas.microsoft.com/office/drawing/2014/main" id="{2FFA9E2E-CDB4-4A31-BBC3-C20849BD1AC2}"/>
                </a:ext>
              </a:extLst>
            </p:cNvPr>
            <p:cNvSpPr/>
            <p:nvPr/>
          </p:nvSpPr>
          <p:spPr>
            <a:xfrm>
              <a:off x="8084593" y="450799"/>
              <a:ext cx="3512321" cy="20560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1" name="矩形 380">
              <a:extLst>
                <a:ext uri="{FF2B5EF4-FFF2-40B4-BE49-F238E27FC236}">
                  <a16:creationId xmlns:a16="http://schemas.microsoft.com/office/drawing/2014/main" id="{3013FDE8-D2E9-CA50-9A3E-BB9281A81424}"/>
                </a:ext>
              </a:extLst>
            </p:cNvPr>
            <p:cNvSpPr/>
            <p:nvPr/>
          </p:nvSpPr>
          <p:spPr>
            <a:xfrm>
              <a:off x="1059950" y="2592134"/>
              <a:ext cx="3512321" cy="20560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2" name="矩形 381">
              <a:extLst>
                <a:ext uri="{FF2B5EF4-FFF2-40B4-BE49-F238E27FC236}">
                  <a16:creationId xmlns:a16="http://schemas.microsoft.com/office/drawing/2014/main" id="{BF491FA9-D732-0E3F-68B5-99A360C0743E}"/>
                </a:ext>
              </a:extLst>
            </p:cNvPr>
            <p:cNvSpPr/>
            <p:nvPr/>
          </p:nvSpPr>
          <p:spPr>
            <a:xfrm>
              <a:off x="4572271" y="2592134"/>
              <a:ext cx="3512321" cy="20560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3" name="矩形 382">
              <a:extLst>
                <a:ext uri="{FF2B5EF4-FFF2-40B4-BE49-F238E27FC236}">
                  <a16:creationId xmlns:a16="http://schemas.microsoft.com/office/drawing/2014/main" id="{C93BAAA3-B799-4085-3D8A-B9DC9B078DCB}"/>
                </a:ext>
              </a:extLst>
            </p:cNvPr>
            <p:cNvSpPr/>
            <p:nvPr/>
          </p:nvSpPr>
          <p:spPr>
            <a:xfrm>
              <a:off x="8084593" y="2592134"/>
              <a:ext cx="3512321" cy="20560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4" name="矩形 383">
              <a:extLst>
                <a:ext uri="{FF2B5EF4-FFF2-40B4-BE49-F238E27FC236}">
                  <a16:creationId xmlns:a16="http://schemas.microsoft.com/office/drawing/2014/main" id="{70E63F30-524F-226F-1752-24F1CE5688A1}"/>
                </a:ext>
              </a:extLst>
            </p:cNvPr>
            <p:cNvSpPr/>
            <p:nvPr/>
          </p:nvSpPr>
          <p:spPr>
            <a:xfrm>
              <a:off x="1059950" y="4665410"/>
              <a:ext cx="3512321" cy="20560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5" name="矩形 384">
              <a:extLst>
                <a:ext uri="{FF2B5EF4-FFF2-40B4-BE49-F238E27FC236}">
                  <a16:creationId xmlns:a16="http://schemas.microsoft.com/office/drawing/2014/main" id="{A9C928C8-97D9-ABD7-85B4-F66229137D4E}"/>
                </a:ext>
              </a:extLst>
            </p:cNvPr>
            <p:cNvSpPr/>
            <p:nvPr/>
          </p:nvSpPr>
          <p:spPr>
            <a:xfrm>
              <a:off x="4572271" y="4665410"/>
              <a:ext cx="3512321" cy="20560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6" name="矩形 385">
              <a:extLst>
                <a:ext uri="{FF2B5EF4-FFF2-40B4-BE49-F238E27FC236}">
                  <a16:creationId xmlns:a16="http://schemas.microsoft.com/office/drawing/2014/main" id="{7F30CA94-D5BF-CAA9-23CA-1375B3C3E5D4}"/>
                </a:ext>
              </a:extLst>
            </p:cNvPr>
            <p:cNvSpPr/>
            <p:nvPr/>
          </p:nvSpPr>
          <p:spPr>
            <a:xfrm>
              <a:off x="8084593" y="4665410"/>
              <a:ext cx="3512321" cy="20560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7" name="直接箭头连接符 386">
              <a:extLst>
                <a:ext uri="{FF2B5EF4-FFF2-40B4-BE49-F238E27FC236}">
                  <a16:creationId xmlns:a16="http://schemas.microsoft.com/office/drawing/2014/main" id="{0122C9F5-FAF7-37A9-CE9E-5CA25B6D877B}"/>
                </a:ext>
              </a:extLst>
            </p:cNvPr>
            <p:cNvCxnSpPr>
              <a:cxnSpLocks/>
              <a:endCxn id="384" idx="2"/>
            </p:cNvCxnSpPr>
            <p:nvPr/>
          </p:nvCxnSpPr>
          <p:spPr>
            <a:xfrm flipH="1">
              <a:off x="2816110" y="6413665"/>
              <a:ext cx="5904711" cy="307810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396240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8657AAB-AB78-A5B2-D873-8944CE59B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2025/4/27</a:t>
            </a:r>
            <a:endParaRPr lang="zh-CN" altLang="en-US"/>
          </a:p>
        </p:txBody>
      </p:sp>
      <p:grpSp>
        <p:nvGrpSpPr>
          <p:cNvPr id="162" name="组合 161">
            <a:extLst>
              <a:ext uri="{FF2B5EF4-FFF2-40B4-BE49-F238E27FC236}">
                <a16:creationId xmlns:a16="http://schemas.microsoft.com/office/drawing/2014/main" id="{91EB04DA-6F75-2BB4-67DD-5D24041F4E11}"/>
              </a:ext>
            </a:extLst>
          </p:cNvPr>
          <p:cNvGrpSpPr/>
          <p:nvPr/>
        </p:nvGrpSpPr>
        <p:grpSpPr>
          <a:xfrm>
            <a:off x="243578" y="376930"/>
            <a:ext cx="11704844" cy="5860240"/>
            <a:chOff x="220456" y="-56207"/>
            <a:chExt cx="11704844" cy="5860240"/>
          </a:xfrm>
        </p:grpSpPr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C71124D1-4C90-3A2B-46AD-201654ED6212}"/>
                </a:ext>
              </a:extLst>
            </p:cNvPr>
            <p:cNvGrpSpPr/>
            <p:nvPr/>
          </p:nvGrpSpPr>
          <p:grpSpPr>
            <a:xfrm>
              <a:off x="1756263" y="3944198"/>
              <a:ext cx="1622129" cy="595224"/>
              <a:chOff x="973171" y="2080173"/>
              <a:chExt cx="974429" cy="658766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5FEDA5B0-B71F-4B24-B041-5320998FBE43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太阳电池阵</a:t>
                </a:r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3229E00-9B84-3231-CFB3-AE14EC57EA17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EF44DFD4-3182-DC60-2F96-14416D704FA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462B65E6-1CB2-91C7-E51D-3FA341E492B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C8A40CAA-420D-BFAC-6B29-57AB32901FEB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D7F80B48-626C-C03A-F050-0235E415289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0DD61868-4363-AC3E-55BA-8DBEFDF6051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7B431FD8-1990-3A6B-8825-883501221A9F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1F1D610F-79D9-FB37-3871-8EADC7A7D1D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DB98E6CE-F575-88E9-19DF-A2D9CACCEB28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628CFCC2-F726-1C69-A926-D2C7AB5AAB40}"/>
                  </a:ext>
                </a:extLst>
              </p:cNvPr>
              <p:cNvCxnSpPr>
                <a:cxnSpLocks/>
                <a:endCxn id="2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30" name="对象 29">
                  <a:extLst>
                    <a:ext uri="{FF2B5EF4-FFF2-40B4-BE49-F238E27FC236}">
                      <a16:creationId xmlns:a16="http://schemas.microsoft.com/office/drawing/2014/main" id="{7B9D6207-73F4-FF45-A497-284AF720B7C3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83837103"/>
                    </p:ext>
                  </p:extLst>
                </p:nvPr>
              </p:nvGraphicFramePr>
              <p:xfrm>
                <a:off x="1032152" y="4794663"/>
                <a:ext cx="3315206" cy="717197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2" imgW="2876653" imgH="621978" progId="Equation.DSMT4">
                        <p:embed/>
                      </p:oleObj>
                    </mc:Choice>
                    <mc:Fallback>
                      <p:oleObj name="Equation" r:id="rId2" imgW="2876653" imgH="621978" progId="Equation.DSMT4">
                        <p:embed/>
                        <p:pic>
                          <p:nvPicPr>
                            <p:cNvPr id="0" name=""/>
                            <p:cNvPicPr/>
                            <p:nvPr/>
                          </p:nvPicPr>
                          <p:blipFill>
                            <a:blip r:embed="rId3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32152" y="4794663"/>
                              <a:ext cx="3315206" cy="717197"/>
                            </a:xfrm>
                            <a:prstGeom prst="rect">
                              <a:avLst/>
                            </a:prstGeom>
                            <a:ln w="12700">
                              <a:solidFill>
                                <a:schemeClr val="tx1"/>
                              </a:solidFill>
                              <a:prstDash val="dash"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30" name="对象 29">
                  <a:extLst>
                    <a:ext uri="{FF2B5EF4-FFF2-40B4-BE49-F238E27FC236}">
                      <a16:creationId xmlns:a16="http://schemas.microsoft.com/office/drawing/2014/main" id="{7B9D6207-73F4-FF45-A497-284AF720B7C3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83837103"/>
                    </p:ext>
                  </p:extLst>
                </p:nvPr>
              </p:nvGraphicFramePr>
              <p:xfrm>
                <a:off x="1032152" y="4794663"/>
                <a:ext cx="3315206" cy="717197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4" imgW="2876653" imgH="621978" progId="Equation.DSMT4">
                        <p:embed/>
                      </p:oleObj>
                    </mc:Choice>
                    <mc:Fallback>
                      <p:oleObj name="Equation" r:id="rId4" imgW="2876653" imgH="621978" progId="Equation.DSMT4">
                        <p:embed/>
                        <p:pic>
                          <p:nvPicPr>
                            <p:cNvPr id="0" name=""/>
                            <p:cNvPicPr/>
                            <p:nvPr/>
                          </p:nvPicPr>
                          <p:blipFill>
                            <a:blip r:embed="rId5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32152" y="4794663"/>
                              <a:ext cx="3315206" cy="717197"/>
                            </a:xfrm>
                            <a:prstGeom prst="rect">
                              <a:avLst/>
                            </a:prstGeom>
                            <a:ln w="12700">
                              <a:solidFill>
                                <a:schemeClr val="tx1"/>
                              </a:solidFill>
                              <a:prstDash val="dash"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32827A52-1D85-2332-41B8-82B48C89285F}"/>
                </a:ext>
              </a:extLst>
            </p:cNvPr>
            <p:cNvGrpSpPr/>
            <p:nvPr/>
          </p:nvGrpSpPr>
          <p:grpSpPr>
            <a:xfrm>
              <a:off x="286363" y="2678768"/>
              <a:ext cx="2110214" cy="717197"/>
              <a:chOff x="973171" y="2080173"/>
              <a:chExt cx="974429" cy="658766"/>
            </a:xfrm>
          </p:grpSpPr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33012AED-BE9F-6DC7-F08C-FB893BA9648D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峰值功率跟踪器</a:t>
                </a:r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BA5F8F77-6B8B-5F46-943F-6E00EC4E6B8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8EDFAE0F-10F0-9074-EA04-3ACA72F42FB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1A9FE939-9F35-2B3D-234F-32EA5DBC85E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B6051BF7-9C97-3CB1-B1F8-C712A854EF0C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4308AE3A-5615-52DF-8392-EEFA3CEFA95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F8D7F67C-8E6A-2C51-2C6F-514910D853C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A1A31707-A88A-5E8D-F3DD-6C1DAA832563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ADADB374-0446-E809-C47B-F8B5546D042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BF465B51-FAFA-67F7-E120-D97B20E76389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5092EDA6-688E-E7B5-AFD6-98ECD5B2F91D}"/>
                  </a:ext>
                </a:extLst>
              </p:cNvPr>
              <p:cNvCxnSpPr>
                <a:cxnSpLocks/>
                <a:endCxn id="3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DF22BC55-F87E-10B9-1FAE-EF23D890C5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457" y="1583759"/>
              <a:ext cx="2104955" cy="1084663"/>
            </a:xfrm>
            <a:prstGeom prst="rect">
              <a:avLst/>
            </a:prstGeom>
          </p:spPr>
        </p:pic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E3B7E6F5-D59C-5538-1A4B-58804B8E6BC0}"/>
                </a:ext>
              </a:extLst>
            </p:cNvPr>
            <p:cNvGrpSpPr/>
            <p:nvPr/>
          </p:nvGrpSpPr>
          <p:grpSpPr>
            <a:xfrm>
              <a:off x="3230587" y="2678768"/>
              <a:ext cx="2110214" cy="717197"/>
              <a:chOff x="973171" y="2080173"/>
              <a:chExt cx="974429" cy="658766"/>
            </a:xfrm>
          </p:grpSpPr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6DF5CBD4-3519-6490-F6CE-742C39AA1893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串联开关调节器</a:t>
                </a:r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5D5DBDC6-03F5-9FBB-9B9F-4FB18714DACB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E2D1A54D-9FC4-C13A-D633-3B0BEB9DCE5D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56339245-7EE6-A24D-ECDC-74269736ADB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E093FF34-5610-0D8B-68F2-45C64818011B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A71328E7-36BD-6525-5BF2-B915DF1AAFC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0405ABC4-40D4-8441-92A5-CB25AAC9341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841FC690-11E9-68F3-130F-E4EF751A9EC5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B715A1AF-8AC1-99ED-51CE-9612AABA39F5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47D66920-18CB-385B-4BD6-C70E1D5F0256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5" name="直接箭头连接符 54">
                <a:extLst>
                  <a:ext uri="{FF2B5EF4-FFF2-40B4-BE49-F238E27FC236}">
                    <a16:creationId xmlns:a16="http://schemas.microsoft.com/office/drawing/2014/main" id="{92600527-AA7F-D67A-DC4B-C578C8E46F9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7A5E74AA-C74C-2EF2-8EE0-4E57D052C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936731" y="1521235"/>
              <a:ext cx="2451765" cy="1084663"/>
            </a:xfrm>
            <a:prstGeom prst="rect">
              <a:avLst/>
            </a:prstGeom>
          </p:spPr>
        </p:pic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0EE738C3-84A5-CAC4-1C5D-27092304EC4A}"/>
                </a:ext>
              </a:extLst>
            </p:cNvPr>
            <p:cNvGrpSpPr/>
            <p:nvPr/>
          </p:nvGrpSpPr>
          <p:grpSpPr>
            <a:xfrm>
              <a:off x="6436080" y="1813981"/>
              <a:ext cx="2110214" cy="717197"/>
              <a:chOff x="973171" y="2080173"/>
              <a:chExt cx="974429" cy="658766"/>
            </a:xfrm>
          </p:grpSpPr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4788AA75-6F02-E623-5258-3DE31F40AA9E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充电调节器</a:t>
                </a:r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D08A08B2-BB34-5C92-A7D5-C9840DABF538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4191D497-F94D-FB62-6958-A25549EAF072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A2EDA03E-3F32-F58F-8689-0D6E7A5BEE2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B4D2F603-8351-D0E6-17DF-29799FCEA61D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454F7FE2-6842-E3D0-A92A-45F7118D5CA8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2FCB2097-76E0-670C-4182-9E5FD0836289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959C501E-5DE9-9467-CF94-DDD6B610652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77804BE5-9140-2EC6-442E-F3CA8F15E89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AEE24AB2-26B5-1C54-C15B-EBD3E1C6D625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8" name="直接箭头连接符 67">
                <a:extLst>
                  <a:ext uri="{FF2B5EF4-FFF2-40B4-BE49-F238E27FC236}">
                    <a16:creationId xmlns:a16="http://schemas.microsoft.com/office/drawing/2014/main" id="{4D7D2C5B-4E13-154A-8A9C-F9AD855FA882}"/>
                  </a:ext>
                </a:extLst>
              </p:cNvPr>
              <p:cNvCxnSpPr>
                <a:cxnSpLocks/>
                <a:endCxn id="6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ECF1B6B2-FCEC-7BAB-C2C8-D0DA1AC646B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89860" y="12881"/>
              <a:ext cx="2651820" cy="1988865"/>
            </a:xfrm>
            <a:prstGeom prst="rect">
              <a:avLst/>
            </a:prstGeom>
          </p:spPr>
        </p:pic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A8DCB790-6F56-E63B-AE64-C5377C2DF131}"/>
                </a:ext>
              </a:extLst>
            </p:cNvPr>
            <p:cNvGrpSpPr/>
            <p:nvPr/>
          </p:nvGrpSpPr>
          <p:grpSpPr>
            <a:xfrm>
              <a:off x="9588618" y="3779384"/>
              <a:ext cx="2110214" cy="717197"/>
              <a:chOff x="973171" y="2080173"/>
              <a:chExt cx="974429" cy="658766"/>
            </a:xfrm>
          </p:grpSpPr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F816B16-D347-4FAA-694A-2A5459F60351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放电调节器</a:t>
                </a:r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72BF6EA4-3B52-B842-62F1-CF0CE76D91E2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EBB30FFC-955B-71D9-F57E-D376DC9BA454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70EC6728-21F4-6788-F97C-B54A071FA3D1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02ECC492-833D-01BE-36E6-2EDA5362F09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0DC677D8-9294-2AF7-E80D-1E9EFA57CE5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625E5C62-E1B1-9D62-60A5-8BFAAC7B052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C8E2656C-F2F9-21FD-EF02-591F01E81B2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709E97DE-00F5-83EB-1D3A-DF1F64DD9435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FF1D93FC-4C9B-A74E-6B00-F6464A3D0EAA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1" name="直接箭头连接符 80">
                <a:extLst>
                  <a:ext uri="{FF2B5EF4-FFF2-40B4-BE49-F238E27FC236}">
                    <a16:creationId xmlns:a16="http://schemas.microsoft.com/office/drawing/2014/main" id="{3BEEEF78-C6F5-B648-59CA-55A3B777DE74}"/>
                  </a:ext>
                </a:extLst>
              </p:cNvPr>
              <p:cNvCxnSpPr>
                <a:cxnSpLocks/>
                <a:endCxn id="7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4DD9740B-1207-42A1-2E3D-8C44ABADB5A8}"/>
                </a:ext>
              </a:extLst>
            </p:cNvPr>
            <p:cNvGrpSpPr/>
            <p:nvPr/>
          </p:nvGrpSpPr>
          <p:grpSpPr>
            <a:xfrm>
              <a:off x="9588618" y="1834857"/>
              <a:ext cx="2110214" cy="717197"/>
              <a:chOff x="973171" y="2080173"/>
              <a:chExt cx="974429" cy="658766"/>
            </a:xfrm>
          </p:grpSpPr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E1FC58F2-D601-5C3D-D310-6E0995D005DA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蓄电池组</a:t>
                </a:r>
              </a:p>
            </p:txBody>
          </p:sp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3C4BCF5E-DE38-7EED-E140-25107607802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ADDFF1E1-E98F-1778-374E-FBC9A4C42E0E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862349AA-5672-B1B6-2C3F-90F3FE5CEA1B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8FD493D7-D79B-EC61-BAF6-55BFF797B86E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EAFFB8AA-9C8E-7B0F-290A-1E7B6AC4A9F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3F4D1EA0-B06F-89C5-E19F-A6FF0FFFEEA9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AD22B607-1211-B96B-167E-43F996887E41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EC9BB6A-13F6-A2AD-4557-A44C4780EAFB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E0018154-73EC-C79A-3463-44D4EDF48DC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3" name="直接箭头连接符 92">
                <a:extLst>
                  <a:ext uri="{FF2B5EF4-FFF2-40B4-BE49-F238E27FC236}">
                    <a16:creationId xmlns:a16="http://schemas.microsoft.com/office/drawing/2014/main" id="{CCBEB8DC-166C-944A-ECCD-4DB842C81C45}"/>
                  </a:ext>
                </a:extLst>
              </p:cNvPr>
              <p:cNvCxnSpPr>
                <a:cxnSpLocks/>
                <a:endCxn id="9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9C9B8F19-9FF4-222B-A350-983D3605C990}"/>
                </a:ext>
              </a:extLst>
            </p:cNvPr>
            <p:cNvCxnSpPr>
              <a:cxnSpLocks/>
              <a:stCxn id="18" idx="0"/>
              <a:endCxn id="40" idx="2"/>
            </p:cNvCxnSpPr>
            <p:nvPr/>
          </p:nvCxnSpPr>
          <p:spPr>
            <a:xfrm rot="16200000" flipV="1">
              <a:off x="1680587" y="3059479"/>
              <a:ext cx="548233" cy="122120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接箭头连接符 93">
              <a:extLst>
                <a:ext uri="{FF2B5EF4-FFF2-40B4-BE49-F238E27FC236}">
                  <a16:creationId xmlns:a16="http://schemas.microsoft.com/office/drawing/2014/main" id="{110CC0A4-CDCC-7D28-357F-D0D15093F5F9}"/>
                </a:ext>
              </a:extLst>
            </p:cNvPr>
            <p:cNvCxnSpPr>
              <a:cxnSpLocks/>
              <a:stCxn id="18" idx="0"/>
              <a:endCxn id="45" idx="2"/>
            </p:cNvCxnSpPr>
            <p:nvPr/>
          </p:nvCxnSpPr>
          <p:spPr>
            <a:xfrm rot="5400000" flipH="1" flipV="1">
              <a:off x="3144208" y="2805342"/>
              <a:ext cx="559954" cy="171775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041F2270-D0AF-80D9-9DAB-1583038652BA}"/>
                </a:ext>
              </a:extLst>
            </p:cNvPr>
            <p:cNvCxnSpPr>
              <a:cxnSpLocks/>
              <a:stCxn id="32" idx="3"/>
              <a:endCxn id="45" idx="1"/>
            </p:cNvCxnSpPr>
            <p:nvPr/>
          </p:nvCxnSpPr>
          <p:spPr>
            <a:xfrm>
              <a:off x="2391317" y="3031506"/>
              <a:ext cx="83927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F5BDF8EB-0252-2E1A-9013-F63EE4FC8511}"/>
                </a:ext>
              </a:extLst>
            </p:cNvPr>
            <p:cNvGrpSpPr/>
            <p:nvPr/>
          </p:nvGrpSpPr>
          <p:grpSpPr>
            <a:xfrm>
              <a:off x="6436080" y="3779384"/>
              <a:ext cx="2110214" cy="717197"/>
              <a:chOff x="973171" y="2080173"/>
              <a:chExt cx="974429" cy="658766"/>
            </a:xfrm>
          </p:grpSpPr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D78C18DA-008E-3CC5-8460-FC918685CAE9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负载模拟</a:t>
                </a:r>
              </a:p>
            </p:txBody>
          </p:sp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32779BB4-B6F3-6900-72C6-20434302F0C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5D0A8AA2-32E4-3F2E-190D-64E1A1F79DB3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CFC5FB40-1359-661E-39C7-F59BA09FBB89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CA78F77F-26B0-EE81-41D1-175AEE35B6B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A2CE9249-44B3-C8C9-6930-B6030DAF060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E87380B0-3C71-93D0-89F5-978927F8A316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83CDD18A-B14D-1C5F-5E11-9732C1D05A0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831C8E1D-BE10-8EB1-37CA-FEBF61555245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54020729-EF9B-278E-DF06-2579C1A58E53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5" name="直接箭头连接符 114">
                <a:extLst>
                  <a:ext uri="{FF2B5EF4-FFF2-40B4-BE49-F238E27FC236}">
                    <a16:creationId xmlns:a16="http://schemas.microsoft.com/office/drawing/2014/main" id="{94FC354F-35DF-F8AE-181F-848AF80CCE38}"/>
                  </a:ext>
                </a:extLst>
              </p:cNvPr>
              <p:cNvCxnSpPr>
                <a:cxnSpLocks/>
                <a:endCxn id="11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6" name="直接箭头连接符 115">
              <a:extLst>
                <a:ext uri="{FF2B5EF4-FFF2-40B4-BE49-F238E27FC236}">
                  <a16:creationId xmlns:a16="http://schemas.microsoft.com/office/drawing/2014/main" id="{ADA68919-986B-746F-DC3F-6BB6F40818B4}"/>
                </a:ext>
              </a:extLst>
            </p:cNvPr>
            <p:cNvCxnSpPr>
              <a:cxnSpLocks/>
              <a:stCxn id="45" idx="3"/>
            </p:cNvCxnSpPr>
            <p:nvPr/>
          </p:nvCxnSpPr>
          <p:spPr>
            <a:xfrm>
              <a:off x="5335541" y="3031506"/>
              <a:ext cx="6589759" cy="0"/>
            </a:xfrm>
            <a:prstGeom prst="straightConnector1">
              <a:avLst/>
            </a:prstGeom>
            <a:ln w="38100" cmpd="dbl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直接箭头连接符 118">
              <a:extLst>
                <a:ext uri="{FF2B5EF4-FFF2-40B4-BE49-F238E27FC236}">
                  <a16:creationId xmlns:a16="http://schemas.microsoft.com/office/drawing/2014/main" id="{BD7A0AEE-7EB9-3C80-90CD-83A55D96A0DE}"/>
                </a:ext>
              </a:extLst>
            </p:cNvPr>
            <p:cNvCxnSpPr>
              <a:cxnSpLocks/>
              <a:endCxn id="66" idx="2"/>
            </p:cNvCxnSpPr>
            <p:nvPr/>
          </p:nvCxnSpPr>
          <p:spPr>
            <a:xfrm flipV="1">
              <a:off x="7493817" y="2531178"/>
              <a:ext cx="0" cy="500328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A94913E7-F9A4-E620-BCBA-0E53043D3E93}"/>
                </a:ext>
              </a:extLst>
            </p:cNvPr>
            <p:cNvCxnSpPr>
              <a:cxnSpLocks/>
              <a:endCxn id="105" idx="0"/>
            </p:cNvCxnSpPr>
            <p:nvPr/>
          </p:nvCxnSpPr>
          <p:spPr>
            <a:xfrm flipH="1">
              <a:off x="7488557" y="3031506"/>
              <a:ext cx="5260" cy="747878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7" name="直接箭头连接符 126">
              <a:extLst>
                <a:ext uri="{FF2B5EF4-FFF2-40B4-BE49-F238E27FC236}">
                  <a16:creationId xmlns:a16="http://schemas.microsoft.com/office/drawing/2014/main" id="{251D9F26-D711-0E8B-2E37-0EC1CE7D8E9D}"/>
                </a:ext>
              </a:extLst>
            </p:cNvPr>
            <p:cNvCxnSpPr>
              <a:cxnSpLocks/>
              <a:stCxn id="58" idx="3"/>
              <a:endCxn id="83" idx="1"/>
            </p:cNvCxnSpPr>
            <p:nvPr/>
          </p:nvCxnSpPr>
          <p:spPr>
            <a:xfrm>
              <a:off x="8541034" y="2166719"/>
              <a:ext cx="1047584" cy="2087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直接箭头连接符 129">
              <a:extLst>
                <a:ext uri="{FF2B5EF4-FFF2-40B4-BE49-F238E27FC236}">
                  <a16:creationId xmlns:a16="http://schemas.microsoft.com/office/drawing/2014/main" id="{149AD96D-DC04-FD97-4F6A-99E567434500}"/>
                </a:ext>
              </a:extLst>
            </p:cNvPr>
            <p:cNvCxnSpPr>
              <a:cxnSpLocks/>
              <a:stCxn id="71" idx="1"/>
              <a:endCxn id="105" idx="3"/>
            </p:cNvCxnSpPr>
            <p:nvPr/>
          </p:nvCxnSpPr>
          <p:spPr>
            <a:xfrm flipH="1">
              <a:off x="8541034" y="4132122"/>
              <a:ext cx="104758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5E9E5DAC-BCA9-3CB5-E9F5-ECB7B2C6148C}"/>
                </a:ext>
              </a:extLst>
            </p:cNvPr>
            <p:cNvCxnSpPr>
              <a:cxnSpLocks/>
              <a:stCxn id="91" idx="2"/>
              <a:endCxn id="73" idx="0"/>
            </p:cNvCxnSpPr>
            <p:nvPr/>
          </p:nvCxnSpPr>
          <p:spPr>
            <a:xfrm>
              <a:off x="10646355" y="2552054"/>
              <a:ext cx="0" cy="122733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41" name="流程图: 接点 140">
              <a:extLst>
                <a:ext uri="{FF2B5EF4-FFF2-40B4-BE49-F238E27FC236}">
                  <a16:creationId xmlns:a16="http://schemas.microsoft.com/office/drawing/2014/main" id="{27B7FFEC-34EB-17DF-B8D1-6C75DE86756B}"/>
                </a:ext>
              </a:extLst>
            </p:cNvPr>
            <p:cNvSpPr/>
            <p:nvPr/>
          </p:nvSpPr>
          <p:spPr>
            <a:xfrm>
              <a:off x="7440932" y="2983882"/>
              <a:ext cx="95249" cy="95249"/>
            </a:xfrm>
            <a:prstGeom prst="flowChartConnector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本框 141">
                  <a:extLst>
                    <a:ext uri="{FF2B5EF4-FFF2-40B4-BE49-F238E27FC236}">
                      <a16:creationId xmlns:a16="http://schemas.microsoft.com/office/drawing/2014/main" id="{880CA20B-6621-9677-95F0-8F2D794989DE}"/>
                    </a:ext>
                  </a:extLst>
                </p:cNvPr>
                <p:cNvSpPr txBox="1"/>
                <p:nvPr/>
              </p:nvSpPr>
              <p:spPr>
                <a:xfrm>
                  <a:off x="588972" y="3328246"/>
                  <a:ext cx="16208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𝑽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𝒔𝒐𝒍𝒂𝒓</m:t>
                          </m:r>
                        </m:sub>
                      </m:sSub>
                    </m:oMath>
                  </a14:m>
                  <a:r>
                    <a:rPr lang="en-US" altLang="zh-CN" b="1" dirty="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,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𝑷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𝒔𝒐𝒍𝒂𝒓</m:t>
                          </m:r>
                        </m:sub>
                      </m:sSub>
                    </m:oMath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42" name="文本框 141">
                  <a:extLst>
                    <a:ext uri="{FF2B5EF4-FFF2-40B4-BE49-F238E27FC236}">
                      <a16:creationId xmlns:a16="http://schemas.microsoft.com/office/drawing/2014/main" id="{880CA20B-6621-9677-95F0-8F2D794989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972" y="3328246"/>
                  <a:ext cx="1620828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21E8726E-DDA1-AA88-CAA1-9B8DE835CE49}"/>
                    </a:ext>
                  </a:extLst>
                </p:cNvPr>
                <p:cNvSpPr txBox="1"/>
                <p:nvPr/>
              </p:nvSpPr>
              <p:spPr>
                <a:xfrm>
                  <a:off x="3472650" y="3294889"/>
                  <a:ext cx="8418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𝑽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𝒔𝒐𝒍𝒂𝒓</m:t>
                            </m:r>
                          </m:sub>
                        </m:sSub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21E8726E-DDA1-AA88-CAA1-9B8DE835CE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72650" y="3294889"/>
                  <a:ext cx="841834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文本框 143">
                  <a:extLst>
                    <a:ext uri="{FF2B5EF4-FFF2-40B4-BE49-F238E27FC236}">
                      <a16:creationId xmlns:a16="http://schemas.microsoft.com/office/drawing/2014/main" id="{8E198023-47F3-241D-F8CD-C761A422412B}"/>
                    </a:ext>
                  </a:extLst>
                </p:cNvPr>
                <p:cNvSpPr txBox="1"/>
                <p:nvPr/>
              </p:nvSpPr>
              <p:spPr>
                <a:xfrm>
                  <a:off x="2543265" y="2687015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𝑫</m:t>
                        </m:r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44" name="文本框 143">
                  <a:extLst>
                    <a:ext uri="{FF2B5EF4-FFF2-40B4-BE49-F238E27FC236}">
                      <a16:creationId xmlns:a16="http://schemas.microsoft.com/office/drawing/2014/main" id="{8E198023-47F3-241D-F8CD-C761A42241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3265" y="2687015"/>
                  <a:ext cx="41549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本框 144">
                  <a:extLst>
                    <a:ext uri="{FF2B5EF4-FFF2-40B4-BE49-F238E27FC236}">
                      <a16:creationId xmlns:a16="http://schemas.microsoft.com/office/drawing/2014/main" id="{D9DFF2E5-44A8-172C-845B-CDFB78DEFF3B}"/>
                    </a:ext>
                  </a:extLst>
                </p:cNvPr>
                <p:cNvSpPr txBox="1"/>
                <p:nvPr/>
              </p:nvSpPr>
              <p:spPr>
                <a:xfrm>
                  <a:off x="5348544" y="2668422"/>
                  <a:ext cx="6975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𝑽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𝒃𝒖𝒔</m:t>
                            </m:r>
                          </m:sub>
                        </m:sSub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45" name="文本框 144">
                  <a:extLst>
                    <a:ext uri="{FF2B5EF4-FFF2-40B4-BE49-F238E27FC236}">
                      <a16:creationId xmlns:a16="http://schemas.microsoft.com/office/drawing/2014/main" id="{D9DFF2E5-44A8-172C-845B-CDFB78DEFF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8544" y="2668422"/>
                  <a:ext cx="697563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6" name="文本框 145">
                  <a:extLst>
                    <a:ext uri="{FF2B5EF4-FFF2-40B4-BE49-F238E27FC236}">
                      <a16:creationId xmlns:a16="http://schemas.microsoft.com/office/drawing/2014/main" id="{9F1F48A9-CA6A-8BA0-CC1A-596561966367}"/>
                    </a:ext>
                  </a:extLst>
                </p:cNvPr>
                <p:cNvSpPr txBox="1"/>
                <p:nvPr/>
              </p:nvSpPr>
              <p:spPr>
                <a:xfrm>
                  <a:off x="8792549" y="3759533"/>
                  <a:ext cx="4619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𝒅</m:t>
                            </m:r>
                          </m:sub>
                        </m:sSub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46" name="文本框 145">
                  <a:extLst>
                    <a:ext uri="{FF2B5EF4-FFF2-40B4-BE49-F238E27FC236}">
                      <a16:creationId xmlns:a16="http://schemas.microsoft.com/office/drawing/2014/main" id="{9F1F48A9-CA6A-8BA0-CC1A-5965619663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2549" y="3759533"/>
                  <a:ext cx="461921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文本框 146">
                  <a:extLst>
                    <a:ext uri="{FF2B5EF4-FFF2-40B4-BE49-F238E27FC236}">
                      <a16:creationId xmlns:a16="http://schemas.microsoft.com/office/drawing/2014/main" id="{6BCE715F-6318-B736-EB1A-CE2D61CC58CE}"/>
                    </a:ext>
                  </a:extLst>
                </p:cNvPr>
                <p:cNvSpPr txBox="1"/>
                <p:nvPr/>
              </p:nvSpPr>
              <p:spPr>
                <a:xfrm>
                  <a:off x="10667890" y="3244334"/>
                  <a:ext cx="4619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𝒅</m:t>
                            </m:r>
                          </m:sub>
                        </m:sSub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47" name="文本框 146">
                  <a:extLst>
                    <a:ext uri="{FF2B5EF4-FFF2-40B4-BE49-F238E27FC236}">
                      <a16:creationId xmlns:a16="http://schemas.microsoft.com/office/drawing/2014/main" id="{6BCE715F-6318-B736-EB1A-CE2D61CC58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7890" y="3244334"/>
                  <a:ext cx="461921" cy="369332"/>
                </a:xfrm>
                <a:prstGeom prst="rect">
                  <a:avLst/>
                </a:prstGeom>
                <a:blipFill>
                  <a:blip r:embed="rId14"/>
                  <a:stretch>
                    <a:fillRect b="-3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文本框 147">
                  <a:extLst>
                    <a:ext uri="{FF2B5EF4-FFF2-40B4-BE49-F238E27FC236}">
                      <a16:creationId xmlns:a16="http://schemas.microsoft.com/office/drawing/2014/main" id="{E507A17B-4671-A1D6-FC3E-7EE45F1FC6F7}"/>
                    </a:ext>
                  </a:extLst>
                </p:cNvPr>
                <p:cNvSpPr txBox="1"/>
                <p:nvPr/>
              </p:nvSpPr>
              <p:spPr>
                <a:xfrm>
                  <a:off x="8884810" y="1791140"/>
                  <a:ext cx="4619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𝒅</m:t>
                            </m:r>
                          </m:sub>
                        </m:sSub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48" name="文本框 147">
                  <a:extLst>
                    <a:ext uri="{FF2B5EF4-FFF2-40B4-BE49-F238E27FC236}">
                      <a16:creationId xmlns:a16="http://schemas.microsoft.com/office/drawing/2014/main" id="{E507A17B-4671-A1D6-FC3E-7EE45F1FC6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84810" y="1791140"/>
                  <a:ext cx="461921" cy="369332"/>
                </a:xfrm>
                <a:prstGeom prst="rect">
                  <a:avLst/>
                </a:prstGeom>
                <a:blipFill>
                  <a:blip r:embed="rId15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3BB0D079-6706-DDA5-3A87-EE9AE435AC94}"/>
                    </a:ext>
                  </a:extLst>
                </p:cNvPr>
                <p:cNvSpPr txBox="1"/>
                <p:nvPr/>
              </p:nvSpPr>
              <p:spPr>
                <a:xfrm>
                  <a:off x="7506453" y="2552054"/>
                  <a:ext cx="4619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𝑰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𝒅</m:t>
                            </m:r>
                          </m:sub>
                        </m:sSub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3BB0D079-6706-DDA5-3A87-EE9AE435AC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6453" y="2552054"/>
                  <a:ext cx="461921" cy="369332"/>
                </a:xfrm>
                <a:prstGeom prst="rect">
                  <a:avLst/>
                </a:prstGeom>
                <a:blipFill>
                  <a:blip r:embed="rId16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0" name="组合 149">
              <a:extLst>
                <a:ext uri="{FF2B5EF4-FFF2-40B4-BE49-F238E27FC236}">
                  <a16:creationId xmlns:a16="http://schemas.microsoft.com/office/drawing/2014/main" id="{8273F6F8-B579-018D-DFBA-2E4890CCF6F0}"/>
                </a:ext>
              </a:extLst>
            </p:cNvPr>
            <p:cNvGrpSpPr/>
            <p:nvPr/>
          </p:nvGrpSpPr>
          <p:grpSpPr>
            <a:xfrm>
              <a:off x="220456" y="-56207"/>
              <a:ext cx="11704843" cy="5860240"/>
              <a:chOff x="1033618" y="450799"/>
              <a:chExt cx="10563296" cy="6270676"/>
            </a:xfrm>
          </p:grpSpPr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1AD96BD4-EAFB-31B1-8A1F-D6FE238D5F74}"/>
                  </a:ext>
                </a:extLst>
              </p:cNvPr>
              <p:cNvSpPr/>
              <p:nvPr/>
            </p:nvSpPr>
            <p:spPr>
              <a:xfrm>
                <a:off x="1033618" y="450799"/>
                <a:ext cx="10536964" cy="616819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D2FEDF04-5457-A579-F8DA-60949F1C2E17}"/>
                  </a:ext>
                </a:extLst>
              </p:cNvPr>
              <p:cNvSpPr/>
              <p:nvPr/>
            </p:nvSpPr>
            <p:spPr>
              <a:xfrm>
                <a:off x="1059950" y="450799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CA0D0CCA-52FC-05E9-955C-02497AAA7902}"/>
                  </a:ext>
                </a:extLst>
              </p:cNvPr>
              <p:cNvSpPr/>
              <p:nvPr/>
            </p:nvSpPr>
            <p:spPr>
              <a:xfrm>
                <a:off x="4572271" y="450799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9FA935F5-ABDD-86C6-5AA9-20006DC2D41D}"/>
                  </a:ext>
                </a:extLst>
              </p:cNvPr>
              <p:cNvSpPr/>
              <p:nvPr/>
            </p:nvSpPr>
            <p:spPr>
              <a:xfrm>
                <a:off x="8084593" y="450799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159D23B6-4BEA-CDE1-7270-0D9B371F33B0}"/>
                  </a:ext>
                </a:extLst>
              </p:cNvPr>
              <p:cNvSpPr/>
              <p:nvPr/>
            </p:nvSpPr>
            <p:spPr>
              <a:xfrm>
                <a:off x="1059950" y="2592134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E067BA6E-8784-D9D6-3F24-B9CEEEF00690}"/>
                  </a:ext>
                </a:extLst>
              </p:cNvPr>
              <p:cNvSpPr/>
              <p:nvPr/>
            </p:nvSpPr>
            <p:spPr>
              <a:xfrm>
                <a:off x="4572271" y="2592134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15AC9960-C204-FAD7-D283-70CE91DB91D5}"/>
                  </a:ext>
                </a:extLst>
              </p:cNvPr>
              <p:cNvSpPr/>
              <p:nvPr/>
            </p:nvSpPr>
            <p:spPr>
              <a:xfrm>
                <a:off x="8084593" y="2592134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0B8FB78E-3BDF-F420-79BA-D65392C98B28}"/>
                  </a:ext>
                </a:extLst>
              </p:cNvPr>
              <p:cNvSpPr/>
              <p:nvPr/>
            </p:nvSpPr>
            <p:spPr>
              <a:xfrm>
                <a:off x="1059950" y="4665410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7027E7A5-6EFB-94FD-3104-F36358DB19E0}"/>
                  </a:ext>
                </a:extLst>
              </p:cNvPr>
              <p:cNvSpPr/>
              <p:nvPr/>
            </p:nvSpPr>
            <p:spPr>
              <a:xfrm>
                <a:off x="4572271" y="4665410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EAB58D73-678C-7980-5310-D607DF775796}"/>
                  </a:ext>
                </a:extLst>
              </p:cNvPr>
              <p:cNvSpPr/>
              <p:nvPr/>
            </p:nvSpPr>
            <p:spPr>
              <a:xfrm>
                <a:off x="8084593" y="4665410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1" name="直接箭头连接符 160">
                <a:extLst>
                  <a:ext uri="{FF2B5EF4-FFF2-40B4-BE49-F238E27FC236}">
                    <a16:creationId xmlns:a16="http://schemas.microsoft.com/office/drawing/2014/main" id="{704B297C-5AEC-66C1-063C-25F0CCE37C4D}"/>
                  </a:ext>
                </a:extLst>
              </p:cNvPr>
              <p:cNvCxnSpPr>
                <a:cxnSpLocks/>
                <a:endCxn id="158" idx="2"/>
              </p:cNvCxnSpPr>
              <p:nvPr/>
            </p:nvCxnSpPr>
            <p:spPr>
              <a:xfrm flipH="1">
                <a:off x="2816110" y="6413665"/>
                <a:ext cx="5904711" cy="307810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7692153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564C1-BA10-1490-02F4-838EFF220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479AAD-653B-ACC5-6A55-EC790291F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 dirty="0"/>
              <a:t>2025/6/20</a:t>
            </a:r>
            <a:endParaRPr lang="zh-CN" altLang="en-US" dirty="0"/>
          </a:p>
        </p:txBody>
      </p:sp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F24893CB-5446-CAA6-8E9B-DCE05FBAF1EA}"/>
              </a:ext>
            </a:extLst>
          </p:cNvPr>
          <p:cNvGrpSpPr/>
          <p:nvPr/>
        </p:nvGrpSpPr>
        <p:grpSpPr>
          <a:xfrm>
            <a:off x="1253772" y="733459"/>
            <a:ext cx="11772459" cy="5155367"/>
            <a:chOff x="243578" y="1081802"/>
            <a:chExt cx="11772459" cy="5155367"/>
          </a:xfrm>
        </p:grpSpPr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26904A4D-2A0F-B92B-C7F2-F3D84DDBE093}"/>
                </a:ext>
              </a:extLst>
            </p:cNvPr>
            <p:cNvGrpSpPr/>
            <p:nvPr/>
          </p:nvGrpSpPr>
          <p:grpSpPr>
            <a:xfrm>
              <a:off x="251360" y="2619699"/>
              <a:ext cx="2104954" cy="717197"/>
              <a:chOff x="975600" y="2080173"/>
              <a:chExt cx="972000" cy="658766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F7FDA4B3-B92A-1593-E0B2-8B7B3420CFE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B8AC9E63-1199-2D37-1C50-3CAFD4058A17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23CF5B3E-4163-51E0-4E2A-D5370E03B52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D9731539-E6B6-05CA-0C19-FE3ACCA3B3EB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6970185F-1330-22BE-75A4-211F226FDEE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14FEA0A7-F445-99B5-494E-DF1D28A71E66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D80E53C2-9F81-6220-521F-51C7781DB8FB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FA4EA05D-31BA-08E3-7E2F-77DD9F29C789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B2F32A72-98F7-79F5-6192-8577D42029D9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E49125A4-F713-112F-69D2-C33A917DFE58}"/>
                  </a:ext>
                </a:extLst>
              </p:cNvPr>
              <p:cNvCxnSpPr>
                <a:cxnSpLocks/>
                <a:endCxn id="3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0" name="组合 149">
              <a:extLst>
                <a:ext uri="{FF2B5EF4-FFF2-40B4-BE49-F238E27FC236}">
                  <a16:creationId xmlns:a16="http://schemas.microsoft.com/office/drawing/2014/main" id="{A6125F33-D13A-94C8-09E7-A1A794C7BAFA}"/>
                </a:ext>
              </a:extLst>
            </p:cNvPr>
            <p:cNvGrpSpPr/>
            <p:nvPr/>
          </p:nvGrpSpPr>
          <p:grpSpPr>
            <a:xfrm>
              <a:off x="243578" y="1081802"/>
              <a:ext cx="11772459" cy="5155367"/>
              <a:chOff x="1033618" y="450799"/>
              <a:chExt cx="10563296" cy="6270676"/>
            </a:xfrm>
          </p:grpSpPr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168722CF-A820-7BC4-6D5F-1AD4EA2B7E39}"/>
                  </a:ext>
                </a:extLst>
              </p:cNvPr>
              <p:cNvSpPr/>
              <p:nvPr/>
            </p:nvSpPr>
            <p:spPr>
              <a:xfrm>
                <a:off x="1033618" y="450799"/>
                <a:ext cx="10536964" cy="616819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837EE5F5-445C-E0A4-532B-125812F09F5D}"/>
                  </a:ext>
                </a:extLst>
              </p:cNvPr>
              <p:cNvSpPr/>
              <p:nvPr/>
            </p:nvSpPr>
            <p:spPr>
              <a:xfrm>
                <a:off x="1059950" y="450799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B56BFBC4-5AAF-4FCE-6BC7-B2E4D1C80BEB}"/>
                  </a:ext>
                </a:extLst>
              </p:cNvPr>
              <p:cNvSpPr/>
              <p:nvPr/>
            </p:nvSpPr>
            <p:spPr>
              <a:xfrm>
                <a:off x="4572271" y="450799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1F8FF404-6989-B0F5-7404-13A7E99E5391}"/>
                  </a:ext>
                </a:extLst>
              </p:cNvPr>
              <p:cNvSpPr/>
              <p:nvPr/>
            </p:nvSpPr>
            <p:spPr>
              <a:xfrm>
                <a:off x="8084593" y="450799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295E90CC-2ACB-1373-95E7-1C91603177BC}"/>
                  </a:ext>
                </a:extLst>
              </p:cNvPr>
              <p:cNvSpPr/>
              <p:nvPr/>
            </p:nvSpPr>
            <p:spPr>
              <a:xfrm>
                <a:off x="1059950" y="2592134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5B2BD8D5-B0E9-EA34-D91D-9C4A8244D34A}"/>
                  </a:ext>
                </a:extLst>
              </p:cNvPr>
              <p:cNvSpPr/>
              <p:nvPr/>
            </p:nvSpPr>
            <p:spPr>
              <a:xfrm>
                <a:off x="4572271" y="2592134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103CE2AA-F405-73ED-62CA-E80916B38CA9}"/>
                  </a:ext>
                </a:extLst>
              </p:cNvPr>
              <p:cNvSpPr/>
              <p:nvPr/>
            </p:nvSpPr>
            <p:spPr>
              <a:xfrm>
                <a:off x="8084593" y="2592134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9A056228-A0A0-414A-93D4-155E04A16810}"/>
                  </a:ext>
                </a:extLst>
              </p:cNvPr>
              <p:cNvSpPr/>
              <p:nvPr/>
            </p:nvSpPr>
            <p:spPr>
              <a:xfrm>
                <a:off x="1059950" y="4665410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606D3D13-BF08-A2D6-226D-D6AD3C76D981}"/>
                  </a:ext>
                </a:extLst>
              </p:cNvPr>
              <p:cNvSpPr/>
              <p:nvPr/>
            </p:nvSpPr>
            <p:spPr>
              <a:xfrm>
                <a:off x="4572271" y="4665410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F6AB56DA-1F83-02F0-2B51-ABF2168EA0C4}"/>
                  </a:ext>
                </a:extLst>
              </p:cNvPr>
              <p:cNvSpPr/>
              <p:nvPr/>
            </p:nvSpPr>
            <p:spPr>
              <a:xfrm>
                <a:off x="8084593" y="4665410"/>
                <a:ext cx="3512321" cy="20560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1" name="直接箭头连接符 160">
                <a:extLst>
                  <a:ext uri="{FF2B5EF4-FFF2-40B4-BE49-F238E27FC236}">
                    <a16:creationId xmlns:a16="http://schemas.microsoft.com/office/drawing/2014/main" id="{89A2A2FE-8093-ECD0-54A2-730BFE7EEDEA}"/>
                  </a:ext>
                </a:extLst>
              </p:cNvPr>
              <p:cNvCxnSpPr>
                <a:cxnSpLocks/>
                <a:endCxn id="158" idx="2"/>
              </p:cNvCxnSpPr>
              <p:nvPr/>
            </p:nvCxnSpPr>
            <p:spPr>
              <a:xfrm flipH="1">
                <a:off x="2816110" y="6413665"/>
                <a:ext cx="5904711" cy="307810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E0DDCBC0-C6A1-7188-1FF5-AC459E0744C9}"/>
                </a:ext>
              </a:extLst>
            </p:cNvPr>
            <p:cNvGrpSpPr/>
            <p:nvPr/>
          </p:nvGrpSpPr>
          <p:grpSpPr>
            <a:xfrm>
              <a:off x="2583874" y="2304879"/>
              <a:ext cx="1911926" cy="569917"/>
              <a:chOff x="973171" y="2080173"/>
              <a:chExt cx="974429" cy="658766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F7B3A37A-6074-DD30-FBFC-30B7AAD06717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轨道六根数偏差</a:t>
                </a: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ACF682D2-321E-FDD4-0AF3-0DA87373C63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3E280738-F279-97FB-F3EA-1703E5C4ECE5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F17B65A9-37E7-4FFF-C438-A3D5DAABD894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4807DA4A-BBE4-ED2C-E276-1A796CE60A1B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A9974372-C2B4-C0B9-AA44-4E97D51B65FC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37CE8444-44AF-CFD0-D413-9ACA8B8723D7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D7FA4125-E021-4D93-7A03-FF3BBDF2F3B8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7608184-C6CD-7042-FB32-C2AA3CC1A763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CF34D8FB-3B24-04BF-0809-4DF07CA23EFD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6C834FA7-FBAF-A4FA-8C78-C6E89851F76A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5550F017-2AD4-0AF4-3B79-ABB665B590CC}"/>
                </a:ext>
              </a:extLst>
            </p:cNvPr>
            <p:cNvGrpSpPr/>
            <p:nvPr/>
          </p:nvGrpSpPr>
          <p:grpSpPr>
            <a:xfrm>
              <a:off x="3100022" y="1330593"/>
              <a:ext cx="1573175" cy="599807"/>
              <a:chOff x="973171" y="2080173"/>
              <a:chExt cx="974429" cy="658766"/>
            </a:xfrm>
          </p:grpSpPr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AC92D1B4-662A-96C8-9EF2-7BC9D0EEA07D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轨道六根数</a:t>
                </a:r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85C3A636-89D8-B23C-9937-5979B2DBA238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11E45247-D148-B019-15A2-5EDFF9E250DF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DF59F99B-40CF-30CF-5AFE-A1F6EBC5A6EC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822A449A-8C89-D040-0126-AD1C748E32A1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7BFAB473-2B83-2AF4-C03E-213FED3A851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EAE94DBE-6A71-09B1-5ED8-4186EF1DD338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0103DD65-1B21-DB09-465E-678CAA9CB485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58AD4CE2-3EB1-1AC4-9C76-57B968500C7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5B525233-FD49-8D07-006D-CB04F8C35E12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0" name="直接箭头连接符 49">
                <a:extLst>
                  <a:ext uri="{FF2B5EF4-FFF2-40B4-BE49-F238E27FC236}">
                    <a16:creationId xmlns:a16="http://schemas.microsoft.com/office/drawing/2014/main" id="{2AD2DB9B-C7BA-8494-C9BD-16F04C765780}"/>
                  </a:ext>
                </a:extLst>
              </p:cNvPr>
              <p:cNvCxnSpPr>
                <a:cxnSpLocks/>
                <a:endCxn id="4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E7C67635-22DA-6572-EF0D-B8FB7D50339A}"/>
                </a:ext>
              </a:extLst>
            </p:cNvPr>
            <p:cNvGrpSpPr/>
            <p:nvPr/>
          </p:nvGrpSpPr>
          <p:grpSpPr>
            <a:xfrm>
              <a:off x="5295900" y="2313387"/>
              <a:ext cx="1760170" cy="584325"/>
              <a:chOff x="973171" y="2080173"/>
              <a:chExt cx="974429" cy="658766"/>
            </a:xfrm>
          </p:grpSpPr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40FADC31-AC34-F501-C985-0C82ABB62442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位速矢量误差</a:t>
                </a: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098F4595-5A30-F70E-64AF-262EA02BB25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FDE3831-FD91-E73E-3926-817294462CF7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7B2D60F6-BE39-8420-6889-D9C2795AB649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508464F5-155B-74F3-C03D-3050FFA39E57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A8D6A973-03F0-9061-E030-F7F8D6C7FEE2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A6F2F67A-A348-8A55-B5FA-63DF7992EDC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E34F4551-792A-5329-9B49-B1965E89079C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616CEF81-F178-C8DC-94B0-C54363F2CF0E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B66EC5DB-9EAC-F280-EBFC-AC1DC808FAF9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2" name="直接箭头连接符 61">
                <a:extLst>
                  <a:ext uri="{FF2B5EF4-FFF2-40B4-BE49-F238E27FC236}">
                    <a16:creationId xmlns:a16="http://schemas.microsoft.com/office/drawing/2014/main" id="{4BBDC59B-99CF-BB55-0620-7B255046C10E}"/>
                  </a:ext>
                </a:extLst>
              </p:cNvPr>
              <p:cNvCxnSpPr>
                <a:cxnSpLocks/>
                <a:endCxn id="5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029B7C45-313D-C916-6464-F8EB558472D1}"/>
                </a:ext>
              </a:extLst>
            </p:cNvPr>
            <p:cNvGrpSpPr/>
            <p:nvPr/>
          </p:nvGrpSpPr>
          <p:grpSpPr>
            <a:xfrm>
              <a:off x="7675196" y="2310216"/>
              <a:ext cx="1760170" cy="584325"/>
              <a:chOff x="973171" y="2080173"/>
              <a:chExt cx="974429" cy="658766"/>
            </a:xfrm>
          </p:grpSpPr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DBB25FC4-A46C-0E0E-B301-FE2D84792148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轨道控制器</a:t>
                </a:r>
              </a:p>
            </p:txBody>
          </p:sp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F222C30D-7CDD-57EE-B010-2C56C38E9D5C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733F57DE-FD75-0914-444C-EAB1EBE5A75A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FB566D1D-CC81-7627-108A-BC6FD7940D4E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80953B24-7AB8-BAEF-A7D3-DE30F33FA86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97CA72CD-A6DC-3853-656F-54895C3E6AE9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445C55CB-47D5-F37E-B177-D4A028FECC47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4DB8AA5A-3BFB-4023-8AD9-AA9FA13A0172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E774FAA4-6C05-1434-2288-FC428CFB535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DCCBE6CB-8FCC-F597-65AA-436B188700C8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8" name="直接箭头连接符 137">
                <a:extLst>
                  <a:ext uri="{FF2B5EF4-FFF2-40B4-BE49-F238E27FC236}">
                    <a16:creationId xmlns:a16="http://schemas.microsoft.com/office/drawing/2014/main" id="{35DD8756-A97C-DEEF-6E0B-FF992D11BB8B}"/>
                  </a:ext>
                </a:extLst>
              </p:cNvPr>
              <p:cNvCxnSpPr>
                <a:cxnSpLocks/>
                <a:endCxn id="13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9" name="组合 138">
              <a:extLst>
                <a:ext uri="{FF2B5EF4-FFF2-40B4-BE49-F238E27FC236}">
                  <a16:creationId xmlns:a16="http://schemas.microsoft.com/office/drawing/2014/main" id="{8F550DEB-797C-8FFC-13ED-351BF963BC13}"/>
                </a:ext>
              </a:extLst>
            </p:cNvPr>
            <p:cNvGrpSpPr/>
            <p:nvPr/>
          </p:nvGrpSpPr>
          <p:grpSpPr>
            <a:xfrm>
              <a:off x="9914557" y="2295319"/>
              <a:ext cx="1760170" cy="598613"/>
              <a:chOff x="973171" y="2080173"/>
              <a:chExt cx="974429" cy="658766"/>
            </a:xfrm>
          </p:grpSpPr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FC30AA3D-5E8B-C26F-A4A8-77D3BDDC738A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任务场景选择</a:t>
                </a:r>
              </a:p>
            </p:txBody>
          </p:sp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C1F1DF9B-AEBE-05D5-49C8-52B247E4F08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2AAD666D-63E7-E9A1-331A-ED9330D5EF3A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1CB984D2-32AB-BDA5-D8BB-A71D9C25990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7D4B5D74-8D52-713C-0327-42C9EB7B3829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4C6AE8F5-4390-ADC6-6FF0-3FC4CF87508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ED00FC7C-6905-FB71-4479-88407594C25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2199846F-5DF7-BB98-C553-84CAE8578713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6ABA9F5B-FDDF-A162-C168-6737186819C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938F86F7-05B6-42D9-1FBA-279AB1002556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2" name="直接箭头连接符 161">
                <a:extLst>
                  <a:ext uri="{FF2B5EF4-FFF2-40B4-BE49-F238E27FC236}">
                    <a16:creationId xmlns:a16="http://schemas.microsoft.com/office/drawing/2014/main" id="{7098930A-4AC0-4177-C46C-C2C49145A052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1EBBED87-BFDE-0F24-DC32-F0066410CDAF}"/>
                </a:ext>
              </a:extLst>
            </p:cNvPr>
            <p:cNvGrpSpPr/>
            <p:nvPr/>
          </p:nvGrpSpPr>
          <p:grpSpPr>
            <a:xfrm>
              <a:off x="8552468" y="4509729"/>
              <a:ext cx="1128636" cy="428573"/>
              <a:chOff x="973171" y="2080173"/>
              <a:chExt cx="974429" cy="658766"/>
            </a:xfrm>
          </p:grpSpPr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8629A6E1-0905-F8B0-2440-66EEFC8B3795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推力计算</a:t>
                </a:r>
              </a:p>
            </p:txBody>
          </p:sp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E2BB2036-3AAE-49A7-1EB1-827D8C779A0E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D7BA729E-55F7-2FEE-43A6-BAD89D4EAAFE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6E457012-9908-6621-CC1D-9123FE2D839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CA5F200B-DB2A-0351-ED45-B5644D10BAC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8DB5A74F-072C-DE6D-545F-5B95BA83470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842A497F-93DC-1BBE-13F5-DE6DD0623811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FB40016C-4D52-CACE-CF39-2E115F02A71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2C3E7131-5E5B-AE1B-56EB-1CAA7A64B6DA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3887D9C1-34BA-93BD-9225-ECEE5CE102A3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4" name="直接箭头连接符 173">
                <a:extLst>
                  <a:ext uri="{FF2B5EF4-FFF2-40B4-BE49-F238E27FC236}">
                    <a16:creationId xmlns:a16="http://schemas.microsoft.com/office/drawing/2014/main" id="{8455EAD2-A17B-6E2B-A076-C0C980699075}"/>
                  </a:ext>
                </a:extLst>
              </p:cNvPr>
              <p:cNvCxnSpPr>
                <a:cxnSpLocks/>
                <a:endCxn id="17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5" name="组合 174">
              <a:extLst>
                <a:ext uri="{FF2B5EF4-FFF2-40B4-BE49-F238E27FC236}">
                  <a16:creationId xmlns:a16="http://schemas.microsoft.com/office/drawing/2014/main" id="{2CE18648-45A0-978A-A324-B548B14DC954}"/>
                </a:ext>
              </a:extLst>
            </p:cNvPr>
            <p:cNvGrpSpPr/>
            <p:nvPr/>
          </p:nvGrpSpPr>
          <p:grpSpPr>
            <a:xfrm>
              <a:off x="6604174" y="4506227"/>
              <a:ext cx="1128636" cy="428573"/>
              <a:chOff x="973171" y="2080173"/>
              <a:chExt cx="974429" cy="658766"/>
            </a:xfrm>
          </p:grpSpPr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BDA02FC3-5F25-BE37-4251-86CFD35D426D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推力分配</a:t>
                </a:r>
              </a:p>
            </p:txBody>
          </p: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09DAE6FD-FF19-32A9-F285-4D950E051BA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" name="矩形 177">
                <a:extLst>
                  <a:ext uri="{FF2B5EF4-FFF2-40B4-BE49-F238E27FC236}">
                    <a16:creationId xmlns:a16="http://schemas.microsoft.com/office/drawing/2014/main" id="{83C9C470-4393-9AFE-0946-7CC14E9C7DA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" name="矩形 178">
                <a:extLst>
                  <a:ext uri="{FF2B5EF4-FFF2-40B4-BE49-F238E27FC236}">
                    <a16:creationId xmlns:a16="http://schemas.microsoft.com/office/drawing/2014/main" id="{F01206D6-98B9-BBDF-AC54-9E1FF1F46B22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矩形 179">
                <a:extLst>
                  <a:ext uri="{FF2B5EF4-FFF2-40B4-BE49-F238E27FC236}">
                    <a16:creationId xmlns:a16="http://schemas.microsoft.com/office/drawing/2014/main" id="{CC4655F7-833E-572F-B83B-D975D1BE3BC9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" name="矩形 180">
                <a:extLst>
                  <a:ext uri="{FF2B5EF4-FFF2-40B4-BE49-F238E27FC236}">
                    <a16:creationId xmlns:a16="http://schemas.microsoft.com/office/drawing/2014/main" id="{EFBF500E-8C92-77D5-6854-01100830A486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" name="矩形 181">
                <a:extLst>
                  <a:ext uri="{FF2B5EF4-FFF2-40B4-BE49-F238E27FC236}">
                    <a16:creationId xmlns:a16="http://schemas.microsoft.com/office/drawing/2014/main" id="{D2315647-8378-E873-F87C-03EBC1F27FC7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" name="矩形 182">
                <a:extLst>
                  <a:ext uri="{FF2B5EF4-FFF2-40B4-BE49-F238E27FC236}">
                    <a16:creationId xmlns:a16="http://schemas.microsoft.com/office/drawing/2014/main" id="{78CF861A-8A6D-2911-2254-A9326C39B0D9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" name="矩形 183">
                <a:extLst>
                  <a:ext uri="{FF2B5EF4-FFF2-40B4-BE49-F238E27FC236}">
                    <a16:creationId xmlns:a16="http://schemas.microsoft.com/office/drawing/2014/main" id="{4854BCC4-3591-B488-5691-A18C2952FD6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5" name="矩形 184">
                <a:extLst>
                  <a:ext uri="{FF2B5EF4-FFF2-40B4-BE49-F238E27FC236}">
                    <a16:creationId xmlns:a16="http://schemas.microsoft.com/office/drawing/2014/main" id="{BD65E8F7-A4AE-5597-F7C0-80A7018A6076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6" name="直接箭头连接符 185">
                <a:extLst>
                  <a:ext uri="{FF2B5EF4-FFF2-40B4-BE49-F238E27FC236}">
                    <a16:creationId xmlns:a16="http://schemas.microsoft.com/office/drawing/2014/main" id="{B25755A7-7428-0FE3-5CC8-50EC51775F05}"/>
                  </a:ext>
                </a:extLst>
              </p:cNvPr>
              <p:cNvCxnSpPr>
                <a:cxnSpLocks/>
                <a:endCxn id="183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9" name="组合 198">
              <a:extLst>
                <a:ext uri="{FF2B5EF4-FFF2-40B4-BE49-F238E27FC236}">
                  <a16:creationId xmlns:a16="http://schemas.microsoft.com/office/drawing/2014/main" id="{08C6C9F4-9B69-DC24-5C5E-D6E5C69C5EE7}"/>
                </a:ext>
              </a:extLst>
            </p:cNvPr>
            <p:cNvGrpSpPr/>
            <p:nvPr/>
          </p:nvGrpSpPr>
          <p:grpSpPr>
            <a:xfrm>
              <a:off x="6646107" y="5236419"/>
              <a:ext cx="1128636" cy="428573"/>
              <a:chOff x="973171" y="2080173"/>
              <a:chExt cx="974429" cy="658766"/>
            </a:xfrm>
          </p:grpSpPr>
          <p:sp>
            <p:nvSpPr>
              <p:cNvPr id="200" name="矩形 199">
                <a:extLst>
                  <a:ext uri="{FF2B5EF4-FFF2-40B4-BE49-F238E27FC236}">
                    <a16:creationId xmlns:a16="http://schemas.microsoft.com/office/drawing/2014/main" id="{A53AD940-635E-4A53-02D1-55F5D09C2012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燃料计算</a:t>
                </a:r>
              </a:p>
            </p:txBody>
          </p:sp>
          <p:sp>
            <p:nvSpPr>
              <p:cNvPr id="201" name="矩形 200">
                <a:extLst>
                  <a:ext uri="{FF2B5EF4-FFF2-40B4-BE49-F238E27FC236}">
                    <a16:creationId xmlns:a16="http://schemas.microsoft.com/office/drawing/2014/main" id="{16D34C4D-FF75-707F-2AA6-19BD9355F4ED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7FD45C8A-4B4D-867C-FD1C-B90EF7E0859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" name="矩形 202">
                <a:extLst>
                  <a:ext uri="{FF2B5EF4-FFF2-40B4-BE49-F238E27FC236}">
                    <a16:creationId xmlns:a16="http://schemas.microsoft.com/office/drawing/2014/main" id="{4E68EAB6-3698-4712-9CCD-1F11CD300778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" name="矩形 203">
                <a:extLst>
                  <a:ext uri="{FF2B5EF4-FFF2-40B4-BE49-F238E27FC236}">
                    <a16:creationId xmlns:a16="http://schemas.microsoft.com/office/drawing/2014/main" id="{44D6A79F-BE41-B8AB-104C-DF67BC1CE6C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" name="矩形 204">
                <a:extLst>
                  <a:ext uri="{FF2B5EF4-FFF2-40B4-BE49-F238E27FC236}">
                    <a16:creationId xmlns:a16="http://schemas.microsoft.com/office/drawing/2014/main" id="{24998E3A-170E-0A79-0500-A95D5739DD93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" name="矩形 205">
                <a:extLst>
                  <a:ext uri="{FF2B5EF4-FFF2-40B4-BE49-F238E27FC236}">
                    <a16:creationId xmlns:a16="http://schemas.microsoft.com/office/drawing/2014/main" id="{A47D30D5-041A-EF24-022F-4357489BC85A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" name="矩形 206">
                <a:extLst>
                  <a:ext uri="{FF2B5EF4-FFF2-40B4-BE49-F238E27FC236}">
                    <a16:creationId xmlns:a16="http://schemas.microsoft.com/office/drawing/2014/main" id="{37B278D0-3B1E-6850-FB11-041E50D02ED8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" name="矩形 207">
                <a:extLst>
                  <a:ext uri="{FF2B5EF4-FFF2-40B4-BE49-F238E27FC236}">
                    <a16:creationId xmlns:a16="http://schemas.microsoft.com/office/drawing/2014/main" id="{0667C877-8040-DA09-194D-AC4AF4FA85B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09" name="矩形 208">
                <a:extLst>
                  <a:ext uri="{FF2B5EF4-FFF2-40B4-BE49-F238E27FC236}">
                    <a16:creationId xmlns:a16="http://schemas.microsoft.com/office/drawing/2014/main" id="{88F7EEFD-DA09-2430-7D8C-700BD59A45A5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10" name="直接箭头连接符 209">
                <a:extLst>
                  <a:ext uri="{FF2B5EF4-FFF2-40B4-BE49-F238E27FC236}">
                    <a16:creationId xmlns:a16="http://schemas.microsoft.com/office/drawing/2014/main" id="{7F5C2EE3-70E3-94DC-D8A7-AF27F3BEC760}"/>
                  </a:ext>
                </a:extLst>
              </p:cNvPr>
              <p:cNvCxnSpPr>
                <a:cxnSpLocks/>
                <a:endCxn id="20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1" name="组合 210">
              <a:extLst>
                <a:ext uri="{FF2B5EF4-FFF2-40B4-BE49-F238E27FC236}">
                  <a16:creationId xmlns:a16="http://schemas.microsoft.com/office/drawing/2014/main" id="{86B77286-2A19-BE42-0FB3-7310B8CB131E}"/>
                </a:ext>
              </a:extLst>
            </p:cNvPr>
            <p:cNvGrpSpPr/>
            <p:nvPr/>
          </p:nvGrpSpPr>
          <p:grpSpPr>
            <a:xfrm>
              <a:off x="4495799" y="4080142"/>
              <a:ext cx="5491163" cy="1734871"/>
              <a:chOff x="973171" y="2080173"/>
              <a:chExt cx="974429" cy="658766"/>
            </a:xfrm>
          </p:grpSpPr>
          <p:sp>
            <p:nvSpPr>
              <p:cNvPr id="212" name="矩形 211">
                <a:extLst>
                  <a:ext uri="{FF2B5EF4-FFF2-40B4-BE49-F238E27FC236}">
                    <a16:creationId xmlns:a16="http://schemas.microsoft.com/office/drawing/2014/main" id="{52C5646E-22FF-B538-1976-493EC7FF4226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bg2">
                      <a:lumMod val="50000"/>
                    </a:schemeClr>
                  </a:solidFill>
                  <a:latin typeface="Calibri" panose="020F0502020204030204" pitchFamily="34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3" name="矩形 212">
                <a:extLst>
                  <a:ext uri="{FF2B5EF4-FFF2-40B4-BE49-F238E27FC236}">
                    <a16:creationId xmlns:a16="http://schemas.microsoft.com/office/drawing/2014/main" id="{1D1CD09F-8491-717E-6333-E08D11DD06B4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" name="矩形 213">
                <a:extLst>
                  <a:ext uri="{FF2B5EF4-FFF2-40B4-BE49-F238E27FC236}">
                    <a16:creationId xmlns:a16="http://schemas.microsoft.com/office/drawing/2014/main" id="{A39D7212-B198-F1C8-F1D8-99E708E38C8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BCC4FE34-0F0B-5444-2C2B-13CB17DC5B00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" name="矩形 215">
                <a:extLst>
                  <a:ext uri="{FF2B5EF4-FFF2-40B4-BE49-F238E27FC236}">
                    <a16:creationId xmlns:a16="http://schemas.microsoft.com/office/drawing/2014/main" id="{954A9117-E414-F29E-3D87-D011546F2B7B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" name="矩形 216">
                <a:extLst>
                  <a:ext uri="{FF2B5EF4-FFF2-40B4-BE49-F238E27FC236}">
                    <a16:creationId xmlns:a16="http://schemas.microsoft.com/office/drawing/2014/main" id="{A791DB31-9119-53BF-1C84-A3A9EC15CFEC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3F33BC74-7BDC-FBF8-F327-6E051DAAD482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46190182-F483-4C55-E1B3-E598EAB89DC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" name="矩形 219">
                <a:extLst>
                  <a:ext uri="{FF2B5EF4-FFF2-40B4-BE49-F238E27FC236}">
                    <a16:creationId xmlns:a16="http://schemas.microsoft.com/office/drawing/2014/main" id="{F13A8493-ED90-4C91-36FF-E26C23C6262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" name="矩形 220">
                <a:extLst>
                  <a:ext uri="{FF2B5EF4-FFF2-40B4-BE49-F238E27FC236}">
                    <a16:creationId xmlns:a16="http://schemas.microsoft.com/office/drawing/2014/main" id="{C2E3D897-2CA9-E909-75DC-71C05F9EFA7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22" name="直接箭头连接符 221">
                <a:extLst>
                  <a:ext uri="{FF2B5EF4-FFF2-40B4-BE49-F238E27FC236}">
                    <a16:creationId xmlns:a16="http://schemas.microsoft.com/office/drawing/2014/main" id="{AA76B961-96B9-9F44-89F1-C03F34F8DDE9}"/>
                  </a:ext>
                </a:extLst>
              </p:cNvPr>
              <p:cNvCxnSpPr>
                <a:cxnSpLocks/>
                <a:endCxn id="21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3" name="组合 222">
              <a:extLst>
                <a:ext uri="{FF2B5EF4-FFF2-40B4-BE49-F238E27FC236}">
                  <a16:creationId xmlns:a16="http://schemas.microsoft.com/office/drawing/2014/main" id="{62F0D0B3-A389-3391-5117-CFE099313422}"/>
                </a:ext>
              </a:extLst>
            </p:cNvPr>
            <p:cNvGrpSpPr/>
            <p:nvPr/>
          </p:nvGrpSpPr>
          <p:grpSpPr>
            <a:xfrm>
              <a:off x="388277" y="2282803"/>
              <a:ext cx="1573175" cy="599807"/>
              <a:chOff x="973171" y="2080173"/>
              <a:chExt cx="974429" cy="658766"/>
            </a:xfrm>
          </p:grpSpPr>
          <p:sp>
            <p:nvSpPr>
              <p:cNvPr id="224" name="矩形 223">
                <a:extLst>
                  <a:ext uri="{FF2B5EF4-FFF2-40B4-BE49-F238E27FC236}">
                    <a16:creationId xmlns:a16="http://schemas.microsoft.com/office/drawing/2014/main" id="{35478177-C6DE-1066-2BD6-32966BE1F649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轨道摄动方程</a:t>
                </a:r>
              </a:p>
            </p:txBody>
          </p:sp>
          <p:sp>
            <p:nvSpPr>
              <p:cNvPr id="225" name="矩形 224">
                <a:extLst>
                  <a:ext uri="{FF2B5EF4-FFF2-40B4-BE49-F238E27FC236}">
                    <a16:creationId xmlns:a16="http://schemas.microsoft.com/office/drawing/2014/main" id="{B5926CF2-2225-DE67-9D33-548A372FE40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" name="矩形 225">
                <a:extLst>
                  <a:ext uri="{FF2B5EF4-FFF2-40B4-BE49-F238E27FC236}">
                    <a16:creationId xmlns:a16="http://schemas.microsoft.com/office/drawing/2014/main" id="{643DD9FE-AC1C-9A5F-35FC-20E33CFF81E5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" name="矩形 226">
                <a:extLst>
                  <a:ext uri="{FF2B5EF4-FFF2-40B4-BE49-F238E27FC236}">
                    <a16:creationId xmlns:a16="http://schemas.microsoft.com/office/drawing/2014/main" id="{149A8DE0-7FB3-557D-DD4D-35812AFB7244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" name="矩形 227">
                <a:extLst>
                  <a:ext uri="{FF2B5EF4-FFF2-40B4-BE49-F238E27FC236}">
                    <a16:creationId xmlns:a16="http://schemas.microsoft.com/office/drawing/2014/main" id="{664E1116-6880-DB8C-8B19-555B5839688C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" name="矩形 228">
                <a:extLst>
                  <a:ext uri="{FF2B5EF4-FFF2-40B4-BE49-F238E27FC236}">
                    <a16:creationId xmlns:a16="http://schemas.microsoft.com/office/drawing/2014/main" id="{6E0EC5FD-F0C3-D744-CA60-068F9149DEB6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" name="矩形 229">
                <a:extLst>
                  <a:ext uri="{FF2B5EF4-FFF2-40B4-BE49-F238E27FC236}">
                    <a16:creationId xmlns:a16="http://schemas.microsoft.com/office/drawing/2014/main" id="{6B4198BD-AF23-22B7-20A0-8A4F1EFFF14A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矩形 230">
                <a:extLst>
                  <a:ext uri="{FF2B5EF4-FFF2-40B4-BE49-F238E27FC236}">
                    <a16:creationId xmlns:a16="http://schemas.microsoft.com/office/drawing/2014/main" id="{DF66CE91-1F49-6A3F-CD83-D83773BDA89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矩形 231">
                <a:extLst>
                  <a:ext uri="{FF2B5EF4-FFF2-40B4-BE49-F238E27FC236}">
                    <a16:creationId xmlns:a16="http://schemas.microsoft.com/office/drawing/2014/main" id="{6C7D7F20-5051-4411-816D-EBA3EC3563F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矩形 232">
                <a:extLst>
                  <a:ext uri="{FF2B5EF4-FFF2-40B4-BE49-F238E27FC236}">
                    <a16:creationId xmlns:a16="http://schemas.microsoft.com/office/drawing/2014/main" id="{4010973C-D27D-71A2-3CA8-414F2868F0AA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34" name="直接箭头连接符 233">
                <a:extLst>
                  <a:ext uri="{FF2B5EF4-FFF2-40B4-BE49-F238E27FC236}">
                    <a16:creationId xmlns:a16="http://schemas.microsoft.com/office/drawing/2014/main" id="{F159CE87-4A10-795F-AC31-56BA9E98B81C}"/>
                  </a:ext>
                </a:extLst>
              </p:cNvPr>
              <p:cNvCxnSpPr>
                <a:cxnSpLocks/>
                <a:endCxn id="23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6" name="文本框 235">
              <a:extLst>
                <a:ext uri="{FF2B5EF4-FFF2-40B4-BE49-F238E27FC236}">
                  <a16:creationId xmlns:a16="http://schemas.microsoft.com/office/drawing/2014/main" id="{1E88FC98-0496-102C-9F18-7394DA885A5C}"/>
                </a:ext>
              </a:extLst>
            </p:cNvPr>
            <p:cNvSpPr txBox="1"/>
            <p:nvPr/>
          </p:nvSpPr>
          <p:spPr>
            <a:xfrm>
              <a:off x="4495800" y="4101149"/>
              <a:ext cx="1600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chemeClr val="bg2">
                      <a:lumMod val="50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轨道推进器</a:t>
              </a:r>
            </a:p>
          </p:txBody>
        </p:sp>
        <p:grpSp>
          <p:nvGrpSpPr>
            <p:cNvPr id="237" name="组合 236">
              <a:extLst>
                <a:ext uri="{FF2B5EF4-FFF2-40B4-BE49-F238E27FC236}">
                  <a16:creationId xmlns:a16="http://schemas.microsoft.com/office/drawing/2014/main" id="{21ABE643-80EC-110C-CB01-D0A551B50840}"/>
                </a:ext>
              </a:extLst>
            </p:cNvPr>
            <p:cNvGrpSpPr/>
            <p:nvPr/>
          </p:nvGrpSpPr>
          <p:grpSpPr>
            <a:xfrm>
              <a:off x="4802718" y="4502725"/>
              <a:ext cx="1128636" cy="428573"/>
              <a:chOff x="973171" y="2080173"/>
              <a:chExt cx="974429" cy="658766"/>
            </a:xfrm>
          </p:grpSpPr>
          <p:sp>
            <p:nvSpPr>
              <p:cNvPr id="238" name="矩形 237">
                <a:extLst>
                  <a:ext uri="{FF2B5EF4-FFF2-40B4-BE49-F238E27FC236}">
                    <a16:creationId xmlns:a16="http://schemas.microsoft.com/office/drawing/2014/main" id="{909B4F91-5778-7BA6-25BC-AB9F97A8AEC7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推力输出</a:t>
                </a:r>
              </a:p>
            </p:txBody>
          </p:sp>
          <p:sp>
            <p:nvSpPr>
              <p:cNvPr id="239" name="矩形 238">
                <a:extLst>
                  <a:ext uri="{FF2B5EF4-FFF2-40B4-BE49-F238E27FC236}">
                    <a16:creationId xmlns:a16="http://schemas.microsoft.com/office/drawing/2014/main" id="{AA90918F-0E0B-2DC9-F7A6-8B4C277B4514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" name="矩形 239">
                <a:extLst>
                  <a:ext uri="{FF2B5EF4-FFF2-40B4-BE49-F238E27FC236}">
                    <a16:creationId xmlns:a16="http://schemas.microsoft.com/office/drawing/2014/main" id="{49787E50-1AD2-3BE1-DA6B-13F27E5B4FA5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" name="矩形 240">
                <a:extLst>
                  <a:ext uri="{FF2B5EF4-FFF2-40B4-BE49-F238E27FC236}">
                    <a16:creationId xmlns:a16="http://schemas.microsoft.com/office/drawing/2014/main" id="{8F8F8384-0552-8352-7956-F5E8AB190FE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BCB65DF7-0714-823B-E378-27AA27B8F9A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11EF7ED0-5A91-5199-0623-EEA32BBDD93C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" name="矩形 243">
                <a:extLst>
                  <a:ext uri="{FF2B5EF4-FFF2-40B4-BE49-F238E27FC236}">
                    <a16:creationId xmlns:a16="http://schemas.microsoft.com/office/drawing/2014/main" id="{2588DB9D-25D4-4A55-8ED1-D969E768699E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" name="矩形 244">
                <a:extLst>
                  <a:ext uri="{FF2B5EF4-FFF2-40B4-BE49-F238E27FC236}">
                    <a16:creationId xmlns:a16="http://schemas.microsoft.com/office/drawing/2014/main" id="{DC7A6026-EDCC-977C-A7D8-B29FFCCA60BC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" name="矩形 245">
                <a:extLst>
                  <a:ext uri="{FF2B5EF4-FFF2-40B4-BE49-F238E27FC236}">
                    <a16:creationId xmlns:a16="http://schemas.microsoft.com/office/drawing/2014/main" id="{09863D41-245E-10B3-84A5-82ADBA31134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7" name="矩形 246">
                <a:extLst>
                  <a:ext uri="{FF2B5EF4-FFF2-40B4-BE49-F238E27FC236}">
                    <a16:creationId xmlns:a16="http://schemas.microsoft.com/office/drawing/2014/main" id="{0D16F4AE-59D1-AAE0-69E5-5ADC3F9F2DC9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48" name="直接箭头连接符 247">
                <a:extLst>
                  <a:ext uri="{FF2B5EF4-FFF2-40B4-BE49-F238E27FC236}">
                    <a16:creationId xmlns:a16="http://schemas.microsoft.com/office/drawing/2014/main" id="{22B05C0A-7891-6E72-8C5E-2B9EBA3FA911}"/>
                  </a:ext>
                </a:extLst>
              </p:cNvPr>
              <p:cNvCxnSpPr>
                <a:cxnSpLocks/>
                <a:endCxn id="24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9" name="直接箭头连接符 248">
              <a:extLst>
                <a:ext uri="{FF2B5EF4-FFF2-40B4-BE49-F238E27FC236}">
                  <a16:creationId xmlns:a16="http://schemas.microsoft.com/office/drawing/2014/main" id="{942D30CB-C308-F2CD-11F6-A08A2AD0A04C}"/>
                </a:ext>
              </a:extLst>
            </p:cNvPr>
            <p:cNvCxnSpPr>
              <a:cxnSpLocks/>
              <a:stCxn id="230" idx="3"/>
              <a:endCxn id="21" idx="1"/>
            </p:cNvCxnSpPr>
            <p:nvPr/>
          </p:nvCxnSpPr>
          <p:spPr>
            <a:xfrm>
              <a:off x="1961452" y="2585961"/>
              <a:ext cx="627188" cy="6969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CA977FEE-1242-C9AF-31B1-3B455584B46D}"/>
                </a:ext>
              </a:extLst>
            </p:cNvPr>
            <p:cNvCxnSpPr>
              <a:cxnSpLocks/>
              <a:stCxn id="23" idx="3"/>
              <a:endCxn id="52" idx="1"/>
            </p:cNvCxnSpPr>
            <p:nvPr/>
          </p:nvCxnSpPr>
          <p:spPr>
            <a:xfrm>
              <a:off x="4495800" y="2592930"/>
              <a:ext cx="800100" cy="784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6" name="直接箭头连接符 255">
              <a:extLst>
                <a:ext uri="{FF2B5EF4-FFF2-40B4-BE49-F238E27FC236}">
                  <a16:creationId xmlns:a16="http://schemas.microsoft.com/office/drawing/2014/main" id="{4BD5CAA0-CFE1-C9F1-DB91-FD8BFDC4FFB0}"/>
                </a:ext>
              </a:extLst>
            </p:cNvPr>
            <p:cNvCxnSpPr>
              <a:cxnSpLocks/>
              <a:stCxn id="29" idx="3"/>
              <a:endCxn id="52" idx="0"/>
            </p:cNvCxnSpPr>
            <p:nvPr/>
          </p:nvCxnSpPr>
          <p:spPr>
            <a:xfrm>
              <a:off x="4669275" y="1625596"/>
              <a:ext cx="1504516" cy="687791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9" name="直接箭头连接符 258">
              <a:extLst>
                <a:ext uri="{FF2B5EF4-FFF2-40B4-BE49-F238E27FC236}">
                  <a16:creationId xmlns:a16="http://schemas.microsoft.com/office/drawing/2014/main" id="{A15D8B52-5C33-418B-E543-5F191973FED1}"/>
                </a:ext>
              </a:extLst>
            </p:cNvPr>
            <p:cNvCxnSpPr>
              <a:cxnSpLocks/>
              <a:stCxn id="44" idx="1"/>
              <a:endCxn id="227" idx="0"/>
            </p:cNvCxnSpPr>
            <p:nvPr/>
          </p:nvCxnSpPr>
          <p:spPr>
            <a:xfrm rot="10800000" flipV="1">
              <a:off x="1699910" y="1633751"/>
              <a:ext cx="1404034" cy="649052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262" name="组合 261">
              <a:extLst>
                <a:ext uri="{FF2B5EF4-FFF2-40B4-BE49-F238E27FC236}">
                  <a16:creationId xmlns:a16="http://schemas.microsoft.com/office/drawing/2014/main" id="{93D3CAF2-1C21-C310-AB06-C4FFA6E0AE9B}"/>
                </a:ext>
              </a:extLst>
            </p:cNvPr>
            <p:cNvGrpSpPr/>
            <p:nvPr/>
          </p:nvGrpSpPr>
          <p:grpSpPr>
            <a:xfrm>
              <a:off x="751142" y="1649787"/>
              <a:ext cx="844825" cy="280613"/>
              <a:chOff x="973171" y="2080173"/>
              <a:chExt cx="974429" cy="658766"/>
            </a:xfrm>
          </p:grpSpPr>
          <p:sp>
            <p:nvSpPr>
              <p:cNvPr id="263" name="矩形 262">
                <a:extLst>
                  <a:ext uri="{FF2B5EF4-FFF2-40B4-BE49-F238E27FC236}">
                    <a16:creationId xmlns:a16="http://schemas.microsoft.com/office/drawing/2014/main" id="{A6D167BB-C6F3-FBE4-910A-48369B3C8DCA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bg2">
                        <a:lumMod val="50000"/>
                      </a:schemeClr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轨道扰动</a:t>
                </a:r>
              </a:p>
            </p:txBody>
          </p:sp>
          <p:sp>
            <p:nvSpPr>
              <p:cNvPr id="264" name="矩形 263">
                <a:extLst>
                  <a:ext uri="{FF2B5EF4-FFF2-40B4-BE49-F238E27FC236}">
                    <a16:creationId xmlns:a16="http://schemas.microsoft.com/office/drawing/2014/main" id="{F9739E19-F80D-F8E4-7863-A24E5D4D1BE4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" name="矩形 264">
                <a:extLst>
                  <a:ext uri="{FF2B5EF4-FFF2-40B4-BE49-F238E27FC236}">
                    <a16:creationId xmlns:a16="http://schemas.microsoft.com/office/drawing/2014/main" id="{BD075B79-0EC8-0EAC-2959-733B06384391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" name="矩形 265">
                <a:extLst>
                  <a:ext uri="{FF2B5EF4-FFF2-40B4-BE49-F238E27FC236}">
                    <a16:creationId xmlns:a16="http://schemas.microsoft.com/office/drawing/2014/main" id="{BBA1FE5E-C713-3F75-1C2A-8210B374C78C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" name="矩形 266">
                <a:extLst>
                  <a:ext uri="{FF2B5EF4-FFF2-40B4-BE49-F238E27FC236}">
                    <a16:creationId xmlns:a16="http://schemas.microsoft.com/office/drawing/2014/main" id="{88E15E6E-253A-4E6F-A081-F9CC75507AEE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" name="矩形 267">
                <a:extLst>
                  <a:ext uri="{FF2B5EF4-FFF2-40B4-BE49-F238E27FC236}">
                    <a16:creationId xmlns:a16="http://schemas.microsoft.com/office/drawing/2014/main" id="{E0B8DAC3-F00F-CB97-6E62-7C5ACDC010D1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" name="矩形 268">
                <a:extLst>
                  <a:ext uri="{FF2B5EF4-FFF2-40B4-BE49-F238E27FC236}">
                    <a16:creationId xmlns:a16="http://schemas.microsoft.com/office/drawing/2014/main" id="{A1C5364A-7025-9016-BCB4-FF4C5805FB6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" name="矩形 269">
                <a:extLst>
                  <a:ext uri="{FF2B5EF4-FFF2-40B4-BE49-F238E27FC236}">
                    <a16:creationId xmlns:a16="http://schemas.microsoft.com/office/drawing/2014/main" id="{51904984-ED9D-CBA2-B4A5-C8AE8431EF2D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" name="矩形 270">
                <a:extLst>
                  <a:ext uri="{FF2B5EF4-FFF2-40B4-BE49-F238E27FC236}">
                    <a16:creationId xmlns:a16="http://schemas.microsoft.com/office/drawing/2014/main" id="{82403BAC-4FC0-D588-9AE2-B1C3C27A5928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" name="矩形 271">
                <a:extLst>
                  <a:ext uri="{FF2B5EF4-FFF2-40B4-BE49-F238E27FC236}">
                    <a16:creationId xmlns:a16="http://schemas.microsoft.com/office/drawing/2014/main" id="{1F205981-82C9-9A6E-1540-19E0EAA49C4B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73" name="直接箭头连接符 272">
                <a:extLst>
                  <a:ext uri="{FF2B5EF4-FFF2-40B4-BE49-F238E27FC236}">
                    <a16:creationId xmlns:a16="http://schemas.microsoft.com/office/drawing/2014/main" id="{A237C12E-6751-2229-D13D-B7D6790B0F8B}"/>
                  </a:ext>
                </a:extLst>
              </p:cNvPr>
              <p:cNvCxnSpPr>
                <a:cxnSpLocks/>
                <a:endCxn id="27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E4596558-8A33-D29A-D10F-B0C3AC3EBAAE}"/>
                </a:ext>
              </a:extLst>
            </p:cNvPr>
            <p:cNvCxnSpPr>
              <a:cxnSpLocks/>
              <a:stCxn id="271" idx="2"/>
              <a:endCxn id="224" idx="0"/>
            </p:cNvCxnSpPr>
            <p:nvPr/>
          </p:nvCxnSpPr>
          <p:spPr>
            <a:xfrm flipH="1">
              <a:off x="1172904" y="1930400"/>
              <a:ext cx="1703" cy="3524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4" name="直接箭头连接符 283">
              <a:extLst>
                <a:ext uri="{FF2B5EF4-FFF2-40B4-BE49-F238E27FC236}">
                  <a16:creationId xmlns:a16="http://schemas.microsoft.com/office/drawing/2014/main" id="{8E358D52-AD2D-189F-6984-64F040116A8E}"/>
                </a:ext>
              </a:extLst>
            </p:cNvPr>
            <p:cNvCxnSpPr>
              <a:cxnSpLocks/>
              <a:stCxn id="52" idx="3"/>
              <a:endCxn id="132" idx="1"/>
            </p:cNvCxnSpPr>
            <p:nvPr/>
          </p:nvCxnSpPr>
          <p:spPr>
            <a:xfrm>
              <a:off x="7051682" y="2600775"/>
              <a:ext cx="627902" cy="477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7" name="直接箭头连接符 286">
              <a:extLst>
                <a:ext uri="{FF2B5EF4-FFF2-40B4-BE49-F238E27FC236}">
                  <a16:creationId xmlns:a16="http://schemas.microsoft.com/office/drawing/2014/main" id="{AF9B180E-2918-0379-917D-11B477EFD02E}"/>
                </a:ext>
              </a:extLst>
            </p:cNvPr>
            <p:cNvCxnSpPr>
              <a:cxnSpLocks/>
              <a:stCxn id="134" idx="3"/>
              <a:endCxn id="144" idx="1"/>
            </p:cNvCxnSpPr>
            <p:nvPr/>
          </p:nvCxnSpPr>
          <p:spPr>
            <a:xfrm flipV="1">
              <a:off x="9435366" y="2597875"/>
              <a:ext cx="483579" cy="767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直接箭头连接符 289">
              <a:extLst>
                <a:ext uri="{FF2B5EF4-FFF2-40B4-BE49-F238E27FC236}">
                  <a16:creationId xmlns:a16="http://schemas.microsoft.com/office/drawing/2014/main" id="{AAFB5FEE-0790-8DDE-D12B-C7A58EC6AE77}"/>
                </a:ext>
              </a:extLst>
            </p:cNvPr>
            <p:cNvCxnSpPr>
              <a:cxnSpLocks/>
              <a:stCxn id="148" idx="2"/>
              <a:endCxn id="218" idx="3"/>
            </p:cNvCxnSpPr>
            <p:nvPr/>
          </p:nvCxnSpPr>
          <p:spPr>
            <a:xfrm rot="5400000">
              <a:off x="9360369" y="3520525"/>
              <a:ext cx="2063061" cy="809874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6" name="直接箭头连接符 295">
              <a:extLst>
                <a:ext uri="{FF2B5EF4-FFF2-40B4-BE49-F238E27FC236}">
                  <a16:creationId xmlns:a16="http://schemas.microsoft.com/office/drawing/2014/main" id="{F509BAAC-98C2-3716-37CD-E6E33C3606DE}"/>
                </a:ext>
              </a:extLst>
            </p:cNvPr>
            <p:cNvCxnSpPr>
              <a:cxnSpLocks/>
              <a:stCxn id="168" idx="1"/>
              <a:endCxn id="176" idx="3"/>
            </p:cNvCxnSpPr>
            <p:nvPr/>
          </p:nvCxnSpPr>
          <p:spPr>
            <a:xfrm flipH="1" flipV="1">
              <a:off x="7729997" y="4717012"/>
              <a:ext cx="825284" cy="933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直接箭头连接符 298">
              <a:extLst>
                <a:ext uri="{FF2B5EF4-FFF2-40B4-BE49-F238E27FC236}">
                  <a16:creationId xmlns:a16="http://schemas.microsoft.com/office/drawing/2014/main" id="{E867007B-01EB-A28C-E572-BCC12A103EE4}"/>
                </a:ext>
              </a:extLst>
            </p:cNvPr>
            <p:cNvCxnSpPr>
              <a:cxnSpLocks/>
              <a:stCxn id="176" idx="1"/>
              <a:endCxn id="238" idx="3"/>
            </p:cNvCxnSpPr>
            <p:nvPr/>
          </p:nvCxnSpPr>
          <p:spPr>
            <a:xfrm flipH="1" flipV="1">
              <a:off x="5928541" y="4713510"/>
              <a:ext cx="675633" cy="3502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2" name="直接箭头连接符 301">
              <a:extLst>
                <a:ext uri="{FF2B5EF4-FFF2-40B4-BE49-F238E27FC236}">
                  <a16:creationId xmlns:a16="http://schemas.microsoft.com/office/drawing/2014/main" id="{D151A1EC-8E47-667E-EF84-746344D42FF7}"/>
                </a:ext>
              </a:extLst>
            </p:cNvPr>
            <p:cNvCxnSpPr>
              <a:cxnSpLocks/>
              <a:stCxn id="246" idx="2"/>
              <a:endCxn id="204" idx="1"/>
            </p:cNvCxnSpPr>
            <p:nvPr/>
          </p:nvCxnSpPr>
          <p:spPr>
            <a:xfrm rot="16200000" flipH="1">
              <a:off x="5747814" y="4551926"/>
              <a:ext cx="521734" cy="1280477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5" name="直接箭头连接符 304">
              <a:extLst>
                <a:ext uri="{FF2B5EF4-FFF2-40B4-BE49-F238E27FC236}">
                  <a16:creationId xmlns:a16="http://schemas.microsoft.com/office/drawing/2014/main" id="{7DDD9ED4-7A1A-416B-32EE-973174F61F26}"/>
                </a:ext>
              </a:extLst>
            </p:cNvPr>
            <p:cNvCxnSpPr>
              <a:cxnSpLocks/>
              <a:stCxn id="216" idx="1"/>
              <a:endCxn id="319" idx="3"/>
            </p:cNvCxnSpPr>
            <p:nvPr/>
          </p:nvCxnSpPr>
          <p:spPr>
            <a:xfrm flipH="1" flipV="1">
              <a:off x="3352674" y="4948410"/>
              <a:ext cx="1156813" cy="858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1" name="文本框 310">
                  <a:extLst>
                    <a:ext uri="{FF2B5EF4-FFF2-40B4-BE49-F238E27FC236}">
                      <a16:creationId xmlns:a16="http://schemas.microsoft.com/office/drawing/2014/main" id="{9C30519B-488E-831E-596D-573C84F43B1E}"/>
                    </a:ext>
                  </a:extLst>
                </p:cNvPr>
                <p:cNvSpPr txBox="1"/>
                <p:nvPr/>
              </p:nvSpPr>
              <p:spPr>
                <a:xfrm>
                  <a:off x="4300783" y="2784592"/>
                  <a:ext cx="119013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𝑑𝑎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𝑑𝑒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𝑑𝑖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</m:oMath>
                    </m:oMathPara>
                  </a14:m>
                  <a:endParaRPr lang="en-US" altLang="zh-CN" b="0" i="1" dirty="0">
                    <a:latin typeface="Cambria Math" panose="02040503050406030204" pitchFamily="18" charset="0"/>
                    <a:ea typeface="宋体" panose="02010600030101010101" pitchFamily="2" charset="-122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Ω</m:t>
                        </m:r>
                        <m:r>
                          <a:rPr lang="en-US" altLang="zh-CN" b="0" i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d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𝜔</m:t>
                        </m:r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11" name="文本框 310">
                  <a:extLst>
                    <a:ext uri="{FF2B5EF4-FFF2-40B4-BE49-F238E27FC236}">
                      <a16:creationId xmlns:a16="http://schemas.microsoft.com/office/drawing/2014/main" id="{9C30519B-488E-831E-596D-573C84F43B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0783" y="2784592"/>
                  <a:ext cx="1190133" cy="646331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2" name="文本框 311">
                  <a:extLst>
                    <a:ext uri="{FF2B5EF4-FFF2-40B4-BE49-F238E27FC236}">
                      <a16:creationId xmlns:a16="http://schemas.microsoft.com/office/drawing/2014/main" id="{6CB7CE48-1ECD-EFDB-BDAE-221CBB1040B8}"/>
                    </a:ext>
                  </a:extLst>
                </p:cNvPr>
                <p:cNvSpPr txBox="1"/>
                <p:nvPr/>
              </p:nvSpPr>
              <p:spPr>
                <a:xfrm>
                  <a:off x="1640820" y="2861027"/>
                  <a:ext cx="1522212" cy="61824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𝑑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∗</m:t>
                            </m:r>
                          </m:num>
                          <m:den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𝑑𝑡</m:t>
                            </m:r>
                          </m:den>
                        </m:f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𝑓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(∗,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𝐹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)</m:t>
                        </m:r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12" name="文本框 311">
                  <a:extLst>
                    <a:ext uri="{FF2B5EF4-FFF2-40B4-BE49-F238E27FC236}">
                      <a16:creationId xmlns:a16="http://schemas.microsoft.com/office/drawing/2014/main" id="{6CB7CE48-1ECD-EFDB-BDAE-221CBB1040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0820" y="2861027"/>
                  <a:ext cx="1522212" cy="61824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3" name="文本框 312">
              <a:extLst>
                <a:ext uri="{FF2B5EF4-FFF2-40B4-BE49-F238E27FC236}">
                  <a16:creationId xmlns:a16="http://schemas.microsoft.com/office/drawing/2014/main" id="{489619FE-5F82-C35A-5866-900E04E579F7}"/>
                </a:ext>
              </a:extLst>
            </p:cNvPr>
            <p:cNvSpPr txBox="1"/>
            <p:nvPr/>
          </p:nvSpPr>
          <p:spPr>
            <a:xfrm>
              <a:off x="4821502" y="1952518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0" i="1" dirty="0">
                  <a:latin typeface="Cambria Math" panose="02040503050406030204" pitchFamily="18" charset="0"/>
                  <a:ea typeface="宋体" panose="02010600030101010101" pitchFamily="2" charset="-122"/>
                </a:rPr>
                <a:t>雅可比矩阵</a:t>
              </a:r>
              <a:endParaRPr lang="en-US" altLang="zh-CN" b="0" i="1" dirty="0">
                <a:latin typeface="Cambria Math" panose="020405030504060302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4" name="文本框 313">
                  <a:extLst>
                    <a:ext uri="{FF2B5EF4-FFF2-40B4-BE49-F238E27FC236}">
                      <a16:creationId xmlns:a16="http://schemas.microsoft.com/office/drawing/2014/main" id="{BFB2F2DB-1D53-3C1D-25C5-198C48D6A45E}"/>
                    </a:ext>
                  </a:extLst>
                </p:cNvPr>
                <p:cNvSpPr txBox="1"/>
                <p:nvPr/>
              </p:nvSpPr>
              <p:spPr>
                <a:xfrm>
                  <a:off x="6953374" y="2798634"/>
                  <a:ext cx="894796" cy="61824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𝑑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𝒓</m:t>
                            </m:r>
                          </m:num>
                          <m:den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𝑑𝑡</m:t>
                            </m:r>
                          </m:den>
                        </m:f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  <m:f>
                          <m:f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𝑑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𝒗</m:t>
                            </m:r>
                          </m:num>
                          <m:den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𝑑𝑡</m:t>
                            </m:r>
                          </m:den>
                        </m:f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14" name="文本框 313">
                  <a:extLst>
                    <a:ext uri="{FF2B5EF4-FFF2-40B4-BE49-F238E27FC236}">
                      <a16:creationId xmlns:a16="http://schemas.microsoft.com/office/drawing/2014/main" id="{BFB2F2DB-1D53-3C1D-25C5-198C48D6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3374" y="2798634"/>
                  <a:ext cx="894796" cy="61824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6" name="文本框 315">
                  <a:extLst>
                    <a:ext uri="{FF2B5EF4-FFF2-40B4-BE49-F238E27FC236}">
                      <a16:creationId xmlns:a16="http://schemas.microsoft.com/office/drawing/2014/main" id="{B3EE8CF7-FD9E-98D7-A3CF-FE8D69724B9B}"/>
                    </a:ext>
                  </a:extLst>
                </p:cNvPr>
                <p:cNvSpPr txBox="1"/>
                <p:nvPr/>
              </p:nvSpPr>
              <p:spPr>
                <a:xfrm>
                  <a:off x="9435366" y="2861027"/>
                  <a:ext cx="52931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Δ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𝑽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16" name="文本框 315">
                  <a:extLst>
                    <a:ext uri="{FF2B5EF4-FFF2-40B4-BE49-F238E27FC236}">
                      <a16:creationId xmlns:a16="http://schemas.microsoft.com/office/drawing/2014/main" id="{B3EE8CF7-FD9E-98D7-A3CF-FE8D69724B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35366" y="2861027"/>
                  <a:ext cx="52931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7" name="文本框 316">
              <a:extLst>
                <a:ext uri="{FF2B5EF4-FFF2-40B4-BE49-F238E27FC236}">
                  <a16:creationId xmlns:a16="http://schemas.microsoft.com/office/drawing/2014/main" id="{A3F54D5E-2251-2AB3-0E68-696A7F2911E0}"/>
                </a:ext>
              </a:extLst>
            </p:cNvPr>
            <p:cNvSpPr txBox="1"/>
            <p:nvPr/>
          </p:nvSpPr>
          <p:spPr>
            <a:xfrm>
              <a:off x="1114394" y="3928867"/>
              <a:ext cx="128753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ea typeface="宋体" panose="02010600030101010101" pitchFamily="2" charset="-122"/>
                </a:rPr>
                <a:t>0:</a:t>
              </a:r>
              <a:r>
                <a:rPr lang="zh-CN" altLang="en-US" i="1" dirty="0">
                  <a:ea typeface="宋体" panose="02010600030101010101" pitchFamily="2" charset="-122"/>
                </a:rPr>
                <a:t>脉冲</a:t>
              </a:r>
              <a:r>
                <a:rPr lang="zh-CN" altLang="en-US" i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推力</a:t>
              </a:r>
              <a:endParaRPr lang="en-US" altLang="zh-CN" i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1:</a:t>
              </a:r>
              <a:r>
                <a:rPr lang="zh-CN" altLang="en-US" i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连续推力</a:t>
              </a:r>
            </a:p>
          </p:txBody>
        </p:sp>
        <p:grpSp>
          <p:nvGrpSpPr>
            <p:cNvPr id="318" name="组合 317">
              <a:extLst>
                <a:ext uri="{FF2B5EF4-FFF2-40B4-BE49-F238E27FC236}">
                  <a16:creationId xmlns:a16="http://schemas.microsoft.com/office/drawing/2014/main" id="{4EA82D5F-4C03-FCD4-9619-C7A38361315B}"/>
                </a:ext>
              </a:extLst>
            </p:cNvPr>
            <p:cNvGrpSpPr/>
            <p:nvPr/>
          </p:nvGrpSpPr>
          <p:grpSpPr>
            <a:xfrm>
              <a:off x="1596892" y="4653995"/>
              <a:ext cx="1760170" cy="598613"/>
              <a:chOff x="973171" y="2080173"/>
              <a:chExt cx="974429" cy="658766"/>
            </a:xfrm>
          </p:grpSpPr>
          <p:sp>
            <p:nvSpPr>
              <p:cNvPr id="319" name="矩形 318">
                <a:extLst>
                  <a:ext uri="{FF2B5EF4-FFF2-40B4-BE49-F238E27FC236}">
                    <a16:creationId xmlns:a16="http://schemas.microsoft.com/office/drawing/2014/main" id="{C0666AF0-3EB0-C314-4DF5-5A6C699DDBE5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推力类型选择</a:t>
                </a:r>
              </a:p>
            </p:txBody>
          </p:sp>
          <p:sp>
            <p:nvSpPr>
              <p:cNvPr id="320" name="矩形 319">
                <a:extLst>
                  <a:ext uri="{FF2B5EF4-FFF2-40B4-BE49-F238E27FC236}">
                    <a16:creationId xmlns:a16="http://schemas.microsoft.com/office/drawing/2014/main" id="{30B30EF1-3757-9CE0-5E75-001597E6B45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" name="矩形 320">
                <a:extLst>
                  <a:ext uri="{FF2B5EF4-FFF2-40B4-BE49-F238E27FC236}">
                    <a16:creationId xmlns:a16="http://schemas.microsoft.com/office/drawing/2014/main" id="{CB60B30B-62DB-8BFD-4B9F-B1D8936B4CC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" name="矩形 321">
                <a:extLst>
                  <a:ext uri="{FF2B5EF4-FFF2-40B4-BE49-F238E27FC236}">
                    <a16:creationId xmlns:a16="http://schemas.microsoft.com/office/drawing/2014/main" id="{63B65773-E53E-99BC-8131-86CCDC4B222E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" name="矩形 322">
                <a:extLst>
                  <a:ext uri="{FF2B5EF4-FFF2-40B4-BE49-F238E27FC236}">
                    <a16:creationId xmlns:a16="http://schemas.microsoft.com/office/drawing/2014/main" id="{0232F1D9-A52D-ADB2-4BC2-46A8CD57A8B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" name="矩形 323">
                <a:extLst>
                  <a:ext uri="{FF2B5EF4-FFF2-40B4-BE49-F238E27FC236}">
                    <a16:creationId xmlns:a16="http://schemas.microsoft.com/office/drawing/2014/main" id="{F61235DE-5D71-39D4-8770-5B8A4267A74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" name="矩形 324">
                <a:extLst>
                  <a:ext uri="{FF2B5EF4-FFF2-40B4-BE49-F238E27FC236}">
                    <a16:creationId xmlns:a16="http://schemas.microsoft.com/office/drawing/2014/main" id="{D422C349-85C4-3412-8F26-669C27775BE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897D4E25-5EE3-6655-4B5F-096080CABD2D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" name="矩形 326">
                <a:extLst>
                  <a:ext uri="{FF2B5EF4-FFF2-40B4-BE49-F238E27FC236}">
                    <a16:creationId xmlns:a16="http://schemas.microsoft.com/office/drawing/2014/main" id="{8977F029-6763-6194-4B25-0CBAA30D6CCE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" name="矩形 327">
                <a:extLst>
                  <a:ext uri="{FF2B5EF4-FFF2-40B4-BE49-F238E27FC236}">
                    <a16:creationId xmlns:a16="http://schemas.microsoft.com/office/drawing/2014/main" id="{A4FBA96B-CFA5-6281-BC0E-01EF4DE9B7AD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29" name="直接箭头连接符 328">
                <a:extLst>
                  <a:ext uri="{FF2B5EF4-FFF2-40B4-BE49-F238E27FC236}">
                    <a16:creationId xmlns:a16="http://schemas.microsoft.com/office/drawing/2014/main" id="{9713AA05-9F1B-21C2-D1E2-15FB114D5BC4}"/>
                  </a:ext>
                </a:extLst>
              </p:cNvPr>
              <p:cNvCxnSpPr>
                <a:cxnSpLocks/>
                <a:endCxn id="32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31" name="直接箭头连接符 304">
              <a:extLst>
                <a:ext uri="{FF2B5EF4-FFF2-40B4-BE49-F238E27FC236}">
                  <a16:creationId xmlns:a16="http://schemas.microsoft.com/office/drawing/2014/main" id="{AB7D8CED-ED84-233C-35B1-0081B7C38F03}"/>
                </a:ext>
              </a:extLst>
            </p:cNvPr>
            <p:cNvCxnSpPr>
              <a:cxnSpLocks/>
              <a:stCxn id="323" idx="1"/>
              <a:endCxn id="232" idx="2"/>
            </p:cNvCxnSpPr>
            <p:nvPr/>
          </p:nvCxnSpPr>
          <p:spPr>
            <a:xfrm rot="10800000">
              <a:off x="1176826" y="2882611"/>
              <a:ext cx="424455" cy="2073941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34" name="文本框 333">
              <a:extLst>
                <a:ext uri="{FF2B5EF4-FFF2-40B4-BE49-F238E27FC236}">
                  <a16:creationId xmlns:a16="http://schemas.microsoft.com/office/drawing/2014/main" id="{514CCCB8-DFF4-8C80-11BF-0B7695AD08C7}"/>
                </a:ext>
              </a:extLst>
            </p:cNvPr>
            <p:cNvSpPr txBox="1"/>
            <p:nvPr/>
          </p:nvSpPr>
          <p:spPr>
            <a:xfrm>
              <a:off x="10728505" y="3332517"/>
              <a:ext cx="128753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ea typeface="宋体" panose="02010600030101010101" pitchFamily="2" charset="-122"/>
                </a:rPr>
                <a:t>0:</a:t>
              </a:r>
              <a:r>
                <a:rPr lang="zh-CN" altLang="en-US" i="1" dirty="0">
                  <a:ea typeface="宋体" panose="02010600030101010101" pitchFamily="2" charset="-122"/>
                </a:rPr>
                <a:t>轨道维持</a:t>
              </a:r>
              <a:endParaRPr lang="en-US" altLang="zh-CN" i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1:</a:t>
              </a:r>
              <a:r>
                <a:rPr lang="zh-CN" altLang="en-US" i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轨道转移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5" name="文本框 334">
                  <a:extLst>
                    <a:ext uri="{FF2B5EF4-FFF2-40B4-BE49-F238E27FC236}">
                      <a16:creationId xmlns:a16="http://schemas.microsoft.com/office/drawing/2014/main" id="{A169D138-DFF3-3034-E39A-5239D7BCF438}"/>
                    </a:ext>
                  </a:extLst>
                </p:cNvPr>
                <p:cNvSpPr txBox="1"/>
                <p:nvPr/>
              </p:nvSpPr>
              <p:spPr>
                <a:xfrm>
                  <a:off x="252291" y="3429000"/>
                  <a:ext cx="913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𝑆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𝑇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𝑊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35" name="文本框 334">
                  <a:extLst>
                    <a:ext uri="{FF2B5EF4-FFF2-40B4-BE49-F238E27FC236}">
                      <a16:creationId xmlns:a16="http://schemas.microsoft.com/office/drawing/2014/main" id="{A169D138-DFF3-3034-E39A-5239D7B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291" y="3429000"/>
                  <a:ext cx="91339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6" name="文本框 335">
                  <a:extLst>
                    <a:ext uri="{FF2B5EF4-FFF2-40B4-BE49-F238E27FC236}">
                      <a16:creationId xmlns:a16="http://schemas.microsoft.com/office/drawing/2014/main" id="{08E42C62-6C92-4EAA-1D90-63B2B4C04EB2}"/>
                    </a:ext>
                  </a:extLst>
                </p:cNvPr>
                <p:cNvSpPr txBox="1"/>
                <p:nvPr/>
              </p:nvSpPr>
              <p:spPr>
                <a:xfrm>
                  <a:off x="7947714" y="4371675"/>
                  <a:ext cx="3898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𝑭</m:t>
                        </m:r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36" name="文本框 335">
                  <a:extLst>
                    <a:ext uri="{FF2B5EF4-FFF2-40B4-BE49-F238E27FC236}">
                      <a16:creationId xmlns:a16="http://schemas.microsoft.com/office/drawing/2014/main" id="{08E42C62-6C92-4EAA-1D90-63B2B4C04E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7714" y="4371675"/>
                  <a:ext cx="38985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7" name="文本框 336">
                  <a:extLst>
                    <a:ext uri="{FF2B5EF4-FFF2-40B4-BE49-F238E27FC236}">
                      <a16:creationId xmlns:a16="http://schemas.microsoft.com/office/drawing/2014/main" id="{AF548371-B065-802F-66BA-9CFE8D40E9B1}"/>
                    </a:ext>
                  </a:extLst>
                </p:cNvPr>
                <p:cNvSpPr txBox="1"/>
                <p:nvPr/>
              </p:nvSpPr>
              <p:spPr>
                <a:xfrm>
                  <a:off x="6071432" y="4390532"/>
                  <a:ext cx="4843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𝑭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𝒄</m:t>
                            </m:r>
                          </m:sub>
                        </m:sSub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37" name="文本框 336">
                  <a:extLst>
                    <a:ext uri="{FF2B5EF4-FFF2-40B4-BE49-F238E27FC236}">
                      <a16:creationId xmlns:a16="http://schemas.microsoft.com/office/drawing/2014/main" id="{AF548371-B065-802F-66BA-9CFE8D40E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1432" y="4390532"/>
                  <a:ext cx="48436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8" name="文本框 337">
                  <a:extLst>
                    <a:ext uri="{FF2B5EF4-FFF2-40B4-BE49-F238E27FC236}">
                      <a16:creationId xmlns:a16="http://schemas.microsoft.com/office/drawing/2014/main" id="{88D5F28D-51F0-2F1C-7A4A-542C62512895}"/>
                    </a:ext>
                  </a:extLst>
                </p:cNvPr>
                <p:cNvSpPr txBox="1"/>
                <p:nvPr/>
              </p:nvSpPr>
              <p:spPr>
                <a:xfrm>
                  <a:off x="3523287" y="4561965"/>
                  <a:ext cx="943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𝑭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𝑎𝑐𝑡𝑢𝑎𝑙</m:t>
                            </m:r>
                          </m:sub>
                        </m:sSub>
                      </m:oMath>
                    </m:oMathPara>
                  </a14:m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38" name="文本框 337">
                  <a:extLst>
                    <a:ext uri="{FF2B5EF4-FFF2-40B4-BE49-F238E27FC236}">
                      <a16:creationId xmlns:a16="http://schemas.microsoft.com/office/drawing/2014/main" id="{88D5F28D-51F0-2F1C-7A4A-542C625128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287" y="4561965"/>
                  <a:ext cx="94378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9" name="文本框 338">
                  <a:extLst>
                    <a:ext uri="{FF2B5EF4-FFF2-40B4-BE49-F238E27FC236}">
                      <a16:creationId xmlns:a16="http://schemas.microsoft.com/office/drawing/2014/main" id="{3F976508-7A67-E7EA-B85D-A4779D6541D8}"/>
                    </a:ext>
                  </a:extLst>
                </p:cNvPr>
                <p:cNvSpPr txBox="1"/>
                <p:nvPr/>
              </p:nvSpPr>
              <p:spPr>
                <a:xfrm>
                  <a:off x="5490916" y="5083700"/>
                  <a:ext cx="1074268" cy="3907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𝑠𝑝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Δ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𝐹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39" name="文本框 338">
                  <a:extLst>
                    <a:ext uri="{FF2B5EF4-FFF2-40B4-BE49-F238E27FC236}">
                      <a16:creationId xmlns:a16="http://schemas.microsoft.com/office/drawing/2014/main" id="{3F976508-7A67-E7EA-B85D-A4779D6541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0916" y="5083700"/>
                  <a:ext cx="1074268" cy="390748"/>
                </a:xfrm>
                <a:prstGeom prst="rect">
                  <a:avLst/>
                </a:prstGeom>
                <a:blipFill>
                  <a:blip r:embed="rId10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861207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6F8CAE12-9A8E-F3DD-882D-5A6F675F21C2}"/>
              </a:ext>
            </a:extLst>
          </p:cNvPr>
          <p:cNvSpPr/>
          <p:nvPr/>
        </p:nvSpPr>
        <p:spPr>
          <a:xfrm>
            <a:off x="6789523" y="1608273"/>
            <a:ext cx="1865185" cy="16175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54F251BE-A045-F97C-EB88-D5B81281AFE1}"/>
              </a:ext>
            </a:extLst>
          </p:cNvPr>
          <p:cNvGrpSpPr/>
          <p:nvPr/>
        </p:nvGrpSpPr>
        <p:grpSpPr>
          <a:xfrm>
            <a:off x="1659429" y="2201084"/>
            <a:ext cx="1869846" cy="542925"/>
            <a:chOff x="973171" y="2080173"/>
            <a:chExt cx="974429" cy="65876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B9C276F4-F764-AE73-AF8F-522655405D26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故障诊断模型构建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CBD4834-4E80-5701-3106-4C13EE2EA32B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2210725E-499D-53EF-2F6D-AF3597D72936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EA1D750B-083E-304D-6FE2-A5517359B5DA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D11D88E-5734-4987-D61C-605C8B304D62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5CCA8B8-DC5D-B979-B8C7-5F486B9ADC92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7DA090D-3F7A-E57F-2975-15F1E187F25A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5787C84-8994-0C40-63FB-CB3AE6B22CAE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955679F-FC17-1CF0-BB58-9C9FEE41C8B5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DFD1DFE-E855-9049-ED3D-E9F4BCAB94E7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10EC76CC-3C12-6922-ED8F-8595EDCEB3BC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68A20EC6-231A-F185-F2E2-61E32FAF45AD}"/>
              </a:ext>
            </a:extLst>
          </p:cNvPr>
          <p:cNvGrpSpPr/>
          <p:nvPr/>
        </p:nvGrpSpPr>
        <p:grpSpPr>
          <a:xfrm>
            <a:off x="4086423" y="2548328"/>
            <a:ext cx="2167272" cy="510361"/>
            <a:chOff x="973171" y="2080173"/>
            <a:chExt cx="974429" cy="658766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67081FF-B6E0-02A4-1DEB-1A6881BCB481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SHAP</a:t>
              </a:r>
              <a:r>
                <a:rPr lang="zh-CN" altLang="en-US" sz="1400" b="1" dirty="0">
                  <a:solidFill>
                    <a:schemeClr val="tx1"/>
                  </a:solidFill>
                </a:rPr>
                <a:t>全局可解释性分析</a:t>
              </a: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F41F853A-6525-61AC-125C-F26F45ED5D9C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8F06DCCC-C066-FBBD-1BEF-99BC6C70975D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C9E9F590-5BC3-D44C-168A-774905CD0775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B32E1AF-FC25-232F-4D2F-5C11EBDE4E66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33C24E96-A52F-4D45-B8F7-A35B77EC5A9A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E9CCB6B8-3C40-CB79-4591-2ACF2FB28C3A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9A91C0A0-41F7-D59C-041B-4C3ED0C0FDE5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27E16AE8-704D-F63C-48C7-8283BABDBC4C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FBB609BE-4FF4-EE31-E818-547D14F71DEC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825613CE-8CD2-0FD9-1506-CFCC5146F74A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F4FB0FBF-B9C0-956A-E62A-FA73553AA43C}"/>
              </a:ext>
            </a:extLst>
          </p:cNvPr>
          <p:cNvGrpSpPr/>
          <p:nvPr/>
        </p:nvGrpSpPr>
        <p:grpSpPr>
          <a:xfrm>
            <a:off x="4134339" y="1865383"/>
            <a:ext cx="2033455" cy="481822"/>
            <a:chOff x="973171" y="2080173"/>
            <a:chExt cx="974429" cy="658766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18F9D3CD-2400-8371-2388-03125EE84037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CAM</a:t>
              </a:r>
              <a:r>
                <a:rPr lang="zh-CN" altLang="en-US" sz="1400" b="1" dirty="0">
                  <a:solidFill>
                    <a:schemeClr val="tx1"/>
                  </a:solidFill>
                </a:rPr>
                <a:t>局部可解释性分析</a:t>
              </a: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5A145491-4732-5EF6-8860-BC2B2CDFA056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20C51F32-1D8F-74CA-6BF6-8087929EDDAF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C599679C-3397-6767-8283-2F353F9D6069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34FDF0A8-935C-87DD-4128-42DC3DCAA428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D6A8E8FE-B6F6-475F-CCA8-021934B2F359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4648AF60-38EB-EA9F-B8C9-3D120D18F2B3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587D6EB7-CE48-F411-53B1-5281A2AC6E70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F0E30127-1874-EED4-C13C-A512BF134AF1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F35A1F1-8AF5-09E8-20E0-E72B4ACAF824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B3F7692E-DB67-3418-8FAF-5429CFACAD5A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19F17AA8-A0A4-DD11-B04F-5839F35B3714}"/>
              </a:ext>
            </a:extLst>
          </p:cNvPr>
          <p:cNvGrpSpPr/>
          <p:nvPr/>
        </p:nvGrpSpPr>
        <p:grpSpPr>
          <a:xfrm>
            <a:off x="6970649" y="1798254"/>
            <a:ext cx="1502931" cy="472894"/>
            <a:chOff x="973171" y="2080173"/>
            <a:chExt cx="974429" cy="658766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6C9D755B-94AE-A32D-47B0-AA6A81E660F5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CNN</a:t>
              </a:r>
              <a:r>
                <a:rPr lang="zh-CN" altLang="en-US" sz="1400" b="1" dirty="0">
                  <a:solidFill>
                    <a:schemeClr val="tx1"/>
                  </a:solidFill>
                </a:rPr>
                <a:t>通道数修剪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1C735B6D-2DFB-C15F-5B0E-26070764820A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823AE6A4-7D7B-52F5-D810-EE9D7A8ADB76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90686087-946E-C5E8-EEE1-B798E23EE910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1492B2E5-0EE0-CFCB-341D-8DDB6C7D133E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702958BA-952C-49DA-7E31-DF49D71A26FD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281B63A-D69E-D92A-42AE-E355B5374936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2463C767-4FB3-D65C-43B3-66195BE30C22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F4BB7BE2-A74E-226E-EA32-37EAFA103ED2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0F5CC08B-0987-6733-AC36-C7859BF88CEF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5DFCBFD9-EC6E-2B16-258F-61EEE3655064}"/>
                </a:ext>
              </a:extLst>
            </p:cNvPr>
            <p:cNvCxnSpPr>
              <a:cxnSpLocks/>
              <a:endCxn id="48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79B17E57-C96A-172A-9978-A43A010BE258}"/>
              </a:ext>
            </a:extLst>
          </p:cNvPr>
          <p:cNvGrpSpPr/>
          <p:nvPr/>
        </p:nvGrpSpPr>
        <p:grpSpPr>
          <a:xfrm>
            <a:off x="6958367" y="2531127"/>
            <a:ext cx="1610087" cy="516738"/>
            <a:chOff x="973171" y="2080173"/>
            <a:chExt cx="974429" cy="658766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3B5DEFCB-21C8-F62E-D0D3-A6DA70305433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输入变量时空权重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B4B71D9E-0556-AD97-E4BA-1FEF87C89505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DF044451-A01F-75C1-3AC6-FC0077D69526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41D24B55-E171-9075-B547-FF6B9CB978A4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D5DA8522-9946-E6FF-6D21-AE429CDBEC16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A0AC805B-2C1C-E96D-41C4-FD2AE98D9F99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E6FD1777-A875-C0AA-7D8A-71C348F76CE5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55BE9D0E-C594-F34F-F15A-811B04FF9097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580BCB31-E089-958F-5020-C7B68D1013FC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6D258513-DF4F-29B9-CE95-2C65195CC9A3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FBC7F31A-C515-86A6-9B1E-8BCDF69D4E14}"/>
                </a:ext>
              </a:extLst>
            </p:cNvPr>
            <p:cNvCxnSpPr>
              <a:cxnSpLocks/>
              <a:endCxn id="60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50BB187D-21CE-A3EC-BDAE-13C4170B99A1}"/>
              </a:ext>
            </a:extLst>
          </p:cNvPr>
          <p:cNvCxnSpPr>
            <a:cxnSpLocks/>
            <a:stCxn id="5" idx="3"/>
            <a:endCxn id="29" idx="1"/>
          </p:cNvCxnSpPr>
          <p:nvPr/>
        </p:nvCxnSpPr>
        <p:spPr>
          <a:xfrm flipV="1">
            <a:off x="3524614" y="2102357"/>
            <a:ext cx="609725" cy="36575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直接箭头连接符 64">
            <a:extLst>
              <a:ext uri="{FF2B5EF4-FFF2-40B4-BE49-F238E27FC236}">
                <a16:creationId xmlns:a16="http://schemas.microsoft.com/office/drawing/2014/main" id="{D41C1904-9F35-4D18-A729-F34AB97F10BD}"/>
              </a:ext>
            </a:extLst>
          </p:cNvPr>
          <p:cNvCxnSpPr>
            <a:cxnSpLocks/>
            <a:stCxn id="11" idx="3"/>
            <a:endCxn id="21" idx="1"/>
          </p:cNvCxnSpPr>
          <p:nvPr/>
        </p:nvCxnSpPr>
        <p:spPr>
          <a:xfrm>
            <a:off x="3529275" y="2475493"/>
            <a:ext cx="562550" cy="330785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箭头: 右 75">
            <a:extLst>
              <a:ext uri="{FF2B5EF4-FFF2-40B4-BE49-F238E27FC236}">
                <a16:creationId xmlns:a16="http://schemas.microsoft.com/office/drawing/2014/main" id="{F59973C2-784F-0BBE-1F51-12BA8E4CF898}"/>
              </a:ext>
            </a:extLst>
          </p:cNvPr>
          <p:cNvSpPr/>
          <p:nvPr/>
        </p:nvSpPr>
        <p:spPr>
          <a:xfrm>
            <a:off x="6288955" y="1884543"/>
            <a:ext cx="465308" cy="345440"/>
          </a:xfrm>
          <a:prstGeom prst="rightArrow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箭头: 右 76">
            <a:extLst>
              <a:ext uri="{FF2B5EF4-FFF2-40B4-BE49-F238E27FC236}">
                <a16:creationId xmlns:a16="http://schemas.microsoft.com/office/drawing/2014/main" id="{61E29860-5704-7B21-291A-B9A7412D31A3}"/>
              </a:ext>
            </a:extLst>
          </p:cNvPr>
          <p:cNvSpPr/>
          <p:nvPr/>
        </p:nvSpPr>
        <p:spPr>
          <a:xfrm>
            <a:off x="6288955" y="2641121"/>
            <a:ext cx="465308" cy="345440"/>
          </a:xfrm>
          <a:prstGeom prst="rightArrow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箭头连接符 64">
            <a:extLst>
              <a:ext uri="{FF2B5EF4-FFF2-40B4-BE49-F238E27FC236}">
                <a16:creationId xmlns:a16="http://schemas.microsoft.com/office/drawing/2014/main" id="{B4705FEF-EEBE-3836-0DCF-9F952721C537}"/>
              </a:ext>
            </a:extLst>
          </p:cNvPr>
          <p:cNvCxnSpPr>
            <a:cxnSpLocks/>
            <a:stCxn id="64" idx="3"/>
            <a:endCxn id="13" idx="2"/>
          </p:cNvCxnSpPr>
          <p:nvPr/>
        </p:nvCxnSpPr>
        <p:spPr>
          <a:xfrm flipH="1">
            <a:off x="2596682" y="2417037"/>
            <a:ext cx="6058026" cy="326972"/>
          </a:xfrm>
          <a:prstGeom prst="bentConnector4">
            <a:avLst>
              <a:gd name="adj1" fmla="val -3774"/>
              <a:gd name="adj2" fmla="val 379410"/>
            </a:avLst>
          </a:prstGeom>
          <a:ln w="127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06F89F82-42EA-9FC2-BAE9-63182081F9F0}"/>
              </a:ext>
            </a:extLst>
          </p:cNvPr>
          <p:cNvSpPr txBox="1"/>
          <p:nvPr/>
        </p:nvSpPr>
        <p:spPr>
          <a:xfrm>
            <a:off x="4994753" y="3348317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/>
              <a:t>模型结构改良</a:t>
            </a:r>
          </a:p>
        </p:txBody>
      </p:sp>
    </p:spTree>
    <p:extLst>
      <p:ext uri="{BB962C8B-B14F-4D97-AF65-F5344CB8AC3E}">
        <p14:creationId xmlns:p14="http://schemas.microsoft.com/office/powerpoint/2010/main" val="4624987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DE3B4-B1EF-AC3F-A2A3-44E4A7DA2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296AE193-77DE-CF2E-F927-B7EF5596152C}"/>
              </a:ext>
            </a:extLst>
          </p:cNvPr>
          <p:cNvSpPr/>
          <p:nvPr/>
        </p:nvSpPr>
        <p:spPr>
          <a:xfrm>
            <a:off x="6483044" y="1570413"/>
            <a:ext cx="1865185" cy="16175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DE8620F2-728E-B115-55A6-E5C1551DF525}"/>
              </a:ext>
            </a:extLst>
          </p:cNvPr>
          <p:cNvGrpSpPr/>
          <p:nvPr/>
        </p:nvGrpSpPr>
        <p:grpSpPr>
          <a:xfrm>
            <a:off x="2014537" y="2201085"/>
            <a:ext cx="1514737" cy="521524"/>
            <a:chOff x="973171" y="2080173"/>
            <a:chExt cx="974429" cy="65876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63B96059-2346-A70C-6ECC-8844CC65D313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故障诊断模型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65FC4385-530F-5293-E27D-232DD8E3FB2B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65778C5-3310-B7D4-E17F-10E9E6CF92B8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593A28A-CA5D-C731-5AFB-A89B1C23CF0D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340EBC0-7ACA-AC48-AA7B-F8496540B104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FA8BDB08-F24A-B549-4868-80DD21560D5B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C43D5E1-5B2E-68F2-E506-D9C99CDD7F97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40906F08-B29E-3EB5-C4B7-90D9340AAC3B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42C4D214-A3B4-468E-B919-02F529B967CD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9FAC18B7-9E94-F894-AB5C-04B84B780C14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FD7E25B0-DA7C-9E5C-9E5A-839358CA57FD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90919AF3-FCEF-C877-69F0-9553390474B1}"/>
              </a:ext>
            </a:extLst>
          </p:cNvPr>
          <p:cNvGrpSpPr/>
          <p:nvPr/>
        </p:nvGrpSpPr>
        <p:grpSpPr>
          <a:xfrm>
            <a:off x="4086423" y="2548329"/>
            <a:ext cx="1805243" cy="474172"/>
            <a:chOff x="973171" y="2080173"/>
            <a:chExt cx="974429" cy="658766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0429F1B-5BD8-AE3A-307B-8881759890B6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模型权重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L2</a:t>
              </a:r>
              <a:r>
                <a:rPr lang="zh-CN" altLang="en-US" sz="1400" b="1" dirty="0">
                  <a:solidFill>
                    <a:schemeClr val="tx1"/>
                  </a:solidFill>
                </a:rPr>
                <a:t>正则</a:t>
              </a: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CB03182A-9397-6EE2-04B0-764F228F3BF4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A66372A6-43A7-514C-EC4F-54040692B113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22707FDA-1F5E-C938-158D-32F4BE7CD500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28B33FDB-344F-958A-2058-8757B37913CB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EDE9CA33-EF65-B500-1859-31A130A57132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F981E930-0259-6548-E9D6-7EC7E6B3DDDE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94C227E8-A0C8-CEAA-6C59-AAC61743A55F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41D26FB1-130A-E12E-4E86-B7D2836883CD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98C968DA-3FD1-3983-6AC9-0433F84333C2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77D8394D-CF12-7CDF-0E63-FBB6EF69C874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43C923AB-A0BE-54E1-ED55-F7A3E91DC22D}"/>
              </a:ext>
            </a:extLst>
          </p:cNvPr>
          <p:cNvGrpSpPr/>
          <p:nvPr/>
        </p:nvGrpSpPr>
        <p:grpSpPr>
          <a:xfrm>
            <a:off x="4134339" y="1865383"/>
            <a:ext cx="1752827" cy="506702"/>
            <a:chOff x="973171" y="2080173"/>
            <a:chExt cx="974429" cy="658766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BC99196F-EB3A-E7A6-351F-172C36A8F5F5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模型</a:t>
              </a:r>
              <a:r>
                <a:rPr lang="en-US" altLang="zh-CN" sz="1400" b="1" dirty="0" err="1">
                  <a:solidFill>
                    <a:schemeClr val="tx1"/>
                  </a:solidFill>
                </a:rPr>
                <a:t>APoZ</a:t>
              </a:r>
              <a:r>
                <a:rPr lang="zh-CN" altLang="en-US" sz="1400" b="1" dirty="0">
                  <a:solidFill>
                    <a:schemeClr val="tx1"/>
                  </a:solidFill>
                </a:rPr>
                <a:t>指标评价</a:t>
              </a: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CDB92F49-45AB-0285-16BE-8F89844A3513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2AF65F4A-B8C6-FF38-61B3-6CD2FE147439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4F2CD0DD-EB27-1B11-6835-F40CC9DA7E3C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BC5F4E6-B2BE-69D9-7753-C372D5263B7D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CAEAFE21-8836-2875-CA2A-47B435DC285E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217E07C-90B5-31C7-5260-FBAF4A14B7A5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5BBF8F36-B2AA-BA3D-6B7A-3AB34653D0E2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C8A8023-3965-0CD8-BCBD-61E401693404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410B3D8-EBD3-3662-A4EF-942B36E33059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693F5A93-C1A9-D8B7-AB5B-89D08AE2BBE2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591471D3-7A64-0ED5-B34B-EE539895E9EC}"/>
              </a:ext>
            </a:extLst>
          </p:cNvPr>
          <p:cNvGrpSpPr/>
          <p:nvPr/>
        </p:nvGrpSpPr>
        <p:grpSpPr>
          <a:xfrm>
            <a:off x="6664170" y="1760394"/>
            <a:ext cx="1502931" cy="472894"/>
            <a:chOff x="973171" y="2080173"/>
            <a:chExt cx="974429" cy="658766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E4343813-C86A-7FB9-AD7D-DCDDD8300C4D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CNN</a:t>
              </a:r>
              <a:r>
                <a:rPr lang="zh-CN" altLang="en-US" sz="1400" b="1" dirty="0">
                  <a:solidFill>
                    <a:schemeClr val="tx1"/>
                  </a:solidFill>
                </a:rPr>
                <a:t>通道数修剪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72EA23BA-6505-BB9D-1211-2B34340FB968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A41B2A36-DD81-44E8-9F8D-1F8639AE9408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DE1E3BBF-F595-6C2B-5A04-E5C0D8941732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74C50C6A-DCEC-CA24-75F5-35CD746602FD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6E23FF80-0A7E-C695-A8A3-CAD37DA86884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87521888-9698-D6F8-8A47-1D938FA0BAAB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F7B6FC08-E5F4-17EB-5D95-ADCFC10DF0B2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6E09FFAE-E8A8-9E23-1FA2-E6662E471831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26FAB4F4-21E8-DE11-123D-7B50EF31E15B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BE1D8FAB-1D4C-2051-0DC6-36BE8E24FB15}"/>
                </a:ext>
              </a:extLst>
            </p:cNvPr>
            <p:cNvCxnSpPr>
              <a:cxnSpLocks/>
              <a:endCxn id="48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7D72FC28-6261-A340-6674-A8604F23A106}"/>
              </a:ext>
            </a:extLst>
          </p:cNvPr>
          <p:cNvGrpSpPr/>
          <p:nvPr/>
        </p:nvGrpSpPr>
        <p:grpSpPr>
          <a:xfrm>
            <a:off x="6651888" y="2493267"/>
            <a:ext cx="1610087" cy="516738"/>
            <a:chOff x="973171" y="2080173"/>
            <a:chExt cx="974429" cy="658766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303936A2-EAAD-2D93-D90E-A7C8F203C53C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输入变量时空权重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25F4EAC1-A2F5-1282-FD4B-3352A33A81AF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320B434E-6327-747F-6358-A1AEAEF8E06D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22D70674-4574-3E9D-C2BF-FB0E38D58215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F63ACA28-F9B4-08FE-5A33-B17B63BB38F8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27D9BA92-92CB-BB25-2FC6-706DD50C788D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E0FADC2A-D85D-A67E-D4D9-26196DE97184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C1A8FEB7-A2C5-8ADD-C86B-A90408F827DE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B1FDA131-29BA-F346-37BD-2A0E69814213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9B18E359-84D1-9102-C4D5-2595DAFBAC3B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02C18B15-45ED-5B56-A882-E4FA5598AA39}"/>
                </a:ext>
              </a:extLst>
            </p:cNvPr>
            <p:cNvCxnSpPr>
              <a:cxnSpLocks/>
              <a:endCxn id="60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1E13C4AE-F177-AC58-CEC6-A23BE8D6BA86}"/>
              </a:ext>
            </a:extLst>
          </p:cNvPr>
          <p:cNvCxnSpPr>
            <a:cxnSpLocks/>
            <a:stCxn id="5" idx="3"/>
            <a:endCxn id="29" idx="1"/>
          </p:cNvCxnSpPr>
          <p:nvPr/>
        </p:nvCxnSpPr>
        <p:spPr>
          <a:xfrm flipV="1">
            <a:off x="3525498" y="2114594"/>
            <a:ext cx="608841" cy="342992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直接箭头连接符 64">
            <a:extLst>
              <a:ext uri="{FF2B5EF4-FFF2-40B4-BE49-F238E27FC236}">
                <a16:creationId xmlns:a16="http://schemas.microsoft.com/office/drawing/2014/main" id="{3AB90F19-20D6-8B98-8E6D-A00A3306B47F}"/>
              </a:ext>
            </a:extLst>
          </p:cNvPr>
          <p:cNvCxnSpPr>
            <a:cxnSpLocks/>
            <a:stCxn id="11" idx="3"/>
            <a:endCxn id="21" idx="1"/>
          </p:cNvCxnSpPr>
          <p:nvPr/>
        </p:nvCxnSpPr>
        <p:spPr>
          <a:xfrm>
            <a:off x="3529274" y="2464677"/>
            <a:ext cx="561649" cy="323311"/>
          </a:xfrm>
          <a:prstGeom prst="bentConnector3">
            <a:avLst>
              <a:gd name="adj1" fmla="val 53816"/>
            </a:avLst>
          </a:prstGeom>
          <a:ln w="127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6" name="箭头: 右 75">
            <a:extLst>
              <a:ext uri="{FF2B5EF4-FFF2-40B4-BE49-F238E27FC236}">
                <a16:creationId xmlns:a16="http://schemas.microsoft.com/office/drawing/2014/main" id="{95180B4A-EAB5-D99F-A355-5C2F762EBCEE}"/>
              </a:ext>
            </a:extLst>
          </p:cNvPr>
          <p:cNvSpPr/>
          <p:nvPr/>
        </p:nvSpPr>
        <p:spPr>
          <a:xfrm>
            <a:off x="5982476" y="1846683"/>
            <a:ext cx="465308" cy="345440"/>
          </a:xfrm>
          <a:prstGeom prst="rightArrow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箭头: 右 76">
            <a:extLst>
              <a:ext uri="{FF2B5EF4-FFF2-40B4-BE49-F238E27FC236}">
                <a16:creationId xmlns:a16="http://schemas.microsoft.com/office/drawing/2014/main" id="{69FA7C0D-8BF5-16F2-F885-9C862A3DDAEB}"/>
              </a:ext>
            </a:extLst>
          </p:cNvPr>
          <p:cNvSpPr/>
          <p:nvPr/>
        </p:nvSpPr>
        <p:spPr>
          <a:xfrm>
            <a:off x="5982476" y="2603261"/>
            <a:ext cx="465308" cy="345440"/>
          </a:xfrm>
          <a:prstGeom prst="rightArrow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箭头连接符 64">
            <a:extLst>
              <a:ext uri="{FF2B5EF4-FFF2-40B4-BE49-F238E27FC236}">
                <a16:creationId xmlns:a16="http://schemas.microsoft.com/office/drawing/2014/main" id="{9D2981FA-F6B1-1CE8-473A-F20E80890A20}"/>
              </a:ext>
            </a:extLst>
          </p:cNvPr>
          <p:cNvCxnSpPr>
            <a:cxnSpLocks/>
            <a:stCxn id="64" idx="3"/>
            <a:endCxn id="13" idx="2"/>
          </p:cNvCxnSpPr>
          <p:nvPr/>
        </p:nvCxnSpPr>
        <p:spPr>
          <a:xfrm flipH="1">
            <a:off x="2773794" y="2379177"/>
            <a:ext cx="5574435" cy="343432"/>
          </a:xfrm>
          <a:prstGeom prst="bentConnector4">
            <a:avLst>
              <a:gd name="adj1" fmla="val -4101"/>
              <a:gd name="adj2" fmla="val 358221"/>
            </a:avLst>
          </a:prstGeom>
          <a:ln w="127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20049F63-87C2-434E-2BDD-9F07CC54C1E0}"/>
              </a:ext>
            </a:extLst>
          </p:cNvPr>
          <p:cNvSpPr txBox="1"/>
          <p:nvPr/>
        </p:nvSpPr>
        <p:spPr>
          <a:xfrm>
            <a:off x="4837175" y="327511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/>
              <a:t>模型总体结构稀疏化</a:t>
            </a:r>
          </a:p>
        </p:txBody>
      </p:sp>
    </p:spTree>
    <p:extLst>
      <p:ext uri="{BB962C8B-B14F-4D97-AF65-F5344CB8AC3E}">
        <p14:creationId xmlns:p14="http://schemas.microsoft.com/office/powerpoint/2010/main" val="96386440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342093E5-DD02-DFC0-F16D-5580CC908C86}"/>
              </a:ext>
            </a:extLst>
          </p:cNvPr>
          <p:cNvSpPr/>
          <p:nvPr/>
        </p:nvSpPr>
        <p:spPr>
          <a:xfrm>
            <a:off x="1793081" y="1278731"/>
            <a:ext cx="2221707" cy="60721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/>
              <a:t>Train Connectivity</a:t>
            </a:r>
            <a:endParaRPr lang="zh-CN" altLang="en-US" sz="1600" b="1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B2506C-832C-16C7-5101-B53ED475C7F6}"/>
              </a:ext>
            </a:extLst>
          </p:cNvPr>
          <p:cNvSpPr/>
          <p:nvPr/>
        </p:nvSpPr>
        <p:spPr>
          <a:xfrm>
            <a:off x="1793080" y="2421730"/>
            <a:ext cx="2221707" cy="60721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/>
              <a:t>Prune Connections</a:t>
            </a:r>
            <a:endParaRPr lang="zh-CN" altLang="en-US" sz="1600" b="1" dirty="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2912BD5A-A930-8F9C-56F9-A46636146371}"/>
              </a:ext>
            </a:extLst>
          </p:cNvPr>
          <p:cNvSpPr/>
          <p:nvPr/>
        </p:nvSpPr>
        <p:spPr>
          <a:xfrm>
            <a:off x="1793079" y="3607590"/>
            <a:ext cx="2221707" cy="607218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/>
              <a:t>Train Weights</a:t>
            </a:r>
            <a:endParaRPr lang="zh-CN" altLang="en-US" sz="1600" b="1" dirty="0"/>
          </a:p>
        </p:txBody>
      </p:sp>
      <p:sp>
        <p:nvSpPr>
          <p:cNvPr id="7" name="箭头: 下 6">
            <a:extLst>
              <a:ext uri="{FF2B5EF4-FFF2-40B4-BE49-F238E27FC236}">
                <a16:creationId xmlns:a16="http://schemas.microsoft.com/office/drawing/2014/main" id="{D8720AB1-AEC2-21CF-B82F-905320CB5D74}"/>
              </a:ext>
            </a:extLst>
          </p:cNvPr>
          <p:cNvSpPr/>
          <p:nvPr/>
        </p:nvSpPr>
        <p:spPr>
          <a:xfrm>
            <a:off x="2678905" y="1943098"/>
            <a:ext cx="450056" cy="42148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箭头: 下 7">
            <a:extLst>
              <a:ext uri="{FF2B5EF4-FFF2-40B4-BE49-F238E27FC236}">
                <a16:creationId xmlns:a16="http://schemas.microsoft.com/office/drawing/2014/main" id="{7C67460F-76A9-D372-686E-6BAC1C85C45D}"/>
              </a:ext>
            </a:extLst>
          </p:cNvPr>
          <p:cNvSpPr/>
          <p:nvPr/>
        </p:nvSpPr>
        <p:spPr>
          <a:xfrm>
            <a:off x="2675331" y="3086098"/>
            <a:ext cx="450056" cy="42148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箭头: 下弧形 11">
            <a:extLst>
              <a:ext uri="{FF2B5EF4-FFF2-40B4-BE49-F238E27FC236}">
                <a16:creationId xmlns:a16="http://schemas.microsoft.com/office/drawing/2014/main" id="{F6A4141C-744C-B990-F619-BE607AC67752}"/>
              </a:ext>
            </a:extLst>
          </p:cNvPr>
          <p:cNvSpPr/>
          <p:nvPr/>
        </p:nvSpPr>
        <p:spPr>
          <a:xfrm rot="16200000">
            <a:off x="3850483" y="2993229"/>
            <a:ext cx="1050131" cy="607218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ADB16DA4-F059-2329-8387-EB36ED5884AD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014788" y="1582340"/>
            <a:ext cx="1135856" cy="0"/>
          </a:xfrm>
          <a:prstGeom prst="straightConnector1">
            <a:avLst/>
          </a:prstGeom>
          <a:ln w="158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E4A5E961-0174-CF7C-311A-42059752788B}"/>
              </a:ext>
            </a:extLst>
          </p:cNvPr>
          <p:cNvSpPr txBox="1"/>
          <p:nvPr/>
        </p:nvSpPr>
        <p:spPr>
          <a:xfrm>
            <a:off x="5195753" y="1428451"/>
            <a:ext cx="12698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/>
              <a:t>使用</a:t>
            </a:r>
            <a:r>
              <a:rPr lang="en-US" altLang="zh-CN" sz="1400" b="1" dirty="0"/>
              <a:t>L2</a:t>
            </a:r>
            <a:r>
              <a:rPr lang="zh-CN" altLang="en-US" sz="1400" b="1" dirty="0"/>
              <a:t>正则化</a:t>
            </a: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DF96B5D3-2D55-6C5F-7FF8-0AD091648102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4014787" y="2725339"/>
            <a:ext cx="1071019" cy="0"/>
          </a:xfrm>
          <a:prstGeom prst="straightConnector1">
            <a:avLst/>
          </a:prstGeom>
          <a:ln w="158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DFB9B479-6B63-E56C-CB2D-5B66631894B9}"/>
              </a:ext>
            </a:extLst>
          </p:cNvPr>
          <p:cNvSpPr txBox="1"/>
          <p:nvPr/>
        </p:nvSpPr>
        <p:spPr>
          <a:xfrm>
            <a:off x="5142958" y="2421730"/>
            <a:ext cx="12618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/>
              <a:t>将低于阈值的</a:t>
            </a:r>
            <a:endParaRPr lang="en-US" altLang="zh-CN" sz="1400" b="1" dirty="0"/>
          </a:p>
          <a:p>
            <a:r>
              <a:rPr lang="zh-CN" altLang="en-US" sz="1400" b="1" dirty="0"/>
              <a:t>权重参数删除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F5BF12A5-816B-9F90-DD6F-6E36B8F74359}"/>
              </a:ext>
            </a:extLst>
          </p:cNvPr>
          <p:cNvCxnSpPr>
            <a:cxnSpLocks/>
          </p:cNvCxnSpPr>
          <p:nvPr/>
        </p:nvCxnSpPr>
        <p:spPr>
          <a:xfrm>
            <a:off x="4679158" y="3349880"/>
            <a:ext cx="406648" cy="353734"/>
          </a:xfrm>
          <a:prstGeom prst="straightConnector1">
            <a:avLst/>
          </a:prstGeom>
          <a:ln w="15875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99C86BC-D27F-1DB3-0693-5CD34B8779B8}"/>
              </a:ext>
            </a:extLst>
          </p:cNvPr>
          <p:cNvSpPr txBox="1"/>
          <p:nvPr/>
        </p:nvSpPr>
        <p:spPr>
          <a:xfrm>
            <a:off x="5024232" y="3677348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/>
              <a:t>反复迭代，直到</a:t>
            </a:r>
            <a:endParaRPr lang="en-US" altLang="zh-CN" sz="1400" b="1" dirty="0"/>
          </a:p>
          <a:p>
            <a:r>
              <a:rPr lang="zh-CN" altLang="en-US" sz="1400" b="1" dirty="0"/>
              <a:t>模型精度达标</a:t>
            </a:r>
          </a:p>
        </p:txBody>
      </p:sp>
    </p:spTree>
    <p:extLst>
      <p:ext uri="{BB962C8B-B14F-4D97-AF65-F5344CB8AC3E}">
        <p14:creationId xmlns:p14="http://schemas.microsoft.com/office/powerpoint/2010/main" val="160518912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78F117-A572-57A7-B705-96ED44ACD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2025/5/28</a:t>
            </a:r>
            <a:endParaRPr lang="zh-CN" altLang="en-US"/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F642746D-A3C6-4247-F0D6-7BA2F8DA1B69}"/>
              </a:ext>
            </a:extLst>
          </p:cNvPr>
          <p:cNvGrpSpPr/>
          <p:nvPr/>
        </p:nvGrpSpPr>
        <p:grpSpPr>
          <a:xfrm>
            <a:off x="1191039" y="326585"/>
            <a:ext cx="4752561" cy="3384214"/>
            <a:chOff x="1191039" y="326585"/>
            <a:chExt cx="4752561" cy="3384214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2BFB690C-BC5B-DE18-ED88-6C876250A497}"/>
                </a:ext>
              </a:extLst>
            </p:cNvPr>
            <p:cNvSpPr/>
            <p:nvPr/>
          </p:nvSpPr>
          <p:spPr>
            <a:xfrm>
              <a:off x="1219200" y="2254323"/>
              <a:ext cx="4724400" cy="105727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005D2C0F-5396-B7A5-3CB0-8CFABADEC217}"/>
                </a:ext>
              </a:extLst>
            </p:cNvPr>
            <p:cNvSpPr/>
            <p:nvPr/>
          </p:nvSpPr>
          <p:spPr>
            <a:xfrm>
              <a:off x="1219200" y="701166"/>
              <a:ext cx="4724400" cy="105727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B1FE15DA-5A95-D15F-CA22-9163B0E190D5}"/>
                </a:ext>
              </a:extLst>
            </p:cNvPr>
            <p:cNvSpPr/>
            <p:nvPr/>
          </p:nvSpPr>
          <p:spPr>
            <a:xfrm>
              <a:off x="1660922" y="957261"/>
              <a:ext cx="1307306" cy="54292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原因构念</a:t>
              </a:r>
            </a:p>
          </p:txBody>
        </p: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B59260E5-E373-F845-6832-573479ED631C}"/>
                </a:ext>
              </a:extLst>
            </p:cNvPr>
            <p:cNvSpPr/>
            <p:nvPr/>
          </p:nvSpPr>
          <p:spPr>
            <a:xfrm>
              <a:off x="4186238" y="957263"/>
              <a:ext cx="1307306" cy="54292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结果构念</a:t>
              </a:r>
            </a:p>
          </p:txBody>
        </p:sp>
        <p:sp>
          <p:nvSpPr>
            <p:cNvPr id="6" name="箭头: 右 5">
              <a:extLst>
                <a:ext uri="{FF2B5EF4-FFF2-40B4-BE49-F238E27FC236}">
                  <a16:creationId xmlns:a16="http://schemas.microsoft.com/office/drawing/2014/main" id="{FAD4742C-5B0C-7EF4-2C38-AD21A86919CB}"/>
                </a:ext>
              </a:extLst>
            </p:cNvPr>
            <p:cNvSpPr/>
            <p:nvPr/>
          </p:nvSpPr>
          <p:spPr>
            <a:xfrm>
              <a:off x="2993231" y="1007599"/>
              <a:ext cx="1143001" cy="442250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命题</a:t>
              </a: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281F7C66-FD6F-D13A-9735-FA7AABFA74A6}"/>
                </a:ext>
              </a:extLst>
            </p:cNvPr>
            <p:cNvSpPr/>
            <p:nvPr/>
          </p:nvSpPr>
          <p:spPr>
            <a:xfrm>
              <a:off x="1611577" y="2407680"/>
              <a:ext cx="1307306" cy="54292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自变量</a:t>
              </a: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59678B1B-E573-1ED4-4B98-F8BBFF1C56AC}"/>
                </a:ext>
              </a:extLst>
            </p:cNvPr>
            <p:cNvSpPr/>
            <p:nvPr/>
          </p:nvSpPr>
          <p:spPr>
            <a:xfrm>
              <a:off x="4136893" y="2407680"/>
              <a:ext cx="1307306" cy="54292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因变量</a:t>
              </a:r>
            </a:p>
          </p:txBody>
        </p:sp>
        <p:sp>
          <p:nvSpPr>
            <p:cNvPr id="9" name="箭头: 右 8">
              <a:extLst>
                <a:ext uri="{FF2B5EF4-FFF2-40B4-BE49-F238E27FC236}">
                  <a16:creationId xmlns:a16="http://schemas.microsoft.com/office/drawing/2014/main" id="{9EBC5E6B-EA93-0D76-1937-E6224D8C958E}"/>
                </a:ext>
              </a:extLst>
            </p:cNvPr>
            <p:cNvSpPr/>
            <p:nvPr/>
          </p:nvSpPr>
          <p:spPr>
            <a:xfrm>
              <a:off x="2960554" y="2458017"/>
              <a:ext cx="1143001" cy="442250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假设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D18553-C9E9-2B3D-8E04-0E706AFDAECE}"/>
                </a:ext>
              </a:extLst>
            </p:cNvPr>
            <p:cNvSpPr txBox="1"/>
            <p:nvPr/>
          </p:nvSpPr>
          <p:spPr>
            <a:xfrm>
              <a:off x="2990188" y="2999140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内部效度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279EFB4-42CC-0837-45DF-194CC414EE96}"/>
                </a:ext>
              </a:extLst>
            </p:cNvPr>
            <p:cNvSpPr txBox="1"/>
            <p:nvPr/>
          </p:nvSpPr>
          <p:spPr>
            <a:xfrm>
              <a:off x="2990188" y="3363372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结论效度</a:t>
              </a:r>
            </a:p>
          </p:txBody>
        </p:sp>
        <p:sp>
          <p:nvSpPr>
            <p:cNvPr id="14" name="箭头: 上 13">
              <a:extLst>
                <a:ext uri="{FF2B5EF4-FFF2-40B4-BE49-F238E27FC236}">
                  <a16:creationId xmlns:a16="http://schemas.microsoft.com/office/drawing/2014/main" id="{8B1886B2-D4C9-8BE8-EDDD-37B07BA7A6FA}"/>
                </a:ext>
              </a:extLst>
            </p:cNvPr>
            <p:cNvSpPr/>
            <p:nvPr/>
          </p:nvSpPr>
          <p:spPr>
            <a:xfrm>
              <a:off x="3326871" y="1442289"/>
              <a:ext cx="393700" cy="992784"/>
            </a:xfrm>
            <a:prstGeom prst="up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宋体" panose="02010600030101010101" pitchFamily="2" charset="-122"/>
                  <a:ea typeface="宋体" panose="02010600030101010101" pitchFamily="2" charset="-122"/>
                  <a:cs typeface="+mn-cs"/>
                </a:rPr>
                <a:t>外部效度</a:t>
              </a:r>
            </a:p>
          </p:txBody>
        </p:sp>
        <p:sp>
          <p:nvSpPr>
            <p:cNvPr id="18" name="箭头: 下 17">
              <a:extLst>
                <a:ext uri="{FF2B5EF4-FFF2-40B4-BE49-F238E27FC236}">
                  <a16:creationId xmlns:a16="http://schemas.microsoft.com/office/drawing/2014/main" id="{3473EC3E-8A71-DD4C-6C2C-347B704D8E9C}"/>
                </a:ext>
              </a:extLst>
            </p:cNvPr>
            <p:cNvSpPr/>
            <p:nvPr/>
          </p:nvSpPr>
          <p:spPr>
            <a:xfrm>
              <a:off x="2012950" y="1460307"/>
              <a:ext cx="393700" cy="902977"/>
            </a:xfrm>
            <a:prstGeom prst="down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宋体" panose="02010600030101010101" pitchFamily="2" charset="-122"/>
                  <a:ea typeface="宋体" panose="02010600030101010101" pitchFamily="2" charset="-122"/>
                  <a:cs typeface="+mn-cs"/>
                </a:rPr>
                <a:t>结构效度</a:t>
              </a:r>
            </a:p>
          </p:txBody>
        </p:sp>
        <p:sp>
          <p:nvSpPr>
            <p:cNvPr id="19" name="箭头: 下 18">
              <a:extLst>
                <a:ext uri="{FF2B5EF4-FFF2-40B4-BE49-F238E27FC236}">
                  <a16:creationId xmlns:a16="http://schemas.microsoft.com/office/drawing/2014/main" id="{6C8B8838-12C0-612E-FF43-856EA2F192F7}"/>
                </a:ext>
              </a:extLst>
            </p:cNvPr>
            <p:cNvSpPr/>
            <p:nvPr/>
          </p:nvSpPr>
          <p:spPr>
            <a:xfrm>
              <a:off x="4593696" y="1487192"/>
              <a:ext cx="393700" cy="902977"/>
            </a:xfrm>
            <a:prstGeom prst="down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宋体" panose="02010600030101010101" pitchFamily="2" charset="-122"/>
                  <a:ea typeface="宋体" panose="02010600030101010101" pitchFamily="2" charset="-122"/>
                  <a:cs typeface="+mn-cs"/>
                </a:rPr>
                <a:t>结构效度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66C1345A-5939-1EFA-EDFD-D4AF4C2C311B}"/>
                </a:ext>
              </a:extLst>
            </p:cNvPr>
            <p:cNvSpPr txBox="1"/>
            <p:nvPr/>
          </p:nvSpPr>
          <p:spPr>
            <a:xfrm>
              <a:off x="1191039" y="326585"/>
              <a:ext cx="1114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rPr>
                <a:t>理论层面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B5B0CC2-7FDA-436D-89D5-570D1D106E89}"/>
                </a:ext>
              </a:extLst>
            </p:cNvPr>
            <p:cNvSpPr txBox="1"/>
            <p:nvPr/>
          </p:nvSpPr>
          <p:spPr>
            <a:xfrm>
              <a:off x="1200150" y="3341467"/>
              <a:ext cx="11144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rPr>
                <a:t>实践层面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06500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811196E0-86B6-BD03-F2E4-80FECF0AEC41}"/>
              </a:ext>
            </a:extLst>
          </p:cNvPr>
          <p:cNvGrpSpPr/>
          <p:nvPr/>
        </p:nvGrpSpPr>
        <p:grpSpPr>
          <a:xfrm>
            <a:off x="1555850" y="939285"/>
            <a:ext cx="1176641" cy="370667"/>
            <a:chOff x="973171" y="2080173"/>
            <a:chExt cx="974429" cy="65876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546E080-C490-D0DB-D3D7-AC567CF24E2A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参数初始化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6AEBE583-082D-27C8-52DD-87F1068A0A11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610EC940-F68A-01F6-30CA-EFA3110C8380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B24FB1D-AC6F-7071-8867-5299B22145D5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FFDE30BE-F9F5-B2CE-33B7-64001242985F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633CB56-2589-91C8-1DCE-72DC4F2019E7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1C87C4A-CE53-53E1-A81F-897AD646FB6B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3E7E54B5-E234-06C3-13B0-E4E49A112E32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9D923062-E5D6-02F1-1893-D1834BC8A206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3669EB4D-3002-B13E-0B08-341EB3EC0E19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A7F9651E-2901-AE51-B1F7-49815F545E6E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流程图: 终止 15">
            <a:extLst>
              <a:ext uri="{FF2B5EF4-FFF2-40B4-BE49-F238E27FC236}">
                <a16:creationId xmlns:a16="http://schemas.microsoft.com/office/drawing/2014/main" id="{363860EA-4236-CC3E-FCA1-087AB2943204}"/>
              </a:ext>
            </a:extLst>
          </p:cNvPr>
          <p:cNvSpPr/>
          <p:nvPr/>
        </p:nvSpPr>
        <p:spPr>
          <a:xfrm>
            <a:off x="1501234" y="200326"/>
            <a:ext cx="1285875" cy="364609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 dirty="0"/>
              <a:t>开始</a:t>
            </a: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5E484DCD-ED3F-D6DE-0F3B-1B55CAF1BDEE}"/>
              </a:ext>
            </a:extLst>
          </p:cNvPr>
          <p:cNvGrpSpPr/>
          <p:nvPr/>
        </p:nvGrpSpPr>
        <p:grpSpPr>
          <a:xfrm>
            <a:off x="1555850" y="1605847"/>
            <a:ext cx="1176641" cy="370667"/>
            <a:chOff x="973171" y="2080173"/>
            <a:chExt cx="974429" cy="658766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F79B709C-C207-BD87-EF63-F19B77526CE0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设定目标点</a:t>
              </a: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AC543FCC-3C03-5C96-279E-BA5D62E176F5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7CA48041-F71E-7F87-9D88-5A772BAE7AC0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90057A8D-485E-6509-473A-46864B1E1652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1FE21CFF-3D31-B862-D806-927F32BFD1B1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ECE34A61-A01F-EF65-C7A2-6314F8643C31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A3DE60F6-5FD7-2F26-A7C6-17B6400B7D4D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65CF24B-9B8F-9DFC-E4E8-883FEA4806FE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3052CA0D-9752-E9F3-C294-C8F3E1FB3750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6798F66-09FF-D3E5-F22F-F6869E72401A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C236E8AE-1A5C-7EE8-9157-CE1223BCA193}"/>
                </a:ext>
              </a:extLst>
            </p:cNvPr>
            <p:cNvCxnSpPr>
              <a:cxnSpLocks/>
              <a:endCxn id="25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BE8672DC-F5C0-7569-8124-C6FEC16ED7E9}"/>
              </a:ext>
            </a:extLst>
          </p:cNvPr>
          <p:cNvGrpSpPr/>
          <p:nvPr/>
        </p:nvGrpSpPr>
        <p:grpSpPr>
          <a:xfrm>
            <a:off x="1418563" y="2249164"/>
            <a:ext cx="1451209" cy="374350"/>
            <a:chOff x="973171" y="2080173"/>
            <a:chExt cx="974429" cy="658766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61213F68-E0BD-9CBE-00AB-4E4B856C4262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创建滑翔弹对象</a:t>
              </a: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436FD7F8-5AF6-2106-5040-73CA18E485C5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B5DA67C-1211-CA8A-35ED-767016001EB3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57BEC6A3-3F00-4C06-16B6-54BE98A9574A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555947AD-A441-EABF-AAD9-C65DAC115CC7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7DAFFEAB-90EB-9BFE-7DD6-0E7D24CF1FB6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B701AA4-F88D-4D0A-9FA2-E8A2B42EC12B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9295B95A-2365-10D3-0030-ED5C1A4E4ACD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67D42C7C-D35F-7F44-6CC5-7F5563A35683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79CAC9CE-BCB2-1617-669A-9C3D64EE7D18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D8829169-002A-E5A6-243B-149FED0AEFA3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CC06E6F-2927-6E95-38AB-3FD91C74FCE7}"/>
              </a:ext>
            </a:extLst>
          </p:cNvPr>
          <p:cNvGrpSpPr/>
          <p:nvPr/>
        </p:nvGrpSpPr>
        <p:grpSpPr>
          <a:xfrm>
            <a:off x="1501234" y="3001844"/>
            <a:ext cx="1282670" cy="427156"/>
            <a:chOff x="973171" y="2080173"/>
            <a:chExt cx="974429" cy="658766"/>
          </a:xfrm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B07DC2AF-514D-25A5-F794-332266641865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设置仿真参数</a:t>
              </a: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78036A93-C2F4-D3F3-5D0A-8EB9686BCFEB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BD3A4711-FC75-E6B5-B9E0-F5680C9302D5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BE69EF18-74F0-1F8A-5C75-168E498853FF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C207F8A5-D1B6-5ED4-4374-3F5BB32D3C9F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55EAEFCF-575F-E084-1F74-35C9F7B3ED9E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8F0653E1-A3C0-7087-E4C5-3B47823E20C3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43FA7C13-7092-17A2-7B04-E8E111DEB9F8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9405FBB8-B9C8-E029-FBEF-03F62503B803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4972388F-D980-6F3C-1363-2113A3783C41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71F4AB91-3AA9-2DA6-18EF-20D170ABC0A1}"/>
                </a:ext>
              </a:extLst>
            </p:cNvPr>
            <p:cNvCxnSpPr>
              <a:cxnSpLocks/>
              <a:endCxn id="61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流程图: 决策 76">
            <a:extLst>
              <a:ext uri="{FF2B5EF4-FFF2-40B4-BE49-F238E27FC236}">
                <a16:creationId xmlns:a16="http://schemas.microsoft.com/office/drawing/2014/main" id="{33365988-A1D0-F5C4-045B-1AF6E916799F}"/>
              </a:ext>
            </a:extLst>
          </p:cNvPr>
          <p:cNvSpPr/>
          <p:nvPr/>
        </p:nvSpPr>
        <p:spPr>
          <a:xfrm>
            <a:off x="710991" y="3769184"/>
            <a:ext cx="2866357" cy="125837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400" b="1" dirty="0">
                <a:ea typeface="宋体" panose="02010600030101010101" pitchFamily="2" charset="-122"/>
              </a:rPr>
              <a:t>是否满足停止条件：</a:t>
            </a:r>
            <a:endParaRPr lang="en-US" altLang="zh-CN" sz="1400" b="1" dirty="0">
              <a:ea typeface="宋体" panose="02010600030101010101" pitchFamily="2" charset="-122"/>
            </a:endParaRPr>
          </a:p>
          <a:p>
            <a:pPr algn="ctr"/>
            <a:r>
              <a:rPr lang="zh-CN" altLang="en-US" sz="1400" b="1" dirty="0">
                <a:ea typeface="宋体" panose="02010600030101010101" pitchFamily="2" charset="-122"/>
              </a:rPr>
              <a:t>高度</a:t>
            </a:r>
            <a:r>
              <a:rPr lang="en-US" altLang="zh-CN" sz="1400" b="1" dirty="0">
                <a:ea typeface="宋体" panose="02010600030101010101" pitchFamily="2" charset="-122"/>
              </a:rPr>
              <a:t>&lt;=10 </a:t>
            </a:r>
            <a:r>
              <a:rPr lang="zh-CN" altLang="en-US" sz="1400" b="1" dirty="0">
                <a:ea typeface="宋体" panose="02010600030101010101" pitchFamily="2" charset="-122"/>
              </a:rPr>
              <a:t>或</a:t>
            </a:r>
            <a:endParaRPr lang="en-US" altLang="zh-CN" sz="1400" b="1" dirty="0">
              <a:ea typeface="宋体" panose="02010600030101010101" pitchFamily="2" charset="-122"/>
            </a:endParaRPr>
          </a:p>
          <a:p>
            <a:pPr algn="ctr"/>
            <a:r>
              <a:rPr lang="zh-CN" altLang="en-US" sz="1400" b="1" dirty="0">
                <a:ea typeface="宋体" panose="02010600030101010101" pitchFamily="2" charset="-122"/>
              </a:rPr>
              <a:t>仿真时间结束</a:t>
            </a:r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208BC222-C439-9EBA-91CC-58632E92C7E9}"/>
              </a:ext>
            </a:extLst>
          </p:cNvPr>
          <p:cNvCxnSpPr>
            <a:cxnSpLocks/>
            <a:stCxn id="16" idx="2"/>
            <a:endCxn id="7" idx="0"/>
          </p:cNvCxnSpPr>
          <p:nvPr/>
        </p:nvCxnSpPr>
        <p:spPr>
          <a:xfrm>
            <a:off x="2144172" y="564935"/>
            <a:ext cx="1465" cy="3743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C843EA28-F632-F0FD-2419-B7644FA2222B}"/>
              </a:ext>
            </a:extLst>
          </p:cNvPr>
          <p:cNvGrpSpPr/>
          <p:nvPr/>
        </p:nvGrpSpPr>
        <p:grpSpPr>
          <a:xfrm>
            <a:off x="5357746" y="1147682"/>
            <a:ext cx="1176641" cy="370667"/>
            <a:chOff x="973171" y="2080173"/>
            <a:chExt cx="974429" cy="658766"/>
          </a:xfrm>
        </p:grpSpPr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7E9E46F-42DC-CBA3-5812-434A2CCD8033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运动学更新</a:t>
              </a: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D4BD7C17-38DD-C350-22FD-8E95A141FE61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82395745-79B2-DA15-7C8F-5569C44B489D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353A59B1-B792-2E6B-5010-5F1ACBC9A8F0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BE70B040-20FB-84C9-65F6-B7EC5F9626AF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643188A-43CE-94E8-114F-FBFA243E9022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43E06CD8-E8D0-3F55-8274-EDDBE21E632D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AB589DA1-1DF3-6BA2-7950-9C6694971D34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AA3DA546-521C-5CB8-4FE2-816232CCEA5D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EC9F5F21-551F-5101-22A0-6FDA001206EB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E85436D9-FC2E-D3DB-1C33-9590669C60BB}"/>
                </a:ext>
              </a:extLst>
            </p:cNvPr>
            <p:cNvCxnSpPr>
              <a:cxnSpLocks/>
              <a:endCxn id="87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组合 90">
            <a:extLst>
              <a:ext uri="{FF2B5EF4-FFF2-40B4-BE49-F238E27FC236}">
                <a16:creationId xmlns:a16="http://schemas.microsoft.com/office/drawing/2014/main" id="{DC712036-EC3A-16D0-0F7C-2189748EE0C9}"/>
              </a:ext>
            </a:extLst>
          </p:cNvPr>
          <p:cNvGrpSpPr/>
          <p:nvPr/>
        </p:nvGrpSpPr>
        <p:grpSpPr>
          <a:xfrm>
            <a:off x="5357746" y="1814117"/>
            <a:ext cx="1176641" cy="370667"/>
            <a:chOff x="973171" y="2080173"/>
            <a:chExt cx="974429" cy="658766"/>
          </a:xfrm>
        </p:grpSpPr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ED76DA93-DCA0-55A0-31CD-1FC777D0BB47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记录数据</a:t>
              </a:r>
            </a:p>
          </p:txBody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49C3F6D-BD2E-D5B8-86F3-A909F1B7BBD2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8E1BC838-40AC-138F-1C7E-E2CF460DF9C9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C4653668-2FD4-F1B6-D969-47742FDE6D56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33CB972B-13CB-8A2C-74DC-B1C54A9AE0E7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98ECA26F-50A0-1018-4BFA-A1BA55A5BD87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8" name="矩形 97">
              <a:extLst>
                <a:ext uri="{FF2B5EF4-FFF2-40B4-BE49-F238E27FC236}">
                  <a16:creationId xmlns:a16="http://schemas.microsoft.com/office/drawing/2014/main" id="{D24B53AF-3C2D-2E51-1BE1-D4C961A49BFA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E251E6F9-A5A0-2B4C-D13D-A1951303714B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B852210F-1E58-67D5-E8B6-138DF2C10F55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6269D9AD-F4C5-C7CE-6139-D923D1638183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02" name="直接箭头连接符 101">
              <a:extLst>
                <a:ext uri="{FF2B5EF4-FFF2-40B4-BE49-F238E27FC236}">
                  <a16:creationId xmlns:a16="http://schemas.microsoft.com/office/drawing/2014/main" id="{2116B907-85D6-B429-6C0C-C76977E0C069}"/>
                </a:ext>
              </a:extLst>
            </p:cNvPr>
            <p:cNvCxnSpPr>
              <a:cxnSpLocks/>
              <a:endCxn id="99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3D0292D7-7AF3-3E57-5854-F4DA501F76BC}"/>
              </a:ext>
            </a:extLst>
          </p:cNvPr>
          <p:cNvGrpSpPr/>
          <p:nvPr/>
        </p:nvGrpSpPr>
        <p:grpSpPr>
          <a:xfrm>
            <a:off x="9751581" y="1074961"/>
            <a:ext cx="1176641" cy="370667"/>
            <a:chOff x="973171" y="2080173"/>
            <a:chExt cx="974429" cy="658766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9F1F74DE-F0FC-D97A-4DE4-39032E8125BF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记录数据</a:t>
              </a:r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175D8335-A531-4AD6-898A-6887B977B702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矩形 117">
              <a:extLst>
                <a:ext uri="{FF2B5EF4-FFF2-40B4-BE49-F238E27FC236}">
                  <a16:creationId xmlns:a16="http://schemas.microsoft.com/office/drawing/2014/main" id="{EE1D839E-8CC1-8B63-E0CE-282B28FB9127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ADB738D1-5512-F8AE-46DC-1B5FE0E947D1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0F8196A2-1818-EC3C-42AA-C789FF85E984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2FD0580E-77DD-A7CA-D69B-0CC23A5A5557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3C0675E3-621E-4D63-709A-03C7D782DF16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426F7C89-5712-A20C-35E3-04B6E14E85E4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817AABF7-7F7A-412F-D828-EEB352F1A726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4C1B1D6-4EE6-0792-DD1B-5BF493A81039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EC210A9A-4974-8258-80AB-BE7B5947CBAA}"/>
                </a:ext>
              </a:extLst>
            </p:cNvPr>
            <p:cNvCxnSpPr>
              <a:cxnSpLocks/>
              <a:endCxn id="123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流程图: 决策 126">
            <a:extLst>
              <a:ext uri="{FF2B5EF4-FFF2-40B4-BE49-F238E27FC236}">
                <a16:creationId xmlns:a16="http://schemas.microsoft.com/office/drawing/2014/main" id="{1FD253D6-8B3B-6B25-886A-67BA39E9BA3C}"/>
              </a:ext>
            </a:extLst>
          </p:cNvPr>
          <p:cNvSpPr/>
          <p:nvPr/>
        </p:nvSpPr>
        <p:spPr>
          <a:xfrm>
            <a:off x="4511421" y="2464113"/>
            <a:ext cx="2866357" cy="742142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400" b="1" dirty="0">
                <a:ea typeface="宋体" panose="02010600030101010101" pitchFamily="2" charset="-122"/>
              </a:rPr>
              <a:t>是否满足窗口长度：</a:t>
            </a:r>
            <a:endParaRPr lang="en-US" altLang="zh-CN" sz="1400" b="1" dirty="0">
              <a:ea typeface="宋体" panose="02010600030101010101" pitchFamily="2" charset="-122"/>
            </a:endParaRPr>
          </a:p>
          <a:p>
            <a:pPr algn="ctr"/>
            <a:r>
              <a:rPr lang="en-US" altLang="zh-CN" sz="1400" b="1" dirty="0">
                <a:ea typeface="宋体" panose="02010600030101010101" pitchFamily="2" charset="-122"/>
              </a:rPr>
              <a:t>24</a:t>
            </a:r>
            <a:endParaRPr lang="zh-CN" altLang="en-US" sz="1400" b="1" dirty="0">
              <a:ea typeface="宋体" panose="02010600030101010101" pitchFamily="2" charset="-122"/>
            </a:endParaRPr>
          </a:p>
        </p:txBody>
      </p:sp>
      <p:grpSp>
        <p:nvGrpSpPr>
          <p:cNvPr id="128" name="组合 127">
            <a:extLst>
              <a:ext uri="{FF2B5EF4-FFF2-40B4-BE49-F238E27FC236}">
                <a16:creationId xmlns:a16="http://schemas.microsoft.com/office/drawing/2014/main" id="{1EE73951-9746-06F5-6FC5-67A7BAB789E4}"/>
              </a:ext>
            </a:extLst>
          </p:cNvPr>
          <p:cNvGrpSpPr/>
          <p:nvPr/>
        </p:nvGrpSpPr>
        <p:grpSpPr>
          <a:xfrm>
            <a:off x="5274919" y="3485584"/>
            <a:ext cx="1339360" cy="505337"/>
            <a:chOff x="973171" y="2080173"/>
            <a:chExt cx="974429" cy="658766"/>
          </a:xfrm>
        </p:grpSpPr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CA24A85F-F37F-F493-0229-2F19F7A99E84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预测</a:t>
              </a:r>
              <a:endParaRPr lang="en-US" altLang="zh-CN" sz="1400" b="1" dirty="0">
                <a:solidFill>
                  <a:schemeClr val="tx1"/>
                </a:solidFill>
              </a:endParaRPr>
            </a:p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(4</a:t>
              </a:r>
              <a:r>
                <a:rPr lang="zh-CN" altLang="en-US" sz="1400" b="1" dirty="0">
                  <a:solidFill>
                    <a:schemeClr val="tx1"/>
                  </a:solidFill>
                </a:rPr>
                <a:t>个步长更新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)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1D23961D-28B7-496E-E6C7-3C4F2C3DDD4A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41653325-F707-BCEA-DB86-3AAAACE4112F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BC8048D4-18DE-D1FC-5D88-7B11E75322AC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88CDFEF9-766C-D36D-B4C8-B94E74AD04AB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F2000CAF-D544-4479-9C1A-6E55E97C9566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80A622A9-6EB4-0E00-1F0A-E17913039462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978F9A9B-0795-7165-2E37-C2030333FAFE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3BE1BB15-E1B3-2D0B-893D-C6A9B3B04B61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C0E942FE-B98A-08CF-F54D-D0333C65E478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9" name="直接箭头连接符 138">
              <a:extLst>
                <a:ext uri="{FF2B5EF4-FFF2-40B4-BE49-F238E27FC236}">
                  <a16:creationId xmlns:a16="http://schemas.microsoft.com/office/drawing/2014/main" id="{563FF0CD-3F43-6E86-D1D1-3BA64BB4FF32}"/>
                </a:ext>
              </a:extLst>
            </p:cNvPr>
            <p:cNvCxnSpPr>
              <a:cxnSpLocks/>
              <a:endCxn id="136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0" name="组合 139">
            <a:extLst>
              <a:ext uri="{FF2B5EF4-FFF2-40B4-BE49-F238E27FC236}">
                <a16:creationId xmlns:a16="http://schemas.microsoft.com/office/drawing/2014/main" id="{6070EFBD-1F5B-BC4B-D6AE-A1BD19A782FC}"/>
              </a:ext>
            </a:extLst>
          </p:cNvPr>
          <p:cNvGrpSpPr/>
          <p:nvPr/>
        </p:nvGrpSpPr>
        <p:grpSpPr>
          <a:xfrm>
            <a:off x="7082884" y="3561477"/>
            <a:ext cx="1176641" cy="370667"/>
            <a:chOff x="973171" y="2080173"/>
            <a:chExt cx="974429" cy="658766"/>
          </a:xfrm>
        </p:grpSpPr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06CD75FF-4FE6-A096-EF76-8166FC9364D4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已训练模型</a:t>
              </a:r>
            </a:p>
          </p:txBody>
        </p:sp>
        <p:sp>
          <p:nvSpPr>
            <p:cNvPr id="142" name="矩形 141">
              <a:extLst>
                <a:ext uri="{FF2B5EF4-FFF2-40B4-BE49-F238E27FC236}">
                  <a16:creationId xmlns:a16="http://schemas.microsoft.com/office/drawing/2014/main" id="{054DF311-DEC3-017D-A4EF-E3DC3454F664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CD122BBF-C63C-0E96-64FA-17E2EFBB8174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509EA46E-25D3-637C-70ED-D49F7CDD29F6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83DA2DF5-1EA1-F9A3-0E6C-953444FDCE97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D172AEED-928F-005F-F4A6-02EEAE7D5C51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74056E40-D848-3A59-E4E6-216556D2C481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7691FFF8-638B-8319-4207-17F0B9536E6A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0EB30B97-2DC5-CE66-BEB5-E48D17A73F89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69CAC272-4585-FC94-CAA7-E4989A64BC3A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1" name="直接箭头连接符 150">
              <a:extLst>
                <a:ext uri="{FF2B5EF4-FFF2-40B4-BE49-F238E27FC236}">
                  <a16:creationId xmlns:a16="http://schemas.microsoft.com/office/drawing/2014/main" id="{427C223D-F0FF-6B50-5995-03AC6CCAA54B}"/>
                </a:ext>
              </a:extLst>
            </p:cNvPr>
            <p:cNvCxnSpPr>
              <a:cxnSpLocks/>
              <a:endCxn id="148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2" name="组合 151">
            <a:extLst>
              <a:ext uri="{FF2B5EF4-FFF2-40B4-BE49-F238E27FC236}">
                <a16:creationId xmlns:a16="http://schemas.microsoft.com/office/drawing/2014/main" id="{B90A0380-7A04-5A89-577E-092A0DC21771}"/>
              </a:ext>
            </a:extLst>
          </p:cNvPr>
          <p:cNvGrpSpPr/>
          <p:nvPr/>
        </p:nvGrpSpPr>
        <p:grpSpPr>
          <a:xfrm>
            <a:off x="5356278" y="4397737"/>
            <a:ext cx="1176641" cy="370667"/>
            <a:chOff x="973171" y="2080173"/>
            <a:chExt cx="974429" cy="658766"/>
          </a:xfrm>
        </p:grpSpPr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D2CC8C1A-2946-F688-BC9A-7FF37F7FEEE6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计算误差</a:t>
              </a:r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6AAE6775-50F8-F0CA-E5F8-E0C8BA6988A3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B5108BAF-EABA-A8FA-289F-4E0224FD7C8D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75505E42-809A-4E41-5096-4CE16D65FF4F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4D88F53D-22B7-D087-BFDF-F7D8F79C0629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8" name="矩形 157">
              <a:extLst>
                <a:ext uri="{FF2B5EF4-FFF2-40B4-BE49-F238E27FC236}">
                  <a16:creationId xmlns:a16="http://schemas.microsoft.com/office/drawing/2014/main" id="{0AB4C596-C114-842B-B2C4-6BAEE39DB537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9" name="矩形 158">
              <a:extLst>
                <a:ext uri="{FF2B5EF4-FFF2-40B4-BE49-F238E27FC236}">
                  <a16:creationId xmlns:a16="http://schemas.microsoft.com/office/drawing/2014/main" id="{CF5B0D3F-934A-2AC2-9DD1-9D158D19F482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矩形 159">
              <a:extLst>
                <a:ext uri="{FF2B5EF4-FFF2-40B4-BE49-F238E27FC236}">
                  <a16:creationId xmlns:a16="http://schemas.microsoft.com/office/drawing/2014/main" id="{1347B627-87E8-A1F9-0802-3B675C269238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1" name="矩形 160">
              <a:extLst>
                <a:ext uri="{FF2B5EF4-FFF2-40B4-BE49-F238E27FC236}">
                  <a16:creationId xmlns:a16="http://schemas.microsoft.com/office/drawing/2014/main" id="{7938BDD5-0F43-FF2A-935E-97BB78842EA0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2" name="矩形 161">
              <a:extLst>
                <a:ext uri="{FF2B5EF4-FFF2-40B4-BE49-F238E27FC236}">
                  <a16:creationId xmlns:a16="http://schemas.microsoft.com/office/drawing/2014/main" id="{72692C00-645C-16E2-DA77-473D012F09DB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BABB2BA3-DCBF-DC0D-B4C7-9ED67A6ACDFC}"/>
                </a:ext>
              </a:extLst>
            </p:cNvPr>
            <p:cNvCxnSpPr>
              <a:cxnSpLocks/>
              <a:endCxn id="160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4" name="组合 163">
            <a:extLst>
              <a:ext uri="{FF2B5EF4-FFF2-40B4-BE49-F238E27FC236}">
                <a16:creationId xmlns:a16="http://schemas.microsoft.com/office/drawing/2014/main" id="{99EC7ACC-57B1-7E01-547E-42EA158D8B3F}"/>
              </a:ext>
            </a:extLst>
          </p:cNvPr>
          <p:cNvGrpSpPr/>
          <p:nvPr/>
        </p:nvGrpSpPr>
        <p:grpSpPr>
          <a:xfrm>
            <a:off x="5275603" y="5105920"/>
            <a:ext cx="1334654" cy="422093"/>
            <a:chOff x="973171" y="2080173"/>
            <a:chExt cx="974429" cy="658766"/>
          </a:xfrm>
        </p:grpSpPr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E81A33FB-114B-0B26-9B7C-10BA78203E22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更新检测阈值</a:t>
              </a:r>
            </a:p>
          </p:txBody>
        </p:sp>
        <p:sp>
          <p:nvSpPr>
            <p:cNvPr id="166" name="矩形 165">
              <a:extLst>
                <a:ext uri="{FF2B5EF4-FFF2-40B4-BE49-F238E27FC236}">
                  <a16:creationId xmlns:a16="http://schemas.microsoft.com/office/drawing/2014/main" id="{536EA384-9E45-F6FC-6987-A67F4B40F294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A5762EBA-006E-3668-0737-704639DC6AC5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CFFE333E-58D3-1A03-3893-46550BB8F2A9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9" name="矩形 168">
              <a:extLst>
                <a:ext uri="{FF2B5EF4-FFF2-40B4-BE49-F238E27FC236}">
                  <a16:creationId xmlns:a16="http://schemas.microsoft.com/office/drawing/2014/main" id="{C6F64DDD-950E-CE2B-4B96-42F7D10DBA26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0" name="矩形 169">
              <a:extLst>
                <a:ext uri="{FF2B5EF4-FFF2-40B4-BE49-F238E27FC236}">
                  <a16:creationId xmlns:a16="http://schemas.microsoft.com/office/drawing/2014/main" id="{3DEAB979-6BAB-4D5A-622E-277DB6244ACA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1" name="矩形 170">
              <a:extLst>
                <a:ext uri="{FF2B5EF4-FFF2-40B4-BE49-F238E27FC236}">
                  <a16:creationId xmlns:a16="http://schemas.microsoft.com/office/drawing/2014/main" id="{C2493A5A-1C45-6AE3-A233-6F60A7A6014E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2" name="矩形 171">
              <a:extLst>
                <a:ext uri="{FF2B5EF4-FFF2-40B4-BE49-F238E27FC236}">
                  <a16:creationId xmlns:a16="http://schemas.microsoft.com/office/drawing/2014/main" id="{C8881BAF-EBB1-5FAB-36B1-51E77BCB42E1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3" name="矩形 172">
              <a:extLst>
                <a:ext uri="{FF2B5EF4-FFF2-40B4-BE49-F238E27FC236}">
                  <a16:creationId xmlns:a16="http://schemas.microsoft.com/office/drawing/2014/main" id="{43213A7A-0E20-7498-47FB-F6B5429E4ED2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4" name="矩形 173">
              <a:extLst>
                <a:ext uri="{FF2B5EF4-FFF2-40B4-BE49-F238E27FC236}">
                  <a16:creationId xmlns:a16="http://schemas.microsoft.com/office/drawing/2014/main" id="{39254EA0-CCCF-4CEC-7380-3677B87B560B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5" name="直接箭头连接符 174">
              <a:extLst>
                <a:ext uri="{FF2B5EF4-FFF2-40B4-BE49-F238E27FC236}">
                  <a16:creationId xmlns:a16="http://schemas.microsoft.com/office/drawing/2014/main" id="{81265E3C-0676-7C64-F7DE-A04C74185E53}"/>
                </a:ext>
              </a:extLst>
            </p:cNvPr>
            <p:cNvCxnSpPr>
              <a:cxnSpLocks/>
              <a:endCxn id="17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8" name="直接箭头连接符 177">
            <a:extLst>
              <a:ext uri="{FF2B5EF4-FFF2-40B4-BE49-F238E27FC236}">
                <a16:creationId xmlns:a16="http://schemas.microsoft.com/office/drawing/2014/main" id="{89FE6322-A5B5-6E96-CDA0-BC60341405C2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2144169" y="1309952"/>
            <a:ext cx="1468" cy="29589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1" name="直接箭头连接符 180">
            <a:extLst>
              <a:ext uri="{FF2B5EF4-FFF2-40B4-BE49-F238E27FC236}">
                <a16:creationId xmlns:a16="http://schemas.microsoft.com/office/drawing/2014/main" id="{3F0BA585-55CE-E884-5A19-6E1F7D5F18EE}"/>
              </a:ext>
            </a:extLst>
          </p:cNvPr>
          <p:cNvCxnSpPr>
            <a:cxnSpLocks/>
            <a:stCxn id="26" idx="2"/>
            <a:endCxn id="32" idx="0"/>
          </p:cNvCxnSpPr>
          <p:nvPr/>
        </p:nvCxnSpPr>
        <p:spPr>
          <a:xfrm>
            <a:off x="2145637" y="1976514"/>
            <a:ext cx="340" cy="2726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5" name="直接箭头连接符 184">
            <a:extLst>
              <a:ext uri="{FF2B5EF4-FFF2-40B4-BE49-F238E27FC236}">
                <a16:creationId xmlns:a16="http://schemas.microsoft.com/office/drawing/2014/main" id="{37971657-440C-CA16-84D8-D9BE4C553684}"/>
              </a:ext>
            </a:extLst>
          </p:cNvPr>
          <p:cNvCxnSpPr>
            <a:cxnSpLocks/>
            <a:stCxn id="38" idx="2"/>
            <a:endCxn id="56" idx="0"/>
          </p:cNvCxnSpPr>
          <p:nvPr/>
        </p:nvCxnSpPr>
        <p:spPr>
          <a:xfrm flipH="1">
            <a:off x="2144168" y="2623514"/>
            <a:ext cx="1809" cy="37833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8" name="直接箭头连接符 187">
            <a:extLst>
              <a:ext uri="{FF2B5EF4-FFF2-40B4-BE49-F238E27FC236}">
                <a16:creationId xmlns:a16="http://schemas.microsoft.com/office/drawing/2014/main" id="{FCEB5BFE-E55D-8229-A090-C5E2ED56380A}"/>
              </a:ext>
            </a:extLst>
          </p:cNvPr>
          <p:cNvCxnSpPr>
            <a:cxnSpLocks/>
            <a:stCxn id="62" idx="2"/>
            <a:endCxn id="77" idx="0"/>
          </p:cNvCxnSpPr>
          <p:nvPr/>
        </p:nvCxnSpPr>
        <p:spPr>
          <a:xfrm>
            <a:off x="2144168" y="3429000"/>
            <a:ext cx="2" cy="3401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1" name="直接箭头连接符 190">
            <a:extLst>
              <a:ext uri="{FF2B5EF4-FFF2-40B4-BE49-F238E27FC236}">
                <a16:creationId xmlns:a16="http://schemas.microsoft.com/office/drawing/2014/main" id="{62632FF9-B10A-5F0B-DA4E-BD7BFE20A9AA}"/>
              </a:ext>
            </a:extLst>
          </p:cNvPr>
          <p:cNvCxnSpPr>
            <a:cxnSpLocks/>
            <a:stCxn id="77" idx="2"/>
            <a:endCxn id="195" idx="0"/>
          </p:cNvCxnSpPr>
          <p:nvPr/>
        </p:nvCxnSpPr>
        <p:spPr>
          <a:xfrm flipH="1">
            <a:off x="2144168" y="5027560"/>
            <a:ext cx="2" cy="37227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94" name="组合 193">
            <a:extLst>
              <a:ext uri="{FF2B5EF4-FFF2-40B4-BE49-F238E27FC236}">
                <a16:creationId xmlns:a16="http://schemas.microsoft.com/office/drawing/2014/main" id="{9110822D-3CC5-908E-B48A-A61DB52FB4A4}"/>
              </a:ext>
            </a:extLst>
          </p:cNvPr>
          <p:cNvGrpSpPr/>
          <p:nvPr/>
        </p:nvGrpSpPr>
        <p:grpSpPr>
          <a:xfrm>
            <a:off x="1557314" y="5399833"/>
            <a:ext cx="1176641" cy="370667"/>
            <a:chOff x="973171" y="2080173"/>
            <a:chExt cx="974429" cy="658766"/>
          </a:xfrm>
        </p:grpSpPr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1B990E4E-7550-8C65-7FF2-860D664197AD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保存数据</a:t>
              </a: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2014F46D-554A-1208-8F81-E61360169A8D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4E46CD60-5CC2-CE24-24FD-F09D09F456B5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73E1A3F6-7CFD-5CAA-8047-3678C9BB2AB2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F8B0C878-37B3-43D0-B5F5-93C1C880793E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AD3D07F3-B321-46FA-8E78-A9012F4A05D9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9A6EAE10-D5F0-D24F-C839-FCE9CA18A558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D8BF58C9-AF99-B255-EEB1-8671BB4C4FEB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404E2A66-5298-E72F-601D-A115258ABAA0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81EED8BB-AE13-B385-ADB9-79755CCA8F3A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5" name="直接箭头连接符 204">
              <a:extLst>
                <a:ext uri="{FF2B5EF4-FFF2-40B4-BE49-F238E27FC236}">
                  <a16:creationId xmlns:a16="http://schemas.microsoft.com/office/drawing/2014/main" id="{0101AFC2-E807-3C40-5D73-F6B50FFF9787}"/>
                </a:ext>
              </a:extLst>
            </p:cNvPr>
            <p:cNvCxnSpPr>
              <a:cxnSpLocks/>
              <a:endCxn id="20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组合 205">
            <a:extLst>
              <a:ext uri="{FF2B5EF4-FFF2-40B4-BE49-F238E27FC236}">
                <a16:creationId xmlns:a16="http://schemas.microsoft.com/office/drawing/2014/main" id="{43DA9FDC-1800-929F-4889-B6FB55783C8F}"/>
              </a:ext>
            </a:extLst>
          </p:cNvPr>
          <p:cNvGrpSpPr/>
          <p:nvPr/>
        </p:nvGrpSpPr>
        <p:grpSpPr>
          <a:xfrm>
            <a:off x="1555847" y="6084334"/>
            <a:ext cx="1176641" cy="370667"/>
            <a:chOff x="973171" y="2080173"/>
            <a:chExt cx="974429" cy="658766"/>
          </a:xfrm>
        </p:grpSpPr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4F7BE401-780C-7274-8ECB-180233B7FE09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</a:rPr>
                <a:t>画图</a:t>
              </a: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768363BC-918D-69ED-1B28-1A27A781A773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BF341AE3-1A16-23FF-A643-456577D3A380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7B0ACEEE-5CCC-17AA-0B4C-42CEE15ADFB3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767F380C-A9DC-116A-C801-A17FEC369DBD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444E1C18-9F92-3999-8C8F-5A85D636EC13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3B917BD8-B3E0-FEE6-42C2-1DA88F705163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AFAD1E74-3ED4-A3A0-656F-61D05DE9767B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6C12B4DF-7995-CAB4-3E9C-04E4761642BB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599646FE-6B69-7682-44D0-F3BA7E215C9A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7" name="直接箭头连接符 216">
              <a:extLst>
                <a:ext uri="{FF2B5EF4-FFF2-40B4-BE49-F238E27FC236}">
                  <a16:creationId xmlns:a16="http://schemas.microsoft.com/office/drawing/2014/main" id="{D50F4BFD-72EC-EFCA-457B-1EB090ECA74A}"/>
                </a:ext>
              </a:extLst>
            </p:cNvPr>
            <p:cNvCxnSpPr>
              <a:cxnSpLocks/>
              <a:endCxn id="214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直接箭头连接符 218">
            <a:extLst>
              <a:ext uri="{FF2B5EF4-FFF2-40B4-BE49-F238E27FC236}">
                <a16:creationId xmlns:a16="http://schemas.microsoft.com/office/drawing/2014/main" id="{6DC6A31C-BCD3-5D9B-B2A8-C6B581CA7FD8}"/>
              </a:ext>
            </a:extLst>
          </p:cNvPr>
          <p:cNvCxnSpPr>
            <a:cxnSpLocks/>
            <a:stCxn id="203" idx="2"/>
            <a:endCxn id="209" idx="0"/>
          </p:cNvCxnSpPr>
          <p:nvPr/>
        </p:nvCxnSpPr>
        <p:spPr>
          <a:xfrm flipH="1">
            <a:off x="2145634" y="5770500"/>
            <a:ext cx="1467" cy="3138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箭头连接符 221">
            <a:extLst>
              <a:ext uri="{FF2B5EF4-FFF2-40B4-BE49-F238E27FC236}">
                <a16:creationId xmlns:a16="http://schemas.microsoft.com/office/drawing/2014/main" id="{6885A276-F0EE-8E4E-2D98-EEE4F85969EA}"/>
              </a:ext>
            </a:extLst>
          </p:cNvPr>
          <p:cNvCxnSpPr>
            <a:cxnSpLocks/>
            <a:stCxn id="77" idx="3"/>
            <a:endCxn id="80" idx="1"/>
          </p:cNvCxnSpPr>
          <p:nvPr/>
        </p:nvCxnSpPr>
        <p:spPr>
          <a:xfrm flipV="1">
            <a:off x="3577348" y="1329987"/>
            <a:ext cx="1780398" cy="3068385"/>
          </a:xfrm>
          <a:prstGeom prst="bentConnector3">
            <a:avLst>
              <a:gd name="adj1" fmla="val 40013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箭头连接符 227">
            <a:extLst>
              <a:ext uri="{FF2B5EF4-FFF2-40B4-BE49-F238E27FC236}">
                <a16:creationId xmlns:a16="http://schemas.microsoft.com/office/drawing/2014/main" id="{048EC1BA-8C8F-2697-E227-B31AA8DCFCCC}"/>
              </a:ext>
            </a:extLst>
          </p:cNvPr>
          <p:cNvCxnSpPr>
            <a:cxnSpLocks/>
            <a:stCxn id="80" idx="2"/>
            <a:endCxn id="92" idx="0"/>
          </p:cNvCxnSpPr>
          <p:nvPr/>
        </p:nvCxnSpPr>
        <p:spPr>
          <a:xfrm>
            <a:off x="5944600" y="1512291"/>
            <a:ext cx="0" cy="30182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2" name="直接箭头连接符 231">
            <a:extLst>
              <a:ext uri="{FF2B5EF4-FFF2-40B4-BE49-F238E27FC236}">
                <a16:creationId xmlns:a16="http://schemas.microsoft.com/office/drawing/2014/main" id="{F460BB74-50FB-3BCD-BC52-39C084D093D6}"/>
              </a:ext>
            </a:extLst>
          </p:cNvPr>
          <p:cNvCxnSpPr>
            <a:cxnSpLocks/>
            <a:stCxn id="100" idx="2"/>
            <a:endCxn id="127" idx="0"/>
          </p:cNvCxnSpPr>
          <p:nvPr/>
        </p:nvCxnSpPr>
        <p:spPr>
          <a:xfrm flipH="1">
            <a:off x="5944600" y="2184784"/>
            <a:ext cx="2933" cy="2793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6" name="直接箭头连接符 235">
            <a:extLst>
              <a:ext uri="{FF2B5EF4-FFF2-40B4-BE49-F238E27FC236}">
                <a16:creationId xmlns:a16="http://schemas.microsoft.com/office/drawing/2014/main" id="{72CAABFC-4FF4-329D-6C0A-390947F0A6A6}"/>
              </a:ext>
            </a:extLst>
          </p:cNvPr>
          <p:cNvCxnSpPr>
            <a:cxnSpLocks/>
            <a:stCxn id="127" idx="2"/>
            <a:endCxn id="131" idx="0"/>
          </p:cNvCxnSpPr>
          <p:nvPr/>
        </p:nvCxnSpPr>
        <p:spPr>
          <a:xfrm>
            <a:off x="5944600" y="3206255"/>
            <a:ext cx="1668" cy="2793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箭头连接符 239">
            <a:extLst>
              <a:ext uri="{FF2B5EF4-FFF2-40B4-BE49-F238E27FC236}">
                <a16:creationId xmlns:a16="http://schemas.microsoft.com/office/drawing/2014/main" id="{059456AF-2B7D-5616-E4E4-6FF932B88408}"/>
              </a:ext>
            </a:extLst>
          </p:cNvPr>
          <p:cNvCxnSpPr>
            <a:cxnSpLocks/>
            <a:stCxn id="129" idx="2"/>
            <a:endCxn id="155" idx="0"/>
          </p:cNvCxnSpPr>
          <p:nvPr/>
        </p:nvCxnSpPr>
        <p:spPr>
          <a:xfrm>
            <a:off x="5942930" y="3982662"/>
            <a:ext cx="3135" cy="4150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箭头连接符 242">
            <a:extLst>
              <a:ext uri="{FF2B5EF4-FFF2-40B4-BE49-F238E27FC236}">
                <a16:creationId xmlns:a16="http://schemas.microsoft.com/office/drawing/2014/main" id="{20831F96-44A0-B4CE-58D8-3889C0B74F36}"/>
              </a:ext>
            </a:extLst>
          </p:cNvPr>
          <p:cNvCxnSpPr>
            <a:cxnSpLocks/>
            <a:stCxn id="161" idx="2"/>
            <a:endCxn id="167" idx="0"/>
          </p:cNvCxnSpPr>
          <p:nvPr/>
        </p:nvCxnSpPr>
        <p:spPr>
          <a:xfrm flipH="1">
            <a:off x="5944594" y="4768404"/>
            <a:ext cx="1471" cy="3375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6" name="文本框 245">
            <a:extLst>
              <a:ext uri="{FF2B5EF4-FFF2-40B4-BE49-F238E27FC236}">
                <a16:creationId xmlns:a16="http://schemas.microsoft.com/office/drawing/2014/main" id="{67F0036A-F202-B09B-D21D-309E602D54AD}"/>
              </a:ext>
            </a:extLst>
          </p:cNvPr>
          <p:cNvSpPr txBox="1"/>
          <p:nvPr/>
        </p:nvSpPr>
        <p:spPr>
          <a:xfrm>
            <a:off x="5927617" y="315984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是</a:t>
            </a:r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32E2BA8F-9217-ACDE-B4EA-A4F41FA4EA69}"/>
              </a:ext>
            </a:extLst>
          </p:cNvPr>
          <p:cNvSpPr txBox="1"/>
          <p:nvPr/>
        </p:nvSpPr>
        <p:spPr>
          <a:xfrm>
            <a:off x="7307003" y="2504201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否</a:t>
            </a:r>
          </a:p>
        </p:txBody>
      </p:sp>
      <p:cxnSp>
        <p:nvCxnSpPr>
          <p:cNvPr id="248" name="直接箭头连接符 221">
            <a:extLst>
              <a:ext uri="{FF2B5EF4-FFF2-40B4-BE49-F238E27FC236}">
                <a16:creationId xmlns:a16="http://schemas.microsoft.com/office/drawing/2014/main" id="{F325C047-5488-9143-E4E5-FADCE3857D1D}"/>
              </a:ext>
            </a:extLst>
          </p:cNvPr>
          <p:cNvCxnSpPr>
            <a:cxnSpLocks/>
            <a:stCxn id="127" idx="3"/>
            <a:endCxn id="86" idx="3"/>
          </p:cNvCxnSpPr>
          <p:nvPr/>
        </p:nvCxnSpPr>
        <p:spPr>
          <a:xfrm flipH="1" flipV="1">
            <a:off x="6534387" y="1335027"/>
            <a:ext cx="843391" cy="1500157"/>
          </a:xfrm>
          <a:prstGeom prst="bentConnector3">
            <a:avLst>
              <a:gd name="adj1" fmla="val -27105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57" name="文本框 256">
            <a:extLst>
              <a:ext uri="{FF2B5EF4-FFF2-40B4-BE49-F238E27FC236}">
                <a16:creationId xmlns:a16="http://schemas.microsoft.com/office/drawing/2014/main" id="{7584486D-6F13-DA07-308D-5559229D4D2B}"/>
              </a:ext>
            </a:extLst>
          </p:cNvPr>
          <p:cNvSpPr txBox="1"/>
          <p:nvPr/>
        </p:nvSpPr>
        <p:spPr>
          <a:xfrm>
            <a:off x="3577348" y="4089960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否</a:t>
            </a: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FA0846F6-FEF3-D92D-7275-C8328009915E}"/>
              </a:ext>
            </a:extLst>
          </p:cNvPr>
          <p:cNvSpPr txBox="1"/>
          <p:nvPr/>
        </p:nvSpPr>
        <p:spPr>
          <a:xfrm>
            <a:off x="2062848" y="501129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是</a:t>
            </a:r>
          </a:p>
        </p:txBody>
      </p:sp>
      <p:cxnSp>
        <p:nvCxnSpPr>
          <p:cNvPr id="259" name="直接箭头连接符 258">
            <a:extLst>
              <a:ext uri="{FF2B5EF4-FFF2-40B4-BE49-F238E27FC236}">
                <a16:creationId xmlns:a16="http://schemas.microsoft.com/office/drawing/2014/main" id="{3FB9156A-7E65-7164-EE25-CCC7C7ED3740}"/>
              </a:ext>
            </a:extLst>
          </p:cNvPr>
          <p:cNvCxnSpPr>
            <a:cxnSpLocks/>
            <a:stCxn id="141" idx="1"/>
            <a:endCxn id="129" idx="3"/>
          </p:cNvCxnSpPr>
          <p:nvPr/>
        </p:nvCxnSpPr>
        <p:spPr>
          <a:xfrm flipH="1" flipV="1">
            <a:off x="6610940" y="3734123"/>
            <a:ext cx="471944" cy="965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66" name="流程图: 终止 265">
            <a:extLst>
              <a:ext uri="{FF2B5EF4-FFF2-40B4-BE49-F238E27FC236}">
                <a16:creationId xmlns:a16="http://schemas.microsoft.com/office/drawing/2014/main" id="{6F4BEC3F-0A7A-F15C-F568-FDE58D383FDD}"/>
              </a:ext>
            </a:extLst>
          </p:cNvPr>
          <p:cNvSpPr/>
          <p:nvPr/>
        </p:nvSpPr>
        <p:spPr>
          <a:xfrm>
            <a:off x="1501234" y="6791128"/>
            <a:ext cx="1285875" cy="364609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400" b="1" dirty="0"/>
              <a:t>开始</a:t>
            </a:r>
          </a:p>
        </p:txBody>
      </p:sp>
      <p:cxnSp>
        <p:nvCxnSpPr>
          <p:cNvPr id="267" name="直接箭头连接符 266">
            <a:extLst>
              <a:ext uri="{FF2B5EF4-FFF2-40B4-BE49-F238E27FC236}">
                <a16:creationId xmlns:a16="http://schemas.microsoft.com/office/drawing/2014/main" id="{45C5363E-0300-7184-B241-B09C7968BF30}"/>
              </a:ext>
            </a:extLst>
          </p:cNvPr>
          <p:cNvCxnSpPr>
            <a:cxnSpLocks/>
            <a:stCxn id="215" idx="2"/>
            <a:endCxn id="266" idx="0"/>
          </p:cNvCxnSpPr>
          <p:nvPr/>
        </p:nvCxnSpPr>
        <p:spPr>
          <a:xfrm flipH="1">
            <a:off x="2144172" y="6455001"/>
            <a:ext cx="1462" cy="3361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71128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D3A0FCA0-CB92-B8B3-066C-D4360BC10F38}"/>
              </a:ext>
            </a:extLst>
          </p:cNvPr>
          <p:cNvGrpSpPr/>
          <p:nvPr/>
        </p:nvGrpSpPr>
        <p:grpSpPr>
          <a:xfrm>
            <a:off x="1432637" y="1758707"/>
            <a:ext cx="5387263" cy="2727270"/>
            <a:chOff x="1432637" y="1758707"/>
            <a:chExt cx="5387263" cy="2727270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3EFDC07-11AB-1BF0-26D9-EF364A9D1F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3869" y="2186455"/>
              <a:ext cx="1795483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AF6F3853-2528-4A99-CD70-056CB514ADCD}"/>
                </a:ext>
              </a:extLst>
            </p:cNvPr>
            <p:cNvGrpSpPr/>
            <p:nvPr/>
          </p:nvGrpSpPr>
          <p:grpSpPr>
            <a:xfrm>
              <a:off x="3320801" y="2186455"/>
              <a:ext cx="952259" cy="1361213"/>
              <a:chOff x="973171" y="2080173"/>
              <a:chExt cx="986843" cy="658766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C99EA28-FB94-34B2-A032-E9D0D7D7291F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7A5EABA-7563-F39F-3048-A758C2FD10C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1A8605E-B7EF-9BBC-3ADF-84E398213C5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095B634-9E01-A5AE-D254-D9FAD97C507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7296698E-586C-6931-1EFC-B2592FDCB5FA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7F9CF21D-D929-1741-F4CE-0BC90CB2C8E5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FB4C9533-70B7-DB0A-8941-CB9142BA87EB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91DDA53-C3E0-B872-D87E-FF66ADE9A69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E88E6255-3277-FB66-473C-4798E9C3F68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97666D28-4BEC-94A7-8ADF-FF9A32F4AD6A}"/>
                  </a:ext>
                </a:extLst>
              </p:cNvPr>
              <p:cNvSpPr/>
              <p:nvPr/>
            </p:nvSpPr>
            <p:spPr>
              <a:xfrm>
                <a:off x="1636014" y="2522940"/>
                <a:ext cx="324000" cy="2159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A8AFCEF9-466B-82FB-584E-8E9E7033ECB9}"/>
                  </a:ext>
                </a:extLst>
              </p:cNvPr>
              <p:cNvCxnSpPr>
                <a:cxnSpLocks/>
                <a:endCxn id="1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4DFD4E2B-50E4-9F26-9636-10A71CDA1C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16532" y="2186455"/>
              <a:ext cx="2479468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6F3DB2E5-704B-FCAC-1266-ED98FD2DF1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43466" y="3526035"/>
              <a:ext cx="1795483" cy="16448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4E995A59-9178-B65A-C072-58BFA54F32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16532" y="3525422"/>
              <a:ext cx="2479468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CE44031F-187E-A85B-69E5-30C69BE31D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31464" y="2000250"/>
              <a:ext cx="5842" cy="1527888"/>
            </a:xfrm>
            <a:prstGeom prst="line">
              <a:avLst/>
            </a:prstGeom>
            <a:ln w="12700"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AAD6BE62-BB00-3619-6815-7F546E86E6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0158" y="2000250"/>
              <a:ext cx="5842" cy="1516890"/>
            </a:xfrm>
            <a:prstGeom prst="line">
              <a:avLst/>
            </a:prstGeom>
            <a:ln w="12700"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440557BC-9A2C-A7F6-EB35-42E9C6BB5337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2698750" y="2405880"/>
              <a:ext cx="624395" cy="3736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132074CD-77E5-2EB4-0096-3E0A64FCF2DD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2698750" y="2855939"/>
              <a:ext cx="622051" cy="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EB27BCF6-892F-A637-8D4B-85E99DC5F9E4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>
              <a:off x="2697284" y="3324507"/>
              <a:ext cx="625861" cy="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接连接符 87">
              <a:extLst>
                <a:ext uri="{FF2B5EF4-FFF2-40B4-BE49-F238E27FC236}">
                  <a16:creationId xmlns:a16="http://schemas.microsoft.com/office/drawing/2014/main" id="{AF22C463-EDC4-01C1-7A48-6E6AB30AA9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41450" y="2855938"/>
              <a:ext cx="5378450" cy="0"/>
            </a:xfrm>
            <a:prstGeom prst="line">
              <a:avLst/>
            </a:prstGeom>
            <a:ln w="12700">
              <a:prstDash val="lgDash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6F7E609A-6BB2-AA3A-2A1F-433C6BFE5596}"/>
                </a:ext>
              </a:extLst>
            </p:cNvPr>
            <p:cNvCxnSpPr>
              <a:cxnSpLocks/>
              <a:endCxn id="11" idx="3"/>
            </p:cNvCxnSpPr>
            <p:nvPr/>
          </p:nvCxnSpPr>
          <p:spPr>
            <a:xfrm flipH="1">
              <a:off x="4261081" y="2405878"/>
              <a:ext cx="514119" cy="3738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直接箭头连接符 95">
              <a:extLst>
                <a:ext uri="{FF2B5EF4-FFF2-40B4-BE49-F238E27FC236}">
                  <a16:creationId xmlns:a16="http://schemas.microsoft.com/office/drawing/2014/main" id="{7AE0404A-A603-09F4-8A7D-E7BD437F3406}"/>
                </a:ext>
              </a:extLst>
            </p:cNvPr>
            <p:cNvCxnSpPr>
              <a:cxnSpLocks/>
              <a:endCxn id="8" idx="3"/>
            </p:cNvCxnSpPr>
            <p:nvPr/>
          </p:nvCxnSpPr>
          <p:spPr>
            <a:xfrm flipH="1">
              <a:off x="4258737" y="2855938"/>
              <a:ext cx="516463" cy="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直接箭头连接符 97">
              <a:extLst>
                <a:ext uri="{FF2B5EF4-FFF2-40B4-BE49-F238E27FC236}">
                  <a16:creationId xmlns:a16="http://schemas.microsoft.com/office/drawing/2014/main" id="{53741045-7777-1534-1155-57620B2E5625}"/>
                </a:ext>
              </a:extLst>
            </p:cNvPr>
            <p:cNvCxnSpPr>
              <a:cxnSpLocks/>
              <a:endCxn id="17" idx="3"/>
            </p:cNvCxnSpPr>
            <p:nvPr/>
          </p:nvCxnSpPr>
          <p:spPr>
            <a:xfrm flipH="1">
              <a:off x="4273060" y="3324507"/>
              <a:ext cx="516463" cy="1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11C751C8-3C66-42FC-903A-677716F29832}"/>
                    </a:ext>
                  </a:extLst>
                </p:cNvPr>
                <p:cNvSpPr txBox="1"/>
                <p:nvPr/>
              </p:nvSpPr>
              <p:spPr>
                <a:xfrm>
                  <a:off x="2431343" y="2432439"/>
                  <a:ext cx="33111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11C751C8-3C66-42FC-903A-677716F298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1343" y="2432439"/>
                  <a:ext cx="331116" cy="307777"/>
                </a:xfrm>
                <a:prstGeom prst="rect">
                  <a:avLst/>
                </a:prstGeom>
                <a:blipFill>
                  <a:blip r:embed="rId2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9CCF51C5-056F-148B-47B8-C35CCBAA6B10}"/>
                    </a:ext>
                  </a:extLst>
                </p:cNvPr>
                <p:cNvSpPr txBox="1"/>
                <p:nvPr/>
              </p:nvSpPr>
              <p:spPr>
                <a:xfrm>
                  <a:off x="1432637" y="2795808"/>
                  <a:ext cx="40184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9CCF51C5-056F-148B-47B8-C35CCBAA6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2637" y="2795808"/>
                  <a:ext cx="401841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0811DD4C-2C4C-7DFE-9F56-6A39615B8243}"/>
                    </a:ext>
                  </a:extLst>
                </p:cNvPr>
                <p:cNvSpPr txBox="1"/>
                <p:nvPr/>
              </p:nvSpPr>
              <p:spPr>
                <a:xfrm>
                  <a:off x="1663852" y="2795807"/>
                  <a:ext cx="40081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0811DD4C-2C4C-7DFE-9F56-6A39615B8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3852" y="2795807"/>
                  <a:ext cx="400814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436FC607-A70F-74C0-C337-677F5B0A0C50}"/>
                    </a:ext>
                  </a:extLst>
                </p:cNvPr>
                <p:cNvSpPr txBox="1"/>
                <p:nvPr/>
              </p:nvSpPr>
              <p:spPr>
                <a:xfrm>
                  <a:off x="4690304" y="2293810"/>
                  <a:ext cx="977512" cy="5019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𝜕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num>
                          <m:den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𝜕</m:t>
                            </m:r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d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436FC607-A70F-74C0-C337-677F5B0A0C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0304" y="2293810"/>
                  <a:ext cx="977512" cy="501997"/>
                </a:xfrm>
                <a:prstGeom prst="rect">
                  <a:avLst/>
                </a:prstGeom>
                <a:blipFill>
                  <a:blip r:embed="rId5"/>
                  <a:stretch>
                    <a:fillRect b="-12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文本框 108">
                  <a:extLst>
                    <a:ext uri="{FF2B5EF4-FFF2-40B4-BE49-F238E27FC236}">
                      <a16:creationId xmlns:a16="http://schemas.microsoft.com/office/drawing/2014/main" id="{766C7D25-002A-87E4-8B09-739EC08CD057}"/>
                    </a:ext>
                  </a:extLst>
                </p:cNvPr>
                <p:cNvSpPr txBox="1"/>
                <p:nvPr/>
              </p:nvSpPr>
              <p:spPr>
                <a:xfrm>
                  <a:off x="5760574" y="2853409"/>
                  <a:ext cx="40600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9" name="文本框 108">
                  <a:extLst>
                    <a:ext uri="{FF2B5EF4-FFF2-40B4-BE49-F238E27FC236}">
                      <a16:creationId xmlns:a16="http://schemas.microsoft.com/office/drawing/2014/main" id="{766C7D25-002A-87E4-8B09-739EC08CD0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0574" y="2853409"/>
                  <a:ext cx="406009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E383630D-DC54-C187-4796-D5A29A887103}"/>
                    </a:ext>
                  </a:extLst>
                </p:cNvPr>
                <p:cNvSpPr txBox="1"/>
                <p:nvPr/>
              </p:nvSpPr>
              <p:spPr>
                <a:xfrm>
                  <a:off x="6053748" y="2853410"/>
                  <a:ext cx="40498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E383630D-DC54-C187-4796-D5A29A8871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53748" y="2853410"/>
                  <a:ext cx="404983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直接连接符 110">
              <a:extLst>
                <a:ext uri="{FF2B5EF4-FFF2-40B4-BE49-F238E27FC236}">
                  <a16:creationId xmlns:a16="http://schemas.microsoft.com/office/drawing/2014/main" id="{76B13199-8A45-D0D0-B95D-779A1E78A3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43466" y="3536852"/>
              <a:ext cx="0" cy="635727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直接连接符 113">
              <a:extLst>
                <a:ext uri="{FF2B5EF4-FFF2-40B4-BE49-F238E27FC236}">
                  <a16:creationId xmlns:a16="http://schemas.microsoft.com/office/drawing/2014/main" id="{3F66E504-232D-ED86-D004-B5918582B0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0158" y="3530767"/>
              <a:ext cx="0" cy="635727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直接连接符 114">
              <a:extLst>
                <a:ext uri="{FF2B5EF4-FFF2-40B4-BE49-F238E27FC236}">
                  <a16:creationId xmlns:a16="http://schemas.microsoft.com/office/drawing/2014/main" id="{035F35EB-5051-9E5E-422D-56779E70E3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24118" y="3651250"/>
              <a:ext cx="0" cy="19738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直接箭头连接符 118">
              <a:extLst>
                <a:ext uri="{FF2B5EF4-FFF2-40B4-BE49-F238E27FC236}">
                  <a16:creationId xmlns:a16="http://schemas.microsoft.com/office/drawing/2014/main" id="{E4C55B30-8E12-8905-5C2B-BC9684AF3010}"/>
                </a:ext>
              </a:extLst>
            </p:cNvPr>
            <p:cNvCxnSpPr/>
            <p:nvPr/>
          </p:nvCxnSpPr>
          <p:spPr>
            <a:xfrm>
              <a:off x="1743466" y="3749940"/>
              <a:ext cx="1577335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19C61ECA-666A-FCEB-E3B8-D126AB1F52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61805" y="3651250"/>
              <a:ext cx="0" cy="197380"/>
            </a:xfrm>
            <a:prstGeom prst="line">
              <a:avLst/>
            </a:prstGeom>
            <a:ln w="952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直接箭头连接符 120">
              <a:extLst>
                <a:ext uri="{FF2B5EF4-FFF2-40B4-BE49-F238E27FC236}">
                  <a16:creationId xmlns:a16="http://schemas.microsoft.com/office/drawing/2014/main" id="{93FFF1C1-E957-687A-92F7-D1BA99627260}"/>
                </a:ext>
              </a:extLst>
            </p:cNvPr>
            <p:cNvCxnSpPr>
              <a:cxnSpLocks/>
            </p:cNvCxnSpPr>
            <p:nvPr/>
          </p:nvCxnSpPr>
          <p:spPr>
            <a:xfrm>
              <a:off x="3320801" y="3749940"/>
              <a:ext cx="937687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ECBF127B-5619-94FE-9D7B-934FC2E71D05}"/>
                </a:ext>
              </a:extLst>
            </p:cNvPr>
            <p:cNvCxnSpPr>
              <a:cxnSpLocks/>
            </p:cNvCxnSpPr>
            <p:nvPr/>
          </p:nvCxnSpPr>
          <p:spPr>
            <a:xfrm>
              <a:off x="1743466" y="4003940"/>
              <a:ext cx="434669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1C7ED05E-5512-9CEC-968E-190E61EE9F7F}"/>
                    </a:ext>
                  </a:extLst>
                </p:cNvPr>
                <p:cNvSpPr txBox="1"/>
                <p:nvPr/>
              </p:nvSpPr>
              <p:spPr>
                <a:xfrm>
                  <a:off x="1441450" y="4145690"/>
                  <a:ext cx="66499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=0</m:t>
                        </m:r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1C7ED05E-5512-9CEC-968E-190E61EE9F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41450" y="4145690"/>
                  <a:ext cx="664990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文本框 125">
                  <a:extLst>
                    <a:ext uri="{FF2B5EF4-FFF2-40B4-BE49-F238E27FC236}">
                      <a16:creationId xmlns:a16="http://schemas.microsoft.com/office/drawing/2014/main" id="{8EC02F05-B508-CF28-5026-B998F006AFB2}"/>
                    </a:ext>
                  </a:extLst>
                </p:cNvPr>
                <p:cNvSpPr txBox="1"/>
                <p:nvPr/>
              </p:nvSpPr>
              <p:spPr>
                <a:xfrm>
                  <a:off x="5760574" y="4178200"/>
                  <a:ext cx="66543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6" name="文本框 125">
                  <a:extLst>
                    <a:ext uri="{FF2B5EF4-FFF2-40B4-BE49-F238E27FC236}">
                      <a16:creationId xmlns:a16="http://schemas.microsoft.com/office/drawing/2014/main" id="{8EC02F05-B508-CF28-5026-B998F006AF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0574" y="4178200"/>
                  <a:ext cx="665439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EFD02197-06F7-DD6F-D002-BCF98CB8A368}"/>
                    </a:ext>
                  </a:extLst>
                </p:cNvPr>
                <p:cNvSpPr txBox="1"/>
                <p:nvPr/>
              </p:nvSpPr>
              <p:spPr>
                <a:xfrm>
                  <a:off x="4531858" y="3704614"/>
                  <a:ext cx="32938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EFD02197-06F7-DD6F-D002-BCF98CB8A3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1858" y="3704614"/>
                  <a:ext cx="329386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文本框 127">
                  <a:extLst>
                    <a:ext uri="{FF2B5EF4-FFF2-40B4-BE49-F238E27FC236}">
                      <a16:creationId xmlns:a16="http://schemas.microsoft.com/office/drawing/2014/main" id="{2B33F9A7-5D81-E8B7-8E3C-D2DA5563FA3F}"/>
                    </a:ext>
                  </a:extLst>
                </p:cNvPr>
                <p:cNvSpPr txBox="1"/>
                <p:nvPr/>
              </p:nvSpPr>
              <p:spPr>
                <a:xfrm>
                  <a:off x="2400320" y="3485795"/>
                  <a:ext cx="33118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8" name="文本框 127">
                  <a:extLst>
                    <a:ext uri="{FF2B5EF4-FFF2-40B4-BE49-F238E27FC236}">
                      <a16:creationId xmlns:a16="http://schemas.microsoft.com/office/drawing/2014/main" id="{2B33F9A7-5D81-E8B7-8E3C-D2DA5563F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0320" y="3485795"/>
                  <a:ext cx="331181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09B229F4-5D25-F0F0-0D4F-9A5A02EBEEDB}"/>
                    </a:ext>
                  </a:extLst>
                </p:cNvPr>
                <p:cNvSpPr txBox="1"/>
                <p:nvPr/>
              </p:nvSpPr>
              <p:spPr>
                <a:xfrm>
                  <a:off x="3626303" y="3509996"/>
                  <a:ext cx="47064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d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09B229F4-5D25-F0F0-0D4F-9A5A02EBEE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6303" y="3509996"/>
                  <a:ext cx="470642" cy="30777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直接箭头连接符 129">
              <a:extLst>
                <a:ext uri="{FF2B5EF4-FFF2-40B4-BE49-F238E27FC236}">
                  <a16:creationId xmlns:a16="http://schemas.microsoft.com/office/drawing/2014/main" id="{89D7A6F6-434D-F53A-8870-50A29CABBE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7615" y="2091504"/>
              <a:ext cx="724057" cy="0"/>
            </a:xfrm>
            <a:prstGeom prst="straightConnector1">
              <a:avLst/>
            </a:prstGeom>
            <a:ln w="95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本框 132">
                  <a:extLst>
                    <a:ext uri="{FF2B5EF4-FFF2-40B4-BE49-F238E27FC236}">
                      <a16:creationId xmlns:a16="http://schemas.microsoft.com/office/drawing/2014/main" id="{948F8228-E3C8-F06F-A0D0-6BB62ACF1C48}"/>
                    </a:ext>
                  </a:extLst>
                </p:cNvPr>
                <p:cNvSpPr txBox="1"/>
                <p:nvPr/>
              </p:nvSpPr>
              <p:spPr>
                <a:xfrm>
                  <a:off x="3665216" y="1758707"/>
                  <a:ext cx="418961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zh-CN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本框 132">
                  <a:extLst>
                    <a:ext uri="{FF2B5EF4-FFF2-40B4-BE49-F238E27FC236}">
                      <a16:creationId xmlns:a16="http://schemas.microsoft.com/office/drawing/2014/main" id="{948F8228-E3C8-F06F-A0D0-6BB62ACF1C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5216" y="1758707"/>
                  <a:ext cx="418961" cy="325025"/>
                </a:xfrm>
                <a:prstGeom prst="rect">
                  <a:avLst/>
                </a:prstGeom>
                <a:blipFill>
                  <a:blip r:embed="rId13"/>
                  <a:stretch>
                    <a:fillRect b="-37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4" name="日期占位符 133">
            <a:extLst>
              <a:ext uri="{FF2B5EF4-FFF2-40B4-BE49-F238E27FC236}">
                <a16:creationId xmlns:a16="http://schemas.microsoft.com/office/drawing/2014/main" id="{25D45FB1-50D7-E17C-BC46-AF2B84CF1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zh-CN"/>
              <a:t>2025/8/13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035196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C4B62B9A-BCB9-7575-7066-FDB70D8483D4}"/>
              </a:ext>
            </a:extLst>
          </p:cNvPr>
          <p:cNvGrpSpPr/>
          <p:nvPr/>
        </p:nvGrpSpPr>
        <p:grpSpPr>
          <a:xfrm>
            <a:off x="1207896" y="1368012"/>
            <a:ext cx="9200566" cy="4237262"/>
            <a:chOff x="1207896" y="1368012"/>
            <a:chExt cx="9200566" cy="4237262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604257FC-2BDB-A4F3-BD78-4565E59268A7}"/>
                </a:ext>
              </a:extLst>
            </p:cNvPr>
            <p:cNvGrpSpPr/>
            <p:nvPr/>
          </p:nvGrpSpPr>
          <p:grpSpPr>
            <a:xfrm>
              <a:off x="3366178" y="1479214"/>
              <a:ext cx="974429" cy="658766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矩形 4">
                    <a:extLst>
                      <a:ext uri="{FF2B5EF4-FFF2-40B4-BE49-F238E27FC236}">
                        <a16:creationId xmlns:a16="http://schemas.microsoft.com/office/drawing/2014/main" id="{02F413EA-745F-EC34-506D-266FE68295C9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" name="矩形 4">
                    <a:extLst>
                      <a:ext uri="{FF2B5EF4-FFF2-40B4-BE49-F238E27FC236}">
                        <a16:creationId xmlns:a16="http://schemas.microsoft.com/office/drawing/2014/main" id="{02F413EA-745F-EC34-506D-266FE68295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C2ED7D4D-3658-279D-1290-358C2CA2138C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4285C95F-D3D6-2727-3DBA-ADDCC0ED381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09B104DA-43B4-D325-BD89-23507C6ED51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06079865-C85A-3AC4-8492-959517813BC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D5B3F23D-5757-7ED6-D0A4-CB32011AD522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A1EE6825-8D88-011B-982B-E193E231BE0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A5182683-AF1C-7C56-4FFF-46C06705603F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F724D05-E1D0-9373-B859-0A73CCC654C7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7084189A-E184-24FC-4770-4C56A4ACC718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" name="直接箭头连接符 14">
                <a:extLst>
                  <a:ext uri="{FF2B5EF4-FFF2-40B4-BE49-F238E27FC236}">
                    <a16:creationId xmlns:a16="http://schemas.microsoft.com/office/drawing/2014/main" id="{35948860-7F2C-F26F-BAD1-6816F1929366}"/>
                  </a:ext>
                </a:extLst>
              </p:cNvPr>
              <p:cNvCxnSpPr>
                <a:cxnSpLocks/>
                <a:endCxn id="1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EF323DC5-1157-E214-C2E6-50D05FC6E340}"/>
                </a:ext>
              </a:extLst>
            </p:cNvPr>
            <p:cNvGrpSpPr/>
            <p:nvPr/>
          </p:nvGrpSpPr>
          <p:grpSpPr>
            <a:xfrm>
              <a:off x="5144041" y="1620801"/>
              <a:ext cx="434345" cy="383009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矩形 16">
                    <a:extLst>
                      <a:ext uri="{FF2B5EF4-FFF2-40B4-BE49-F238E27FC236}">
                        <a16:creationId xmlns:a16="http://schemas.microsoft.com/office/drawing/2014/main" id="{5FC8D998-695D-D366-DAE8-4A448FC5EB68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𝑎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" name="矩形 16">
                    <a:extLst>
                      <a:ext uri="{FF2B5EF4-FFF2-40B4-BE49-F238E27FC236}">
                        <a16:creationId xmlns:a16="http://schemas.microsoft.com/office/drawing/2014/main" id="{5FC8D998-695D-D366-DAE8-4A448FC5EB6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6076968-D351-55D9-CB21-A55B9FC53A7D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31F0F9A1-3885-439B-6551-91DF7DEE7D74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5DFC4067-CBBC-A229-FD47-5F5B5025746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1D157CB3-A8D7-A225-E80A-0E1059B6600B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5F076C71-D81B-E261-A2AD-E27376CFE14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2E1891C2-E1F0-8533-B6E0-069569CF97A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FCD2770F-200A-1CCC-CE64-BCA7B59207FC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9C2F0533-3A35-DDF3-A84F-D6AB1F51D258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DBC40511-74B7-9ADF-A74A-5C10605B06E2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120690DD-A8CF-FA79-BE7C-F286C74DD86F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53C7CF03-6B7A-12A2-0A1F-E9BF43C0D07B}"/>
                </a:ext>
              </a:extLst>
            </p:cNvPr>
            <p:cNvGrpSpPr/>
            <p:nvPr/>
          </p:nvGrpSpPr>
          <p:grpSpPr>
            <a:xfrm>
              <a:off x="3112314" y="3105000"/>
              <a:ext cx="1678358" cy="648000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矩形 28">
                    <a:extLst>
                      <a:ext uri="{FF2B5EF4-FFF2-40B4-BE49-F238E27FC236}">
                        <a16:creationId xmlns:a16="http://schemas.microsoft.com/office/drawing/2014/main" id="{BA72BA80-0E89-45B4-522C-EEDC3DB585F3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9" name="矩形 28">
                    <a:extLst>
                      <a:ext uri="{FF2B5EF4-FFF2-40B4-BE49-F238E27FC236}">
                        <a16:creationId xmlns:a16="http://schemas.microsoft.com/office/drawing/2014/main" id="{BA72BA80-0E89-45B4-522C-EEDC3DB585F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133FBA52-0180-56F8-5F8F-1D60947AC82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BAF949B2-6766-6E40-AC8C-AF7240FDBDBA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F7FEA5BE-31A3-5C50-55E8-A6E11FFEC66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C7767C41-EC5A-C2CB-CEDF-61A2410AF44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FC4EB8B1-5EC7-1C07-E6E5-78B14EE0004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386BAF7A-F3A7-7937-BB58-BE88F2BF3D21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E31E3820-3E61-B1D0-77C0-932F415FBBC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29E0AB03-9E7D-D989-24B3-AFB561854A7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D76FE1FF-49A1-0263-4D52-53F49A82C69B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" name="直接箭头连接符 38">
                <a:extLst>
                  <a:ext uri="{FF2B5EF4-FFF2-40B4-BE49-F238E27FC236}">
                    <a16:creationId xmlns:a16="http://schemas.microsoft.com/office/drawing/2014/main" id="{21D4E581-7337-AEF8-46BE-617F39B7CEA2}"/>
                  </a:ext>
                </a:extLst>
              </p:cNvPr>
              <p:cNvCxnSpPr>
                <a:cxnSpLocks/>
                <a:endCxn id="3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BACC3C72-AF78-67C2-E909-51331198622A}"/>
                </a:ext>
              </a:extLst>
            </p:cNvPr>
            <p:cNvGrpSpPr/>
            <p:nvPr/>
          </p:nvGrpSpPr>
          <p:grpSpPr>
            <a:xfrm>
              <a:off x="6399561" y="1620801"/>
              <a:ext cx="434345" cy="383009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6BB91814-177B-6D50-25A5-2C6BACD43291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𝑒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6BB91814-177B-6D50-25A5-2C6BACD4329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9A1826F2-D7EA-F668-D2D4-F8818820099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33E7F268-2B47-E9F7-BC66-0EA3D6D93EDF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F3A862F5-7FCF-FCF0-2F2F-0CA440D3C1FB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AB2B1533-1F8B-1D51-4DBE-9AFFEF81CAAC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A987B6E5-CEC3-1924-C64A-DFF77EA60DB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90492506-1780-8EB5-7C31-0AD74B202E88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E32CEC66-D830-EEF6-1D3F-9C6DB570EB79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C78096B0-D45C-3F74-AFD8-1632926982E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A56EAA75-5A05-7FB6-D23E-616500ED3EB5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1" name="直接箭头连接符 50">
                <a:extLst>
                  <a:ext uri="{FF2B5EF4-FFF2-40B4-BE49-F238E27FC236}">
                    <a16:creationId xmlns:a16="http://schemas.microsoft.com/office/drawing/2014/main" id="{4DAD88A8-C4B2-79F0-601E-AC2E9071CBA4}"/>
                  </a:ext>
                </a:extLst>
              </p:cNvPr>
              <p:cNvCxnSpPr>
                <a:cxnSpLocks/>
                <a:endCxn id="4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A750F1C5-D631-B888-8563-1DB964D90AA4}"/>
                </a:ext>
              </a:extLst>
            </p:cNvPr>
            <p:cNvGrpSpPr/>
            <p:nvPr/>
          </p:nvGrpSpPr>
          <p:grpSpPr>
            <a:xfrm>
              <a:off x="7751986" y="1617538"/>
              <a:ext cx="434345" cy="383009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A38D40B1-7C99-9DAC-6175-BEE4C1DFF449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𝑐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A38D40B1-7C99-9DAC-6175-BEE4C1DFF44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43C459A0-398D-5A3F-CBDB-9A5F862371D6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EA694F9B-01D4-5E59-755E-01382ACC0613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6AD51E40-B963-6361-C190-40400B5D021C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70AC0403-9D54-FE80-2E91-F74AB8D86743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27D689D2-8AFA-E27A-650C-38E425873ED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ED921B19-EDA1-C531-118C-419DBA5D9E7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487F9541-2D99-A376-BB6A-D606237107C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2EDEAE41-FC1C-53AA-8F4F-808C4BB9CD2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A888C546-B42D-5135-6630-E38568C71E65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3" name="直接箭头连接符 62">
                <a:extLst>
                  <a:ext uri="{FF2B5EF4-FFF2-40B4-BE49-F238E27FC236}">
                    <a16:creationId xmlns:a16="http://schemas.microsoft.com/office/drawing/2014/main" id="{4F3D2097-677F-B845-2A03-D6AC954E7B8E}"/>
                  </a:ext>
                </a:extLst>
              </p:cNvPr>
              <p:cNvCxnSpPr>
                <a:cxnSpLocks/>
                <a:endCxn id="6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6C40B598-CCC9-0871-EAFB-E1681FF1769B}"/>
                </a:ext>
              </a:extLst>
            </p:cNvPr>
            <p:cNvGrpSpPr/>
            <p:nvPr/>
          </p:nvGrpSpPr>
          <p:grpSpPr>
            <a:xfrm>
              <a:off x="5441697" y="3237495"/>
              <a:ext cx="434345" cy="383009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DDBB62B7-8452-2CB9-0FA3-6CF08EF196C9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𝑞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DDBB62B7-8452-2CB9-0FA3-6CF08EF196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1C2C883-F046-0309-BC51-AFAB894B7784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C8FF25F0-E2A7-3DD6-D066-948D8A6C66C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30D8CABB-E7DB-53D9-ED60-676489D5AB6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96F5C56C-FC67-890E-4792-F6A3F271C0B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D8D8685C-4462-A09B-9207-5E20573A0FC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415DC240-B17B-1AB4-E720-9058A225D8F7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43C7A80B-2BAC-3CB1-2328-AEC4674B290F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216AD3B6-23D1-7C49-58A0-FD1AE326734D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91B9342D-BA85-2B20-AD6D-FEC8CD22E17B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5" name="直接箭头连接符 74">
                <a:extLst>
                  <a:ext uri="{FF2B5EF4-FFF2-40B4-BE49-F238E27FC236}">
                    <a16:creationId xmlns:a16="http://schemas.microsoft.com/office/drawing/2014/main" id="{98017910-D2AC-5EDD-EE34-9EB88025D6AF}"/>
                  </a:ext>
                </a:extLst>
              </p:cNvPr>
              <p:cNvCxnSpPr>
                <a:cxnSpLocks/>
                <a:endCxn id="7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344ADA09-B882-00A2-8674-D53E67D21F54}"/>
                </a:ext>
              </a:extLst>
            </p:cNvPr>
            <p:cNvGrpSpPr/>
            <p:nvPr/>
          </p:nvGrpSpPr>
          <p:grpSpPr>
            <a:xfrm>
              <a:off x="6955887" y="3069713"/>
              <a:ext cx="938175" cy="718574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矩形 76">
                    <a:extLst>
                      <a:ext uri="{FF2B5EF4-FFF2-40B4-BE49-F238E27FC236}">
                        <a16:creationId xmlns:a16="http://schemas.microsoft.com/office/drawing/2014/main" id="{C9695B56-3DE0-EBF9-F94A-DB156B281DDE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𝑉</m:t>
                                  </m:r>
                                </m:num>
                                <m:den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𝐸</m:t>
                                  </m:r>
                                </m:den>
                              </m:f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7" name="矩形 76">
                    <a:extLst>
                      <a:ext uri="{FF2B5EF4-FFF2-40B4-BE49-F238E27FC236}">
                        <a16:creationId xmlns:a16="http://schemas.microsoft.com/office/drawing/2014/main" id="{C9695B56-3DE0-EBF9-F94A-DB156B281DD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D9569645-7D5D-0B27-7275-D85E8EA82857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569CFE68-804F-3276-5CF0-42B3F1B941F1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C01FDD4F-D919-AE2D-C70E-C530A0D221AF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5D2F8FB8-FD90-A346-2507-51F319BA2D7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6778759F-C078-D886-71E0-5C0990425F9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087A286C-9138-5420-E9E8-608E10B17476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DFADBECB-F253-6D0C-1724-5B2AB00E931D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0FC53E96-534B-2202-579A-E659A5E36C3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D4278F50-F087-4496-241D-E69FECC57F16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7" name="直接箭头连接符 86">
                <a:extLst>
                  <a:ext uri="{FF2B5EF4-FFF2-40B4-BE49-F238E27FC236}">
                    <a16:creationId xmlns:a16="http://schemas.microsoft.com/office/drawing/2014/main" id="{33D0A4D6-0096-9ADB-F51A-62C567F6B353}"/>
                  </a:ext>
                </a:extLst>
              </p:cNvPr>
              <p:cNvCxnSpPr>
                <a:cxnSpLocks/>
                <a:endCxn id="8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组合 87">
              <a:extLst>
                <a:ext uri="{FF2B5EF4-FFF2-40B4-BE49-F238E27FC236}">
                  <a16:creationId xmlns:a16="http://schemas.microsoft.com/office/drawing/2014/main" id="{49AC22B8-9FB1-D293-50B2-D97CC9365864}"/>
                </a:ext>
              </a:extLst>
            </p:cNvPr>
            <p:cNvGrpSpPr/>
            <p:nvPr/>
          </p:nvGrpSpPr>
          <p:grpSpPr>
            <a:xfrm>
              <a:off x="6368960" y="4260900"/>
              <a:ext cx="461575" cy="7620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9" name="矩形 88">
                    <a:extLst>
                      <a:ext uri="{FF2B5EF4-FFF2-40B4-BE49-F238E27FC236}">
                        <a16:creationId xmlns:a16="http://schemas.microsoft.com/office/drawing/2014/main" id="{FA34E9BB-417B-7A2D-4781-FA64FD3032C2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9" name="矩形 88">
                    <a:extLst>
                      <a:ext uri="{FF2B5EF4-FFF2-40B4-BE49-F238E27FC236}">
                        <a16:creationId xmlns:a16="http://schemas.microsoft.com/office/drawing/2014/main" id="{FA34E9BB-417B-7A2D-4781-FA64FD3032C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608D32E4-4115-76AE-E93D-1ED74522E1A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26D579AD-370E-0CE6-FB54-C2586618FDB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F6A91712-2D45-024A-C8F2-064C606665D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7A7F7C82-3097-D655-A140-42F97A13CD1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BD02F294-2F6F-0457-3B0B-A665512CAB85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D0FD045A-55B8-001B-8C3E-F4D6B391ED8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068CC575-54E4-5454-E2FF-062067E8B748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18CBB72B-EA5A-D311-D78D-FA435A4D1FC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036752D-EFBA-910D-822C-2D59F82B415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9" name="直接箭头连接符 98">
                <a:extLst>
                  <a:ext uri="{FF2B5EF4-FFF2-40B4-BE49-F238E27FC236}">
                    <a16:creationId xmlns:a16="http://schemas.microsoft.com/office/drawing/2014/main" id="{DC7BE8DF-36BF-C829-2839-9BF196FF1BA6}"/>
                  </a:ext>
                </a:extLst>
              </p:cNvPr>
              <p:cNvCxnSpPr>
                <a:cxnSpLocks/>
                <a:endCxn id="9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0" name="组合 99">
              <a:extLst>
                <a:ext uri="{FF2B5EF4-FFF2-40B4-BE49-F238E27FC236}">
                  <a16:creationId xmlns:a16="http://schemas.microsoft.com/office/drawing/2014/main" id="{CC9794C1-6C25-DDAA-F903-B5104CDF5F50}"/>
                </a:ext>
              </a:extLst>
            </p:cNvPr>
            <p:cNvGrpSpPr/>
            <p:nvPr/>
          </p:nvGrpSpPr>
          <p:grpSpPr>
            <a:xfrm>
              <a:off x="7232601" y="4322062"/>
              <a:ext cx="1678358" cy="648000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矩形 100">
                    <a:extLst>
                      <a:ext uri="{FF2B5EF4-FFF2-40B4-BE49-F238E27FC236}">
                        <a16:creationId xmlns:a16="http://schemas.microsoft.com/office/drawing/2014/main" id="{F72700B9-59AA-EAA2-5A3A-48F3C18A4F8E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𝑠</m:t>
                          </m:r>
                          <m:r>
                            <a:rPr lang="en-US" altLang="zh-CN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sub>
                          </m:sSub>
                          <m:r>
                            <a:rPr lang="en-US" altLang="zh-CN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1" name="矩形 100">
                    <a:extLst>
                      <a:ext uri="{FF2B5EF4-FFF2-40B4-BE49-F238E27FC236}">
                        <a16:creationId xmlns:a16="http://schemas.microsoft.com/office/drawing/2014/main" id="{F72700B9-59AA-EAA2-5A3A-48F3C18A4F8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E51EA2F3-4637-05FF-05F3-E61468C3CE1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037856CF-E05C-BCB7-A73A-9B10B66E715A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7D7233DC-BCA2-90D4-0268-471A5BE312F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20FC1184-F061-D442-03BC-1AB1045CC39B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969B8044-2FB6-7154-2FF7-9A09009C9F42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A3228C0A-2798-2262-BB0E-A2448C89A483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1343781-FAC3-98E6-EFF4-279FAB2224F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214F0DFB-49D4-B85F-1160-E718BB3FF2B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C1C4095D-2A2E-6738-1D80-3F40228E6DE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1" name="直接箭头连接符 110">
                <a:extLst>
                  <a:ext uri="{FF2B5EF4-FFF2-40B4-BE49-F238E27FC236}">
                    <a16:creationId xmlns:a16="http://schemas.microsoft.com/office/drawing/2014/main" id="{A9FBACFD-E363-48ED-AE88-3AEB0AF229BB}"/>
                  </a:ext>
                </a:extLst>
              </p:cNvPr>
              <p:cNvCxnSpPr>
                <a:cxnSpLocks/>
                <a:endCxn id="10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2" name="流程图: 汇总连接 111">
              <a:extLst>
                <a:ext uri="{FF2B5EF4-FFF2-40B4-BE49-F238E27FC236}">
                  <a16:creationId xmlns:a16="http://schemas.microsoft.com/office/drawing/2014/main" id="{43AB5891-A96C-A98F-3952-F53C4D5D1A26}"/>
                </a:ext>
              </a:extLst>
            </p:cNvPr>
            <p:cNvSpPr/>
            <p:nvPr/>
          </p:nvSpPr>
          <p:spPr>
            <a:xfrm>
              <a:off x="2261633" y="1666090"/>
              <a:ext cx="273380" cy="285013"/>
            </a:xfrm>
            <a:prstGeom prst="flowChartSummingJuncti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文本框 112">
                  <a:extLst>
                    <a:ext uri="{FF2B5EF4-FFF2-40B4-BE49-F238E27FC236}">
                      <a16:creationId xmlns:a16="http://schemas.microsoft.com/office/drawing/2014/main" id="{F107F677-BC8D-6BB3-9C77-B4D49392585D}"/>
                    </a:ext>
                  </a:extLst>
                </p:cNvPr>
                <p:cNvSpPr txBox="1"/>
                <p:nvPr/>
              </p:nvSpPr>
              <p:spPr>
                <a:xfrm>
                  <a:off x="1976171" y="1876719"/>
                  <a:ext cx="316594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13" name="文本框 112">
                  <a:extLst>
                    <a:ext uri="{FF2B5EF4-FFF2-40B4-BE49-F238E27FC236}">
                      <a16:creationId xmlns:a16="http://schemas.microsoft.com/office/drawing/2014/main" id="{F107F677-BC8D-6BB3-9C77-B4D4939258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6171" y="1876719"/>
                  <a:ext cx="3165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CBD203DE-C20B-90DA-094C-302D6C8B2F1E}"/>
                    </a:ext>
                  </a:extLst>
                </p:cNvPr>
                <p:cNvSpPr txBox="1"/>
                <p:nvPr/>
              </p:nvSpPr>
              <p:spPr>
                <a:xfrm>
                  <a:off x="1997778" y="1436135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CBD203DE-C20B-90DA-094C-302D6C8B2F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7778" y="1436135"/>
                  <a:ext cx="273380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1111" r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6" name="直接箭头连接符 115">
              <a:extLst>
                <a:ext uri="{FF2B5EF4-FFF2-40B4-BE49-F238E27FC236}">
                  <a16:creationId xmlns:a16="http://schemas.microsoft.com/office/drawing/2014/main" id="{3ECB8536-FF05-39A8-5DCB-AC64C7FACE82}"/>
                </a:ext>
              </a:extLst>
            </p:cNvPr>
            <p:cNvCxnSpPr>
              <a:cxnSpLocks/>
              <a:endCxn id="112" idx="2"/>
            </p:cNvCxnSpPr>
            <p:nvPr/>
          </p:nvCxnSpPr>
          <p:spPr>
            <a:xfrm>
              <a:off x="1207896" y="1808596"/>
              <a:ext cx="1053737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直接箭头连接符 117">
              <a:extLst>
                <a:ext uri="{FF2B5EF4-FFF2-40B4-BE49-F238E27FC236}">
                  <a16:creationId xmlns:a16="http://schemas.microsoft.com/office/drawing/2014/main" id="{13E05DFA-7573-F2D7-982B-8BE479D37D3F}"/>
                </a:ext>
              </a:extLst>
            </p:cNvPr>
            <p:cNvCxnSpPr>
              <a:cxnSpLocks/>
              <a:stCxn id="112" idx="6"/>
              <a:endCxn id="9" idx="1"/>
            </p:cNvCxnSpPr>
            <p:nvPr/>
          </p:nvCxnSpPr>
          <p:spPr>
            <a:xfrm>
              <a:off x="2535013" y="1808597"/>
              <a:ext cx="833594" cy="357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直接箭头连接符 120">
              <a:extLst>
                <a:ext uri="{FF2B5EF4-FFF2-40B4-BE49-F238E27FC236}">
                  <a16:creationId xmlns:a16="http://schemas.microsoft.com/office/drawing/2014/main" id="{01B13CF2-648D-45C0-71E8-5F420C367DEF}"/>
                </a:ext>
              </a:extLst>
            </p:cNvPr>
            <p:cNvCxnSpPr>
              <a:cxnSpLocks/>
              <a:stCxn id="11" idx="3"/>
              <a:endCxn id="17" idx="1"/>
            </p:cNvCxnSpPr>
            <p:nvPr/>
          </p:nvCxnSpPr>
          <p:spPr>
            <a:xfrm flipV="1">
              <a:off x="4340607" y="1809176"/>
              <a:ext cx="803434" cy="299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C3FF4241-0F44-2DB1-C3ED-F8D22CAF88AB}"/>
                </a:ext>
              </a:extLst>
            </p:cNvPr>
            <p:cNvCxnSpPr>
              <a:cxnSpLocks/>
              <a:stCxn id="17" idx="3"/>
              <a:endCxn id="41" idx="1"/>
            </p:cNvCxnSpPr>
            <p:nvPr/>
          </p:nvCxnSpPr>
          <p:spPr>
            <a:xfrm>
              <a:off x="5577303" y="1809176"/>
              <a:ext cx="82225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7" name="直接箭头连接符 126">
              <a:extLst>
                <a:ext uri="{FF2B5EF4-FFF2-40B4-BE49-F238E27FC236}">
                  <a16:creationId xmlns:a16="http://schemas.microsoft.com/office/drawing/2014/main" id="{ADCF8108-BFF5-AE6E-3F27-BE7721A2A64D}"/>
                </a:ext>
              </a:extLst>
            </p:cNvPr>
            <p:cNvCxnSpPr>
              <a:cxnSpLocks/>
              <a:stCxn id="41" idx="3"/>
              <a:endCxn id="57" idx="1"/>
            </p:cNvCxnSpPr>
            <p:nvPr/>
          </p:nvCxnSpPr>
          <p:spPr>
            <a:xfrm>
              <a:off x="6832823" y="1809176"/>
              <a:ext cx="920246" cy="194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直接箭头连接符 129">
              <a:extLst>
                <a:ext uri="{FF2B5EF4-FFF2-40B4-BE49-F238E27FC236}">
                  <a16:creationId xmlns:a16="http://schemas.microsoft.com/office/drawing/2014/main" id="{E608B453-D954-4573-6371-CD44DDB50D02}"/>
                </a:ext>
              </a:extLst>
            </p:cNvPr>
            <p:cNvCxnSpPr>
              <a:cxnSpLocks/>
              <a:stCxn id="59" idx="3"/>
              <a:endCxn id="33" idx="1"/>
            </p:cNvCxnSpPr>
            <p:nvPr/>
          </p:nvCxnSpPr>
          <p:spPr>
            <a:xfrm flipH="1">
              <a:off x="3116498" y="1811121"/>
              <a:ext cx="5069833" cy="1621396"/>
            </a:xfrm>
            <a:prstGeom prst="bentConnector5">
              <a:avLst>
                <a:gd name="adj1" fmla="val -4509"/>
                <a:gd name="adj2" fmla="val 48660"/>
                <a:gd name="adj3" fmla="val 104509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3" name="直接箭头连接符 132">
              <a:extLst>
                <a:ext uri="{FF2B5EF4-FFF2-40B4-BE49-F238E27FC236}">
                  <a16:creationId xmlns:a16="http://schemas.microsoft.com/office/drawing/2014/main" id="{F86AC5C3-DEC6-E147-C103-B83127B88E47}"/>
                </a:ext>
              </a:extLst>
            </p:cNvPr>
            <p:cNvCxnSpPr>
              <a:cxnSpLocks/>
              <a:stCxn id="29" idx="3"/>
              <a:endCxn id="65" idx="1"/>
            </p:cNvCxnSpPr>
            <p:nvPr/>
          </p:nvCxnSpPr>
          <p:spPr>
            <a:xfrm>
              <a:off x="4786488" y="3423705"/>
              <a:ext cx="655209" cy="216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直接箭头连接符 135">
              <a:extLst>
                <a:ext uri="{FF2B5EF4-FFF2-40B4-BE49-F238E27FC236}">
                  <a16:creationId xmlns:a16="http://schemas.microsoft.com/office/drawing/2014/main" id="{EDF11AAF-12B0-2A6C-5114-8EF9B43592DD}"/>
                </a:ext>
              </a:extLst>
            </p:cNvPr>
            <p:cNvCxnSpPr>
              <a:cxnSpLocks/>
              <a:stCxn id="71" idx="3"/>
              <a:endCxn id="81" idx="1"/>
            </p:cNvCxnSpPr>
            <p:nvPr/>
          </p:nvCxnSpPr>
          <p:spPr>
            <a:xfrm>
              <a:off x="5876042" y="3431078"/>
              <a:ext cx="1082184" cy="182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直接箭头连接符 129">
              <a:extLst>
                <a:ext uri="{FF2B5EF4-FFF2-40B4-BE49-F238E27FC236}">
                  <a16:creationId xmlns:a16="http://schemas.microsoft.com/office/drawing/2014/main" id="{595178EA-7012-81FB-8CE6-89641D3B9D5D}"/>
                </a:ext>
              </a:extLst>
            </p:cNvPr>
            <p:cNvCxnSpPr>
              <a:cxnSpLocks/>
              <a:stCxn id="71" idx="3"/>
              <a:endCxn id="93" idx="1"/>
            </p:cNvCxnSpPr>
            <p:nvPr/>
          </p:nvCxnSpPr>
          <p:spPr>
            <a:xfrm>
              <a:off x="5876042" y="3431078"/>
              <a:ext cx="494069" cy="1214984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2" name="直接箭头连接符 141">
              <a:extLst>
                <a:ext uri="{FF2B5EF4-FFF2-40B4-BE49-F238E27FC236}">
                  <a16:creationId xmlns:a16="http://schemas.microsoft.com/office/drawing/2014/main" id="{F6659B1D-7155-72C1-B094-6FA65295B211}"/>
                </a:ext>
              </a:extLst>
            </p:cNvPr>
            <p:cNvCxnSpPr>
              <a:cxnSpLocks/>
              <a:stCxn id="95" idx="3"/>
              <a:endCxn id="105" idx="1"/>
            </p:cNvCxnSpPr>
            <p:nvPr/>
          </p:nvCxnSpPr>
          <p:spPr>
            <a:xfrm>
              <a:off x="6830535" y="4646062"/>
              <a:ext cx="406250" cy="351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6" name="流程图: 汇总连接 145">
              <a:extLst>
                <a:ext uri="{FF2B5EF4-FFF2-40B4-BE49-F238E27FC236}">
                  <a16:creationId xmlns:a16="http://schemas.microsoft.com/office/drawing/2014/main" id="{FBBF9001-07DE-B72F-66E9-88E313594E11}"/>
                </a:ext>
              </a:extLst>
            </p:cNvPr>
            <p:cNvSpPr/>
            <p:nvPr/>
          </p:nvSpPr>
          <p:spPr>
            <a:xfrm>
              <a:off x="9254875" y="3276118"/>
              <a:ext cx="273380" cy="285013"/>
            </a:xfrm>
            <a:prstGeom prst="flowChartSummingJuncti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文本框 146">
                  <a:extLst>
                    <a:ext uri="{FF2B5EF4-FFF2-40B4-BE49-F238E27FC236}">
                      <a16:creationId xmlns:a16="http://schemas.microsoft.com/office/drawing/2014/main" id="{0FCE96C7-AF4A-457D-196C-BE3196DAEECC}"/>
                    </a:ext>
                  </a:extLst>
                </p:cNvPr>
                <p:cNvSpPr txBox="1"/>
                <p:nvPr/>
              </p:nvSpPr>
              <p:spPr>
                <a:xfrm>
                  <a:off x="9014572" y="3049292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47" name="文本框 146">
                  <a:extLst>
                    <a:ext uri="{FF2B5EF4-FFF2-40B4-BE49-F238E27FC236}">
                      <a16:creationId xmlns:a16="http://schemas.microsoft.com/office/drawing/2014/main" id="{0FCE96C7-AF4A-457D-196C-BE3196DAEE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14572" y="3049292"/>
                  <a:ext cx="273380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1111" r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文本框 147">
                  <a:extLst>
                    <a:ext uri="{FF2B5EF4-FFF2-40B4-BE49-F238E27FC236}">
                      <a16:creationId xmlns:a16="http://schemas.microsoft.com/office/drawing/2014/main" id="{66BF92DF-AF14-B4D5-7701-463194D73715}"/>
                    </a:ext>
                  </a:extLst>
                </p:cNvPr>
                <p:cNvSpPr txBox="1"/>
                <p:nvPr/>
              </p:nvSpPr>
              <p:spPr>
                <a:xfrm>
                  <a:off x="9014572" y="3504697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48" name="文本框 147">
                  <a:extLst>
                    <a:ext uri="{FF2B5EF4-FFF2-40B4-BE49-F238E27FC236}">
                      <a16:creationId xmlns:a16="http://schemas.microsoft.com/office/drawing/2014/main" id="{66BF92DF-AF14-B4D5-7701-463194D737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14572" y="3504697"/>
                  <a:ext cx="273380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11111" r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9" name="直接箭头连接符 148">
              <a:extLst>
                <a:ext uri="{FF2B5EF4-FFF2-40B4-BE49-F238E27FC236}">
                  <a16:creationId xmlns:a16="http://schemas.microsoft.com/office/drawing/2014/main" id="{826D8CD3-0D6C-B82A-5C6C-12BAD78F5CF5}"/>
                </a:ext>
              </a:extLst>
            </p:cNvPr>
            <p:cNvCxnSpPr>
              <a:cxnSpLocks/>
              <a:stCxn id="83" idx="3"/>
              <a:endCxn id="146" idx="2"/>
            </p:cNvCxnSpPr>
            <p:nvPr/>
          </p:nvCxnSpPr>
          <p:spPr>
            <a:xfrm flipV="1">
              <a:off x="7894062" y="3418625"/>
              <a:ext cx="1360813" cy="1427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直接箭头连接符 129">
              <a:extLst>
                <a:ext uri="{FF2B5EF4-FFF2-40B4-BE49-F238E27FC236}">
                  <a16:creationId xmlns:a16="http://schemas.microsoft.com/office/drawing/2014/main" id="{290C3DB5-D623-D639-4C98-F68A406A9ACE}"/>
                </a:ext>
              </a:extLst>
            </p:cNvPr>
            <p:cNvCxnSpPr>
              <a:cxnSpLocks/>
              <a:stCxn id="107" idx="3"/>
              <a:endCxn id="146" idx="4"/>
            </p:cNvCxnSpPr>
            <p:nvPr/>
          </p:nvCxnSpPr>
          <p:spPr>
            <a:xfrm flipV="1">
              <a:off x="8910959" y="3561131"/>
              <a:ext cx="480606" cy="1088448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直接箭头连接符 155">
              <a:extLst>
                <a:ext uri="{FF2B5EF4-FFF2-40B4-BE49-F238E27FC236}">
                  <a16:creationId xmlns:a16="http://schemas.microsoft.com/office/drawing/2014/main" id="{5BCE41AF-8F53-CAC5-2EBA-284161DAA26A}"/>
                </a:ext>
              </a:extLst>
            </p:cNvPr>
            <p:cNvCxnSpPr>
              <a:cxnSpLocks/>
              <a:stCxn id="146" idx="6"/>
            </p:cNvCxnSpPr>
            <p:nvPr/>
          </p:nvCxnSpPr>
          <p:spPr>
            <a:xfrm flipV="1">
              <a:off x="9528255" y="3411487"/>
              <a:ext cx="880207" cy="713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直接箭头连接符 129">
              <a:extLst>
                <a:ext uri="{FF2B5EF4-FFF2-40B4-BE49-F238E27FC236}">
                  <a16:creationId xmlns:a16="http://schemas.microsoft.com/office/drawing/2014/main" id="{FFCBCB8B-214D-9679-0F43-51DA40F2AD48}"/>
                </a:ext>
              </a:extLst>
            </p:cNvPr>
            <p:cNvCxnSpPr>
              <a:cxnSpLocks/>
              <a:stCxn id="146" idx="6"/>
              <a:endCxn id="173" idx="3"/>
            </p:cNvCxnSpPr>
            <p:nvPr/>
          </p:nvCxnSpPr>
          <p:spPr>
            <a:xfrm flipH="1">
              <a:off x="5876042" y="3418625"/>
              <a:ext cx="3652213" cy="1997223"/>
            </a:xfrm>
            <a:prstGeom prst="bentConnector3">
              <a:avLst>
                <a:gd name="adj1" fmla="val -6259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36EA31D8-CDD2-9592-7194-8747B7B7462E}"/>
                </a:ext>
              </a:extLst>
            </p:cNvPr>
            <p:cNvGrpSpPr/>
            <p:nvPr/>
          </p:nvGrpSpPr>
          <p:grpSpPr>
            <a:xfrm>
              <a:off x="5441697" y="5222265"/>
              <a:ext cx="434345" cy="383009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7" name="矩形 166">
                    <a:extLst>
                      <a:ext uri="{FF2B5EF4-FFF2-40B4-BE49-F238E27FC236}">
                        <a16:creationId xmlns:a16="http://schemas.microsoft.com/office/drawing/2014/main" id="{613CDA8B-F198-76A9-9A3C-4F2D0319E1FA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7" name="矩形 166">
                    <a:extLst>
                      <a:ext uri="{FF2B5EF4-FFF2-40B4-BE49-F238E27FC236}">
                        <a16:creationId xmlns:a16="http://schemas.microsoft.com/office/drawing/2014/main" id="{613CDA8B-F198-76A9-9A3C-4F2D0319E1F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FB1430E9-AB72-7881-4C92-B10184B584D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CF340FD3-ED75-4DBB-C754-10A1BF50098E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E4923817-6EC2-DA50-BCCD-78D22AE1EE4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8C569847-B0D7-232D-8A45-6B43F59460DB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D0A61E0E-BF83-C92D-812C-761B80D1F8E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903FD643-C9BC-2A85-939F-688F51424CA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85BC404D-17AE-6D2B-3E79-90799969745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56008329-FB14-1E6F-4F5F-FBC3431AE8D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" name="矩形 175">
                <a:extLst>
                  <a:ext uri="{FF2B5EF4-FFF2-40B4-BE49-F238E27FC236}">
                    <a16:creationId xmlns:a16="http://schemas.microsoft.com/office/drawing/2014/main" id="{95F9669E-2544-A962-1FFB-378A5033AFCE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7" name="直接箭头连接符 176">
                <a:extLst>
                  <a:ext uri="{FF2B5EF4-FFF2-40B4-BE49-F238E27FC236}">
                    <a16:creationId xmlns:a16="http://schemas.microsoft.com/office/drawing/2014/main" id="{EBC7620F-192C-70EB-D4B4-EFC09D9DE6F3}"/>
                  </a:ext>
                </a:extLst>
              </p:cNvPr>
              <p:cNvCxnSpPr>
                <a:cxnSpLocks/>
                <a:endCxn id="17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1" name="直接箭头连接符 129">
              <a:extLst>
                <a:ext uri="{FF2B5EF4-FFF2-40B4-BE49-F238E27FC236}">
                  <a16:creationId xmlns:a16="http://schemas.microsoft.com/office/drawing/2014/main" id="{65472667-1830-3A65-195A-7DD3EB3A8E39}"/>
                </a:ext>
              </a:extLst>
            </p:cNvPr>
            <p:cNvCxnSpPr>
              <a:cxnSpLocks/>
              <a:stCxn id="167" idx="1"/>
              <a:endCxn id="112" idx="4"/>
            </p:cNvCxnSpPr>
            <p:nvPr/>
          </p:nvCxnSpPr>
          <p:spPr>
            <a:xfrm rot="10800000">
              <a:off x="2398323" y="1951104"/>
              <a:ext cx="3043374" cy="3459537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93569ED4-6357-F3EC-93D5-36F2104BF6D7}"/>
                    </a:ext>
                  </a:extLst>
                </p:cNvPr>
                <p:cNvSpPr txBox="1"/>
                <p:nvPr/>
              </p:nvSpPr>
              <p:spPr>
                <a:xfrm>
                  <a:off x="1471749" y="136801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93569ED4-6357-F3EC-93D5-36F2104BF6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1749" y="1368012"/>
                  <a:ext cx="416797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18841" r="-37681" b="-1311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914FADD8-C8F0-0E0B-56EF-2D3581138E7F}"/>
                    </a:ext>
                  </a:extLst>
                </p:cNvPr>
                <p:cNvSpPr txBox="1"/>
                <p:nvPr/>
              </p:nvSpPr>
              <p:spPr>
                <a:xfrm>
                  <a:off x="2675371" y="1368012"/>
                  <a:ext cx="472253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914FADD8-C8F0-0E0B-56EF-2D3581138E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5371" y="1368012"/>
                  <a:ext cx="472253" cy="369332"/>
                </a:xfrm>
                <a:prstGeom prst="rect">
                  <a:avLst/>
                </a:prstGeom>
                <a:blipFill>
                  <a:blip r:embed="rId17"/>
                  <a:stretch>
                    <a:fillRect l="-18182" r="-51948" b="-1311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5798FB73-4CE7-E92F-09F4-2444BAE7738D}"/>
                    </a:ext>
                  </a:extLst>
                </p:cNvPr>
                <p:cNvSpPr txBox="1"/>
                <p:nvPr/>
              </p:nvSpPr>
              <p:spPr>
                <a:xfrm>
                  <a:off x="4506197" y="1390906"/>
                  <a:ext cx="472253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5798FB73-4CE7-E92F-09F4-2444BAE773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6197" y="1390906"/>
                  <a:ext cx="472253" cy="369332"/>
                </a:xfrm>
                <a:prstGeom prst="rect">
                  <a:avLst/>
                </a:prstGeom>
                <a:blipFill>
                  <a:blip r:embed="rId18"/>
                  <a:stretch>
                    <a:fillRect l="-6410" r="-12821" b="-1311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E94B13BE-E7F0-1CA1-D58F-93DAE1B6B58D}"/>
                    </a:ext>
                  </a:extLst>
                </p:cNvPr>
                <p:cNvSpPr txBox="1"/>
                <p:nvPr/>
              </p:nvSpPr>
              <p:spPr>
                <a:xfrm>
                  <a:off x="5752305" y="1390906"/>
                  <a:ext cx="472253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E94B13BE-E7F0-1CA1-D58F-93DAE1B6B5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2305" y="1390906"/>
                  <a:ext cx="472253" cy="369332"/>
                </a:xfrm>
                <a:prstGeom prst="rect">
                  <a:avLst/>
                </a:prstGeom>
                <a:blipFill>
                  <a:blip r:embed="rId19"/>
                  <a:stretch>
                    <a:fillRect l="-18182" r="-38961" b="-1311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8" name="文本框 187">
                  <a:extLst>
                    <a:ext uri="{FF2B5EF4-FFF2-40B4-BE49-F238E27FC236}">
                      <a16:creationId xmlns:a16="http://schemas.microsoft.com/office/drawing/2014/main" id="{E07F7561-2A00-CC51-3FEC-904ABCC93236}"/>
                    </a:ext>
                  </a:extLst>
                </p:cNvPr>
                <p:cNvSpPr txBox="1"/>
                <p:nvPr/>
              </p:nvSpPr>
              <p:spPr>
                <a:xfrm>
                  <a:off x="7161081" y="1428414"/>
                  <a:ext cx="472253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8" name="文本框 187">
                  <a:extLst>
                    <a:ext uri="{FF2B5EF4-FFF2-40B4-BE49-F238E27FC236}">
                      <a16:creationId xmlns:a16="http://schemas.microsoft.com/office/drawing/2014/main" id="{E07F7561-2A00-CC51-3FEC-904ABCC932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1081" y="1428414"/>
                  <a:ext cx="472253" cy="369332"/>
                </a:xfrm>
                <a:prstGeom prst="rect">
                  <a:avLst/>
                </a:prstGeom>
                <a:blipFill>
                  <a:blip r:embed="rId20"/>
                  <a:stretch>
                    <a:fillRect l="-15584" r="-22078" b="-1311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6DC247DD-7D9D-8B4C-D0AB-13860E1DCF58}"/>
                    </a:ext>
                  </a:extLst>
                </p:cNvPr>
                <p:cNvSpPr txBox="1"/>
                <p:nvPr/>
              </p:nvSpPr>
              <p:spPr>
                <a:xfrm>
                  <a:off x="4877965" y="3056430"/>
                  <a:ext cx="472253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6DC247DD-7D9D-8B4C-D0AB-13860E1DCF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7965" y="3056430"/>
                  <a:ext cx="472253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15385" r="-21795" b="-1311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文本框 189">
                  <a:extLst>
                    <a:ext uri="{FF2B5EF4-FFF2-40B4-BE49-F238E27FC236}">
                      <a16:creationId xmlns:a16="http://schemas.microsoft.com/office/drawing/2014/main" id="{A085FA3A-27B4-3D4D-E5F4-873DB6D9943B}"/>
                    </a:ext>
                  </a:extLst>
                </p:cNvPr>
                <p:cNvSpPr txBox="1"/>
                <p:nvPr/>
              </p:nvSpPr>
              <p:spPr>
                <a:xfrm>
                  <a:off x="6113474" y="3042155"/>
                  <a:ext cx="472253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0" name="文本框 189">
                  <a:extLst>
                    <a:ext uri="{FF2B5EF4-FFF2-40B4-BE49-F238E27FC236}">
                      <a16:creationId xmlns:a16="http://schemas.microsoft.com/office/drawing/2014/main" id="{A085FA3A-27B4-3D4D-E5F4-873DB6D994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3474" y="3042155"/>
                  <a:ext cx="472253" cy="369332"/>
                </a:xfrm>
                <a:prstGeom prst="rect">
                  <a:avLst/>
                </a:prstGeom>
                <a:blipFill>
                  <a:blip r:embed="rId22"/>
                  <a:stretch>
                    <a:fillRect l="-20779" r="-23377" b="-1311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文本框 190">
                  <a:extLst>
                    <a:ext uri="{FF2B5EF4-FFF2-40B4-BE49-F238E27FC236}">
                      <a16:creationId xmlns:a16="http://schemas.microsoft.com/office/drawing/2014/main" id="{D426E6B7-625F-AE08-8209-9D2F527F89BC}"/>
                    </a:ext>
                  </a:extLst>
                </p:cNvPr>
                <p:cNvSpPr txBox="1"/>
                <p:nvPr/>
              </p:nvSpPr>
              <p:spPr>
                <a:xfrm>
                  <a:off x="8248349" y="3001920"/>
                  <a:ext cx="472253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1" name="文本框 190">
                  <a:extLst>
                    <a:ext uri="{FF2B5EF4-FFF2-40B4-BE49-F238E27FC236}">
                      <a16:creationId xmlns:a16="http://schemas.microsoft.com/office/drawing/2014/main" id="{D426E6B7-625F-AE08-8209-9D2F527F89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8349" y="3001920"/>
                  <a:ext cx="472253" cy="369332"/>
                </a:xfrm>
                <a:prstGeom prst="rect">
                  <a:avLst/>
                </a:prstGeom>
                <a:blipFill>
                  <a:blip r:embed="rId23"/>
                  <a:stretch>
                    <a:fillRect l="-16667" r="-26923" b="-1311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655448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D4E9C-C150-56FC-4901-E951FED6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D2E76DDF-2E85-B322-6C18-592DD0ACB723}"/>
              </a:ext>
            </a:extLst>
          </p:cNvPr>
          <p:cNvGrpSpPr/>
          <p:nvPr/>
        </p:nvGrpSpPr>
        <p:grpSpPr>
          <a:xfrm>
            <a:off x="2457179" y="181721"/>
            <a:ext cx="972000" cy="658766"/>
            <a:chOff x="975600" y="2080173"/>
            <a:chExt cx="972000" cy="658766"/>
          </a:xfrm>
        </p:grpSpPr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4C4704A6-EF37-6B18-42A3-6E1B309A3F46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8D118F43-4C45-B28A-A0E6-CE1C9303543E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D3F22C7D-34D0-F8D1-612D-0803A88FD3EE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328C9606-74F8-5681-94BB-6125B0B8F767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793075DA-85D5-DA8A-8F9A-777A10827FF5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9BBE990-ABB6-30C4-17FA-2AC0237DC856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2D4A41D7-0DA9-ED1C-82A2-B9E6F0DA70BA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A9F95A6D-82F1-CE7B-75C7-4A77B5ECF29D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12ADD86F-01B8-30E6-3D8A-17867A069A56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4182575A-7887-7E49-0342-4B002A6519CB}"/>
                </a:ext>
              </a:extLst>
            </p:cNvPr>
            <p:cNvCxnSpPr>
              <a:cxnSpLocks/>
              <a:endCxn id="13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4" name="组合 383">
            <a:extLst>
              <a:ext uri="{FF2B5EF4-FFF2-40B4-BE49-F238E27FC236}">
                <a16:creationId xmlns:a16="http://schemas.microsoft.com/office/drawing/2014/main" id="{294DCD7E-65D9-2254-2F88-E4FAB8E382FF}"/>
              </a:ext>
            </a:extLst>
          </p:cNvPr>
          <p:cNvGrpSpPr/>
          <p:nvPr/>
        </p:nvGrpSpPr>
        <p:grpSpPr>
          <a:xfrm>
            <a:off x="468125" y="832373"/>
            <a:ext cx="11255749" cy="5217477"/>
            <a:chOff x="318184" y="1085201"/>
            <a:chExt cx="11255749" cy="52174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FB2A9C26-BF63-E64A-5451-EE0C3B3BCE4F}"/>
                    </a:ext>
                  </a:extLst>
                </p:cNvPr>
                <p:cNvSpPr txBox="1"/>
                <p:nvPr/>
              </p:nvSpPr>
              <p:spPr>
                <a:xfrm>
                  <a:off x="3068944" y="1763128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FB2A9C26-BF63-E64A-5451-EE0C3B3BCE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8944" y="1763128"/>
                  <a:ext cx="273380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5D50011D-1DCE-4C87-D986-17D28072DF96}"/>
                    </a:ext>
                  </a:extLst>
                </p:cNvPr>
                <p:cNvSpPr txBox="1"/>
                <p:nvPr/>
              </p:nvSpPr>
              <p:spPr>
                <a:xfrm>
                  <a:off x="625859" y="1903683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5D50011D-1DCE-4C87-D986-17D28072D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5859" y="1903683"/>
                  <a:ext cx="416797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9" name="流程图: 汇总连接 118">
              <a:extLst>
                <a:ext uri="{FF2B5EF4-FFF2-40B4-BE49-F238E27FC236}">
                  <a16:creationId xmlns:a16="http://schemas.microsoft.com/office/drawing/2014/main" id="{EDA84964-E573-CEA9-38C9-42B8D3B468CD}"/>
                </a:ext>
              </a:extLst>
            </p:cNvPr>
            <p:cNvSpPr/>
            <p:nvPr/>
          </p:nvSpPr>
          <p:spPr>
            <a:xfrm>
              <a:off x="2877500" y="2169789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38" name="组合 137">
              <a:extLst>
                <a:ext uri="{FF2B5EF4-FFF2-40B4-BE49-F238E27FC236}">
                  <a16:creationId xmlns:a16="http://schemas.microsoft.com/office/drawing/2014/main" id="{AA2D0C26-F45D-BB49-081F-485E7EDD10E5}"/>
                </a:ext>
              </a:extLst>
            </p:cNvPr>
            <p:cNvGrpSpPr/>
            <p:nvPr/>
          </p:nvGrpSpPr>
          <p:grpSpPr>
            <a:xfrm>
              <a:off x="6023498" y="2120790"/>
              <a:ext cx="434345" cy="383009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矩形 139">
                    <a:extLst>
                      <a:ext uri="{FF2B5EF4-FFF2-40B4-BE49-F238E27FC236}">
                        <a16:creationId xmlns:a16="http://schemas.microsoft.com/office/drawing/2014/main" id="{36BEB1E6-33B6-C033-3DCF-688188CFFE6F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𝑓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0" name="矩形 139">
                    <a:extLst>
                      <a:ext uri="{FF2B5EF4-FFF2-40B4-BE49-F238E27FC236}">
                        <a16:creationId xmlns:a16="http://schemas.microsoft.com/office/drawing/2014/main" id="{36BEB1E6-33B6-C033-3DCF-688188CFFE6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CF669A55-4E96-1B8F-3245-658F7D8B74F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22620C66-B64D-A97F-F5B2-1D680243095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96473155-65EB-46D4-78AA-0C0669FE17FC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1F3B0788-28B3-C02C-5002-283D4F91761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F4BF102E-BAB9-741F-3823-7E795B764163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792BCB8D-946B-4A98-2D51-48105F2A6881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6022A0F1-67F7-495D-B400-26A9E38BD1F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BA38CBE0-BC31-EC7E-0EC1-73E1AF0F4DC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8C8BE5BA-97EA-CBC1-E5D8-7CBF0AB6CE7A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7" name="直接箭头连接符 156">
                <a:extLst>
                  <a:ext uri="{FF2B5EF4-FFF2-40B4-BE49-F238E27FC236}">
                    <a16:creationId xmlns:a16="http://schemas.microsoft.com/office/drawing/2014/main" id="{AEE5DB27-FD4D-B9EC-0DE9-859FFD932402}"/>
                  </a:ext>
                </a:extLst>
              </p:cNvPr>
              <p:cNvCxnSpPr>
                <a:cxnSpLocks/>
                <a:endCxn id="15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6CE7D7F1-1A93-A3EB-D8BE-791B76435B4F}"/>
                </a:ext>
              </a:extLst>
            </p:cNvPr>
            <p:cNvCxnSpPr>
              <a:cxnSpLocks/>
              <a:endCxn id="165" idx="1"/>
            </p:cNvCxnSpPr>
            <p:nvPr/>
          </p:nvCxnSpPr>
          <p:spPr>
            <a:xfrm>
              <a:off x="318184" y="2312295"/>
              <a:ext cx="1032148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59" name="组合 158">
              <a:extLst>
                <a:ext uri="{FF2B5EF4-FFF2-40B4-BE49-F238E27FC236}">
                  <a16:creationId xmlns:a16="http://schemas.microsoft.com/office/drawing/2014/main" id="{F9459707-5826-B50F-578B-9C45722CB312}"/>
                </a:ext>
              </a:extLst>
            </p:cNvPr>
            <p:cNvGrpSpPr/>
            <p:nvPr/>
          </p:nvGrpSpPr>
          <p:grpSpPr>
            <a:xfrm>
              <a:off x="1347903" y="1984779"/>
              <a:ext cx="974429" cy="648000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1" name="矩形 160">
                    <a:extLst>
                      <a:ext uri="{FF2B5EF4-FFF2-40B4-BE49-F238E27FC236}">
                        <a16:creationId xmlns:a16="http://schemas.microsoft.com/office/drawing/2014/main" id="{9C7A6AB1-6242-C15D-85F0-85871258D83B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𝑢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𝐼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𝑅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1" name="矩形 160">
                    <a:extLst>
                      <a:ext uri="{FF2B5EF4-FFF2-40B4-BE49-F238E27FC236}">
                        <a16:creationId xmlns:a16="http://schemas.microsoft.com/office/drawing/2014/main" id="{9C7A6AB1-6242-C15D-85F0-85871258D83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FF2D45E5-D0B7-6540-49D6-200D513FABAE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4C1756A2-C901-858C-F74B-9784E3790E1F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52ADA383-CB0A-9B25-4E65-8C17BEF8E67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A6E936EA-9C57-18CE-9FBE-32CB830528FC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" name="矩形 177">
                <a:extLst>
                  <a:ext uri="{FF2B5EF4-FFF2-40B4-BE49-F238E27FC236}">
                    <a16:creationId xmlns:a16="http://schemas.microsoft.com/office/drawing/2014/main" id="{1C3AFAAA-A2D0-2C07-4BCE-A3A144F76C06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" name="矩形 178">
                <a:extLst>
                  <a:ext uri="{FF2B5EF4-FFF2-40B4-BE49-F238E27FC236}">
                    <a16:creationId xmlns:a16="http://schemas.microsoft.com/office/drawing/2014/main" id="{1CB0F7CE-CA23-3645-0750-7FF6C6B7A84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矩形 179">
                <a:extLst>
                  <a:ext uri="{FF2B5EF4-FFF2-40B4-BE49-F238E27FC236}">
                    <a16:creationId xmlns:a16="http://schemas.microsoft.com/office/drawing/2014/main" id="{665BEA94-9BA0-915A-7882-1F285E642F19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" name="矩形 181">
                <a:extLst>
                  <a:ext uri="{FF2B5EF4-FFF2-40B4-BE49-F238E27FC236}">
                    <a16:creationId xmlns:a16="http://schemas.microsoft.com/office/drawing/2014/main" id="{BE8151A6-BA77-A295-9836-64413E53AA0B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" name="矩形 182">
                <a:extLst>
                  <a:ext uri="{FF2B5EF4-FFF2-40B4-BE49-F238E27FC236}">
                    <a16:creationId xmlns:a16="http://schemas.microsoft.com/office/drawing/2014/main" id="{9F0EFDCB-8707-E7DF-A843-F6ED2BDBE4CB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93" name="直接箭头连接符 192">
                <a:extLst>
                  <a:ext uri="{FF2B5EF4-FFF2-40B4-BE49-F238E27FC236}">
                    <a16:creationId xmlns:a16="http://schemas.microsoft.com/office/drawing/2014/main" id="{9A013470-5783-5D08-CA29-3C27201D08D1}"/>
                  </a:ext>
                </a:extLst>
              </p:cNvPr>
              <p:cNvCxnSpPr>
                <a:cxnSpLocks/>
                <a:endCxn id="18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4" name="组合 193">
              <a:extLst>
                <a:ext uri="{FF2B5EF4-FFF2-40B4-BE49-F238E27FC236}">
                  <a16:creationId xmlns:a16="http://schemas.microsoft.com/office/drawing/2014/main" id="{F29263D8-B5CB-620E-F942-A39CB1AFBDFE}"/>
                </a:ext>
              </a:extLst>
            </p:cNvPr>
            <p:cNvGrpSpPr/>
            <p:nvPr/>
          </p:nvGrpSpPr>
          <p:grpSpPr>
            <a:xfrm>
              <a:off x="3706048" y="1867280"/>
              <a:ext cx="1501297" cy="890030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矩形 194">
                    <a:extLst>
                      <a:ext uri="{FF2B5EF4-FFF2-40B4-BE49-F238E27FC236}">
                        <a16:creationId xmlns:a16="http://schemas.microsoft.com/office/drawing/2014/main" id="{20C056E5-CB7E-B600-792C-A0A9E1867A87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1/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𝑠𝑦</m:t>
                                  </m:r>
                                </m:sub>
                              </m:sSub>
                            </m:num>
                            <m:den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Sup>
                                    <m:sSubSup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𝑚</m:t>
                                      </m:r>
                                    </m:sub>
                                    <m:sup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𝜉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𝑚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𝑚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+1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95" name="矩形 194">
                    <a:extLst>
                      <a:ext uri="{FF2B5EF4-FFF2-40B4-BE49-F238E27FC236}">
                        <a16:creationId xmlns:a16="http://schemas.microsoft.com/office/drawing/2014/main" id="{20C056E5-CB7E-B600-792C-A0A9E1867A8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6" name="矩形 195">
                <a:extLst>
                  <a:ext uri="{FF2B5EF4-FFF2-40B4-BE49-F238E27FC236}">
                    <a16:creationId xmlns:a16="http://schemas.microsoft.com/office/drawing/2014/main" id="{4908CEEC-D66C-D368-2C7E-F1DAC3F1A6E2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" name="矩形 196">
                <a:extLst>
                  <a:ext uri="{FF2B5EF4-FFF2-40B4-BE49-F238E27FC236}">
                    <a16:creationId xmlns:a16="http://schemas.microsoft.com/office/drawing/2014/main" id="{0C83878C-5BF7-B487-A5B7-80044F364643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" name="矩形 197">
                <a:extLst>
                  <a:ext uri="{FF2B5EF4-FFF2-40B4-BE49-F238E27FC236}">
                    <a16:creationId xmlns:a16="http://schemas.microsoft.com/office/drawing/2014/main" id="{D6D9F9DB-D99F-3FCD-A037-1CED0223B9E1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" name="矩形 198">
                <a:extLst>
                  <a:ext uri="{FF2B5EF4-FFF2-40B4-BE49-F238E27FC236}">
                    <a16:creationId xmlns:a16="http://schemas.microsoft.com/office/drawing/2014/main" id="{71F1EDCE-CCA3-6307-6CC8-4A1C30F5B32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" name="矩形 199">
                <a:extLst>
                  <a:ext uri="{FF2B5EF4-FFF2-40B4-BE49-F238E27FC236}">
                    <a16:creationId xmlns:a16="http://schemas.microsoft.com/office/drawing/2014/main" id="{EBB1253E-A534-DEAE-A43B-482DB906DDEC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" name="矩形 200">
                <a:extLst>
                  <a:ext uri="{FF2B5EF4-FFF2-40B4-BE49-F238E27FC236}">
                    <a16:creationId xmlns:a16="http://schemas.microsoft.com/office/drawing/2014/main" id="{65B9545C-4C47-EC2C-93C7-B949DA05C039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828769C0-4ACA-62DF-C17A-94A8CFD21253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" name="矩形 202">
                <a:extLst>
                  <a:ext uri="{FF2B5EF4-FFF2-40B4-BE49-F238E27FC236}">
                    <a16:creationId xmlns:a16="http://schemas.microsoft.com/office/drawing/2014/main" id="{13E9647A-09D9-6DDF-8AD3-085A5969D455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" name="矩形 203">
                <a:extLst>
                  <a:ext uri="{FF2B5EF4-FFF2-40B4-BE49-F238E27FC236}">
                    <a16:creationId xmlns:a16="http://schemas.microsoft.com/office/drawing/2014/main" id="{5566B898-443E-4D17-E5C3-A6628BAADD33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5" name="直接箭头连接符 204">
                <a:extLst>
                  <a:ext uri="{FF2B5EF4-FFF2-40B4-BE49-F238E27FC236}">
                    <a16:creationId xmlns:a16="http://schemas.microsoft.com/office/drawing/2014/main" id="{1E58923E-D898-95EF-1059-5D213500367A}"/>
                  </a:ext>
                </a:extLst>
              </p:cNvPr>
              <p:cNvCxnSpPr>
                <a:cxnSpLocks/>
                <a:endCxn id="20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7" name="流程图: 汇总连接 206">
              <a:extLst>
                <a:ext uri="{FF2B5EF4-FFF2-40B4-BE49-F238E27FC236}">
                  <a16:creationId xmlns:a16="http://schemas.microsoft.com/office/drawing/2014/main" id="{FF03D36B-E0C3-8C9D-03D5-AD807039138C}"/>
                </a:ext>
              </a:extLst>
            </p:cNvPr>
            <p:cNvSpPr/>
            <p:nvPr/>
          </p:nvSpPr>
          <p:spPr>
            <a:xfrm>
              <a:off x="1076952" y="3849141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8" name="流程图: 汇总连接 207">
              <a:extLst>
                <a:ext uri="{FF2B5EF4-FFF2-40B4-BE49-F238E27FC236}">
                  <a16:creationId xmlns:a16="http://schemas.microsoft.com/office/drawing/2014/main" id="{7BB14EE9-8C82-138F-326E-DF701BAB77FA}"/>
                </a:ext>
              </a:extLst>
            </p:cNvPr>
            <p:cNvSpPr/>
            <p:nvPr/>
          </p:nvSpPr>
          <p:spPr>
            <a:xfrm>
              <a:off x="1861642" y="3849142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09" name="组合 208">
              <a:extLst>
                <a:ext uri="{FF2B5EF4-FFF2-40B4-BE49-F238E27FC236}">
                  <a16:creationId xmlns:a16="http://schemas.microsoft.com/office/drawing/2014/main" id="{B8A60022-091D-B449-FD84-7557D59919F8}"/>
                </a:ext>
              </a:extLst>
            </p:cNvPr>
            <p:cNvGrpSpPr/>
            <p:nvPr/>
          </p:nvGrpSpPr>
          <p:grpSpPr>
            <a:xfrm>
              <a:off x="2620471" y="3658844"/>
              <a:ext cx="481594" cy="68999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矩形 209">
                    <a:extLst>
                      <a:ext uri="{FF2B5EF4-FFF2-40B4-BE49-F238E27FC236}">
                        <a16:creationId xmlns:a16="http://schemas.microsoft.com/office/drawing/2014/main" id="{1BF2A5FD-A808-77A7-C21E-AD04016321A8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𝑒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0" name="矩形 209">
                    <a:extLst>
                      <a:ext uri="{FF2B5EF4-FFF2-40B4-BE49-F238E27FC236}">
                        <a16:creationId xmlns:a16="http://schemas.microsoft.com/office/drawing/2014/main" id="{1BF2A5FD-A808-77A7-C21E-AD04016321A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EE004402-B54F-EA13-C1A6-E182C18FDDA6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" name="矩形 211">
                <a:extLst>
                  <a:ext uri="{FF2B5EF4-FFF2-40B4-BE49-F238E27FC236}">
                    <a16:creationId xmlns:a16="http://schemas.microsoft.com/office/drawing/2014/main" id="{A73CAC0E-45E3-91A5-4368-6C43218CD41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" name="矩形 212">
                <a:extLst>
                  <a:ext uri="{FF2B5EF4-FFF2-40B4-BE49-F238E27FC236}">
                    <a16:creationId xmlns:a16="http://schemas.microsoft.com/office/drawing/2014/main" id="{05054872-0F16-134D-1196-6E8AB3706152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" name="矩形 213">
                <a:extLst>
                  <a:ext uri="{FF2B5EF4-FFF2-40B4-BE49-F238E27FC236}">
                    <a16:creationId xmlns:a16="http://schemas.microsoft.com/office/drawing/2014/main" id="{F999CCB3-3AD0-1774-FFC0-EEB311502591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63AAC792-ED7B-FED9-25FF-3E9E6FDB8E3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" name="矩形 215">
                <a:extLst>
                  <a:ext uri="{FF2B5EF4-FFF2-40B4-BE49-F238E27FC236}">
                    <a16:creationId xmlns:a16="http://schemas.microsoft.com/office/drawing/2014/main" id="{670897E8-79D1-5732-542D-5907F658224B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" name="矩形 216">
                <a:extLst>
                  <a:ext uri="{FF2B5EF4-FFF2-40B4-BE49-F238E27FC236}">
                    <a16:creationId xmlns:a16="http://schemas.microsoft.com/office/drawing/2014/main" id="{AD628E11-6FDB-9473-EBD2-FAADA9FC927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AC048250-EA6E-2AEC-07F7-67B7D62E1EC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166C8AE1-62D8-9704-7262-C4221DE8F15F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20" name="直接箭头连接符 219">
                <a:extLst>
                  <a:ext uri="{FF2B5EF4-FFF2-40B4-BE49-F238E27FC236}">
                    <a16:creationId xmlns:a16="http://schemas.microsoft.com/office/drawing/2014/main" id="{A6DBFF85-D459-D136-475F-4F3251A74D58}"/>
                  </a:ext>
                </a:extLst>
              </p:cNvPr>
              <p:cNvCxnSpPr>
                <a:cxnSpLocks/>
                <a:endCxn id="21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3" name="组合 232">
              <a:extLst>
                <a:ext uri="{FF2B5EF4-FFF2-40B4-BE49-F238E27FC236}">
                  <a16:creationId xmlns:a16="http://schemas.microsoft.com/office/drawing/2014/main" id="{A25506B1-8190-0618-6830-6F485F7B405C}"/>
                </a:ext>
              </a:extLst>
            </p:cNvPr>
            <p:cNvGrpSpPr/>
            <p:nvPr/>
          </p:nvGrpSpPr>
          <p:grpSpPr>
            <a:xfrm>
              <a:off x="3752751" y="3429000"/>
              <a:ext cx="1637616" cy="117842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4" name="矩形 233">
                    <a:extLst>
                      <a:ext uri="{FF2B5EF4-FFF2-40B4-BE49-F238E27FC236}">
                        <a16:creationId xmlns:a16="http://schemas.microsoft.com/office/drawing/2014/main" id="{D984E303-0392-9622-8301-6CBE484F470A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𝑄</m:t>
                                      </m:r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𝑒</m:t>
                                      </m:r>
                                    </m:sub>
                                  </m:sSub>
                                </m:den>
                              </m:f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𝑚</m:t>
                                      </m:r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𝑐</m:t>
                                      </m:r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𝑒</m:t>
                                      </m:r>
                                    </m:sub>
                                  </m:sSub>
                                </m:den>
                              </m:f>
                            </m:num>
                            <m:den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Sup>
                                    <m:sSubSup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𝑚</m:t>
                                      </m:r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  <m:sSubSup>
                                    <m:sSubSup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𝜉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𝑚</m:t>
                                      </m:r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′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𝑚</m:t>
                                      </m:r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+1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4" name="矩形 233">
                    <a:extLst>
                      <a:ext uri="{FF2B5EF4-FFF2-40B4-BE49-F238E27FC236}">
                        <a16:creationId xmlns:a16="http://schemas.microsoft.com/office/drawing/2014/main" id="{D984E303-0392-9622-8301-6CBE484F470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5" name="矩形 234">
                <a:extLst>
                  <a:ext uri="{FF2B5EF4-FFF2-40B4-BE49-F238E27FC236}">
                    <a16:creationId xmlns:a16="http://schemas.microsoft.com/office/drawing/2014/main" id="{779EF658-C897-D063-A08C-84D5BCAE7EAC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" name="矩形 235">
                <a:extLst>
                  <a:ext uri="{FF2B5EF4-FFF2-40B4-BE49-F238E27FC236}">
                    <a16:creationId xmlns:a16="http://schemas.microsoft.com/office/drawing/2014/main" id="{C8B6CC4A-9BD1-0C73-9E50-6341A6ED08E2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" name="矩形 236">
                <a:extLst>
                  <a:ext uri="{FF2B5EF4-FFF2-40B4-BE49-F238E27FC236}">
                    <a16:creationId xmlns:a16="http://schemas.microsoft.com/office/drawing/2014/main" id="{169EBA18-2925-02F2-6E01-98D817B26301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" name="矩形 237">
                <a:extLst>
                  <a:ext uri="{FF2B5EF4-FFF2-40B4-BE49-F238E27FC236}">
                    <a16:creationId xmlns:a16="http://schemas.microsoft.com/office/drawing/2014/main" id="{B5E2556E-3375-090E-4988-D98F853FF909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" name="矩形 238">
                <a:extLst>
                  <a:ext uri="{FF2B5EF4-FFF2-40B4-BE49-F238E27FC236}">
                    <a16:creationId xmlns:a16="http://schemas.microsoft.com/office/drawing/2014/main" id="{BC333F56-8E99-F66A-9454-21F25E0F5BE9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" name="矩形 239">
                <a:extLst>
                  <a:ext uri="{FF2B5EF4-FFF2-40B4-BE49-F238E27FC236}">
                    <a16:creationId xmlns:a16="http://schemas.microsoft.com/office/drawing/2014/main" id="{BDE748F9-6631-5A68-F6E4-69EDDF0157CF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" name="矩形 240">
                <a:extLst>
                  <a:ext uri="{FF2B5EF4-FFF2-40B4-BE49-F238E27FC236}">
                    <a16:creationId xmlns:a16="http://schemas.microsoft.com/office/drawing/2014/main" id="{AC7AB731-1C82-3409-D902-2CE1989B22D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5975992E-F0F9-B741-71BF-34CA3D03641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485663F2-FD84-82D8-38D0-A780E8772FE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44" name="直接箭头连接符 243">
                <a:extLst>
                  <a:ext uri="{FF2B5EF4-FFF2-40B4-BE49-F238E27FC236}">
                    <a16:creationId xmlns:a16="http://schemas.microsoft.com/office/drawing/2014/main" id="{DCCEF3F2-FBC8-4701-FFB6-3DF8E419CD9A}"/>
                  </a:ext>
                </a:extLst>
              </p:cNvPr>
              <p:cNvCxnSpPr>
                <a:cxnSpLocks/>
                <a:endCxn id="24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" name="组合 244">
              <a:extLst>
                <a:ext uri="{FF2B5EF4-FFF2-40B4-BE49-F238E27FC236}">
                  <a16:creationId xmlns:a16="http://schemas.microsoft.com/office/drawing/2014/main" id="{D6BBDA71-6454-A033-E0B6-C9BC76BD8F19}"/>
                </a:ext>
              </a:extLst>
            </p:cNvPr>
            <p:cNvGrpSpPr/>
            <p:nvPr/>
          </p:nvGrpSpPr>
          <p:grpSpPr>
            <a:xfrm>
              <a:off x="6547278" y="3632306"/>
              <a:ext cx="1902456" cy="71868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矩形 245">
                    <a:extLst>
                      <a:ext uri="{FF2B5EF4-FFF2-40B4-BE49-F238E27FC236}">
                        <a16:creationId xmlns:a16="http://schemas.microsoft.com/office/drawing/2014/main" id="{F7B454CF-2843-F107-2965-AEDCDEA9E154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Sup>
                                    <m:sSubSup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3</m:t>
                                      </m:r>
                                    </m:sub>
                                    <m:sup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𝜉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3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3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+1</m:t>
                              </m:r>
                            </m:e>
                          </m:d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46" name="矩形 245">
                    <a:extLst>
                      <a:ext uri="{FF2B5EF4-FFF2-40B4-BE49-F238E27FC236}">
                        <a16:creationId xmlns:a16="http://schemas.microsoft.com/office/drawing/2014/main" id="{F7B454CF-2843-F107-2965-AEDCDEA9E1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7" name="矩形 246">
                <a:extLst>
                  <a:ext uri="{FF2B5EF4-FFF2-40B4-BE49-F238E27FC236}">
                    <a16:creationId xmlns:a16="http://schemas.microsoft.com/office/drawing/2014/main" id="{585331DA-5361-7668-B123-F07EC66F0CA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" name="矩形 247">
                <a:extLst>
                  <a:ext uri="{FF2B5EF4-FFF2-40B4-BE49-F238E27FC236}">
                    <a16:creationId xmlns:a16="http://schemas.microsoft.com/office/drawing/2014/main" id="{7C51B7CF-9D6F-7B5B-E355-09040909C542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" name="矩形 248">
                <a:extLst>
                  <a:ext uri="{FF2B5EF4-FFF2-40B4-BE49-F238E27FC236}">
                    <a16:creationId xmlns:a16="http://schemas.microsoft.com/office/drawing/2014/main" id="{6C2E99A3-6E1E-CA7B-13F1-744D1F1FDD7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" name="矩形 249">
                <a:extLst>
                  <a:ext uri="{FF2B5EF4-FFF2-40B4-BE49-F238E27FC236}">
                    <a16:creationId xmlns:a16="http://schemas.microsoft.com/office/drawing/2014/main" id="{4DDC53EE-BBDE-FFD1-0725-E48B80CDF96E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" name="矩形 250">
                <a:extLst>
                  <a:ext uri="{FF2B5EF4-FFF2-40B4-BE49-F238E27FC236}">
                    <a16:creationId xmlns:a16="http://schemas.microsoft.com/office/drawing/2014/main" id="{9570DE29-5B23-42BB-9C3F-03C9A49E90E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" name="矩形 251">
                <a:extLst>
                  <a:ext uri="{FF2B5EF4-FFF2-40B4-BE49-F238E27FC236}">
                    <a16:creationId xmlns:a16="http://schemas.microsoft.com/office/drawing/2014/main" id="{375B8C6D-CEC2-6EE1-69F7-BCE2A4371B9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" name="矩形 252">
                <a:extLst>
                  <a:ext uri="{FF2B5EF4-FFF2-40B4-BE49-F238E27FC236}">
                    <a16:creationId xmlns:a16="http://schemas.microsoft.com/office/drawing/2014/main" id="{DC565585-AA54-A957-004D-5A97653F548D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" name="矩形 253">
                <a:extLst>
                  <a:ext uri="{FF2B5EF4-FFF2-40B4-BE49-F238E27FC236}">
                    <a16:creationId xmlns:a16="http://schemas.microsoft.com/office/drawing/2014/main" id="{E5486009-200D-240E-5A61-716CE74D8E1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" name="矩形 254">
                <a:extLst>
                  <a:ext uri="{FF2B5EF4-FFF2-40B4-BE49-F238E27FC236}">
                    <a16:creationId xmlns:a16="http://schemas.microsoft.com/office/drawing/2014/main" id="{84B9FE48-7C39-B6CD-29ED-06ED0BBD247A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56" name="直接箭头连接符 255">
                <a:extLst>
                  <a:ext uri="{FF2B5EF4-FFF2-40B4-BE49-F238E27FC236}">
                    <a16:creationId xmlns:a16="http://schemas.microsoft.com/office/drawing/2014/main" id="{82FBF03B-7A0C-AFFA-8EC3-F1FB4C81ABBC}"/>
                  </a:ext>
                </a:extLst>
              </p:cNvPr>
              <p:cNvCxnSpPr>
                <a:cxnSpLocks/>
                <a:endCxn id="253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7" name="流程图: 汇总连接 256">
              <a:extLst>
                <a:ext uri="{FF2B5EF4-FFF2-40B4-BE49-F238E27FC236}">
                  <a16:creationId xmlns:a16="http://schemas.microsoft.com/office/drawing/2014/main" id="{E5A6E5CC-D04C-A47B-6B5D-C4F977451903}"/>
                </a:ext>
              </a:extLst>
            </p:cNvPr>
            <p:cNvSpPr/>
            <p:nvPr/>
          </p:nvSpPr>
          <p:spPr>
            <a:xfrm>
              <a:off x="8987182" y="3869628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58" name="组合 257">
              <a:extLst>
                <a:ext uri="{FF2B5EF4-FFF2-40B4-BE49-F238E27FC236}">
                  <a16:creationId xmlns:a16="http://schemas.microsoft.com/office/drawing/2014/main" id="{35810E3E-6E6A-D440-EB3A-CDEA4F0F85C4}"/>
                </a:ext>
              </a:extLst>
            </p:cNvPr>
            <p:cNvGrpSpPr/>
            <p:nvPr/>
          </p:nvGrpSpPr>
          <p:grpSpPr>
            <a:xfrm>
              <a:off x="9859343" y="3381292"/>
              <a:ext cx="718803" cy="123344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9" name="矩形 258">
                    <a:extLst>
                      <a:ext uri="{FF2B5EF4-FFF2-40B4-BE49-F238E27FC236}">
                        <a16:creationId xmlns:a16="http://schemas.microsoft.com/office/drawing/2014/main" id="{8FEA639E-0D0B-F240-47F3-1E1218CD2DD5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𝑐</m:t>
                                      </m:r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1</m:t>
                                      </m:r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𝑒</m:t>
                                      </m:r>
                                    </m:sub>
                                  </m:sSub>
                                </m:den>
                              </m:f>
                            </m:num>
                            <m:den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1+</m:t>
                              </m:r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𝑠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𝑠</m:t>
                                      </m:r>
                                    </m:sub>
                                  </m:sSub>
                                </m:den>
                              </m:f>
                            </m:den>
                          </m:f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59" name="矩形 258">
                    <a:extLst>
                      <a:ext uri="{FF2B5EF4-FFF2-40B4-BE49-F238E27FC236}">
                        <a16:creationId xmlns:a16="http://schemas.microsoft.com/office/drawing/2014/main" id="{8FEA639E-0D0B-F240-47F3-1E1218CD2DD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0322098F-8346-AA9A-5CF1-9380BE3C99E2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矩形 260">
                <a:extLst>
                  <a:ext uri="{FF2B5EF4-FFF2-40B4-BE49-F238E27FC236}">
                    <a16:creationId xmlns:a16="http://schemas.microsoft.com/office/drawing/2014/main" id="{1675FADB-5144-30B9-9A52-A2FA443EEE44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" name="矩形 261">
                <a:extLst>
                  <a:ext uri="{FF2B5EF4-FFF2-40B4-BE49-F238E27FC236}">
                    <a16:creationId xmlns:a16="http://schemas.microsoft.com/office/drawing/2014/main" id="{37D0BBD9-A5C3-94CE-A6A3-A6A3B6BF5E4C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" name="矩形 262">
                <a:extLst>
                  <a:ext uri="{FF2B5EF4-FFF2-40B4-BE49-F238E27FC236}">
                    <a16:creationId xmlns:a16="http://schemas.microsoft.com/office/drawing/2014/main" id="{0916D929-F92D-839C-80F9-AE3F42770AB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" name="矩形 263">
                <a:extLst>
                  <a:ext uri="{FF2B5EF4-FFF2-40B4-BE49-F238E27FC236}">
                    <a16:creationId xmlns:a16="http://schemas.microsoft.com/office/drawing/2014/main" id="{5689266E-D0CB-1605-1297-0C7DAD4B7B7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" name="矩形 264">
                <a:extLst>
                  <a:ext uri="{FF2B5EF4-FFF2-40B4-BE49-F238E27FC236}">
                    <a16:creationId xmlns:a16="http://schemas.microsoft.com/office/drawing/2014/main" id="{DF228816-FB8A-F00E-E2CC-18569B790927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" name="矩形 265">
                <a:extLst>
                  <a:ext uri="{FF2B5EF4-FFF2-40B4-BE49-F238E27FC236}">
                    <a16:creationId xmlns:a16="http://schemas.microsoft.com/office/drawing/2014/main" id="{0B7E36F9-B987-AF9B-37B6-413B1FAB120C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" name="矩形 266">
                <a:extLst>
                  <a:ext uri="{FF2B5EF4-FFF2-40B4-BE49-F238E27FC236}">
                    <a16:creationId xmlns:a16="http://schemas.microsoft.com/office/drawing/2014/main" id="{57AEA3B9-B51B-3CE2-6B66-E35AB3334310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" name="矩形 267">
                <a:extLst>
                  <a:ext uri="{FF2B5EF4-FFF2-40B4-BE49-F238E27FC236}">
                    <a16:creationId xmlns:a16="http://schemas.microsoft.com/office/drawing/2014/main" id="{3B291895-DA93-B404-3C42-D4B7A5FBC9A9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69" name="直接箭头连接符 268">
                <a:extLst>
                  <a:ext uri="{FF2B5EF4-FFF2-40B4-BE49-F238E27FC236}">
                    <a16:creationId xmlns:a16="http://schemas.microsoft.com/office/drawing/2014/main" id="{FF5A87F6-8A45-32E2-DCC3-6112F9C46987}"/>
                  </a:ext>
                </a:extLst>
              </p:cNvPr>
              <p:cNvCxnSpPr>
                <a:cxnSpLocks/>
                <a:endCxn id="26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0" name="组合 269">
              <a:extLst>
                <a:ext uri="{FF2B5EF4-FFF2-40B4-BE49-F238E27FC236}">
                  <a16:creationId xmlns:a16="http://schemas.microsoft.com/office/drawing/2014/main" id="{B8F89320-82D6-84AB-4588-FDDD3F9C0225}"/>
                </a:ext>
              </a:extLst>
            </p:cNvPr>
            <p:cNvGrpSpPr/>
            <p:nvPr/>
          </p:nvGrpSpPr>
          <p:grpSpPr>
            <a:xfrm>
              <a:off x="6700832" y="5919669"/>
              <a:ext cx="434345" cy="383009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矩形 270">
                    <a:extLst>
                      <a:ext uri="{FF2B5EF4-FFF2-40B4-BE49-F238E27FC236}">
                        <a16:creationId xmlns:a16="http://schemas.microsoft.com/office/drawing/2014/main" id="{EBC6307E-C6A3-7E6C-9342-05ABF5F8BEE8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𝑓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71" name="矩形 270">
                    <a:extLst>
                      <a:ext uri="{FF2B5EF4-FFF2-40B4-BE49-F238E27FC236}">
                        <a16:creationId xmlns:a16="http://schemas.microsoft.com/office/drawing/2014/main" id="{EBC6307E-C6A3-7E6C-9342-05ABF5F8BEE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2" name="矩形 271">
                <a:extLst>
                  <a:ext uri="{FF2B5EF4-FFF2-40B4-BE49-F238E27FC236}">
                    <a16:creationId xmlns:a16="http://schemas.microsoft.com/office/drawing/2014/main" id="{005CEA69-4348-CD46-764C-4532DE186CD4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" name="矩形 272">
                <a:extLst>
                  <a:ext uri="{FF2B5EF4-FFF2-40B4-BE49-F238E27FC236}">
                    <a16:creationId xmlns:a16="http://schemas.microsoft.com/office/drawing/2014/main" id="{526649B5-68BD-D5C4-D126-010A0C51EE6A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" name="矩形 273">
                <a:extLst>
                  <a:ext uri="{FF2B5EF4-FFF2-40B4-BE49-F238E27FC236}">
                    <a16:creationId xmlns:a16="http://schemas.microsoft.com/office/drawing/2014/main" id="{F72E6E92-01FF-53B4-987F-7504B5F6508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" name="矩形 274">
                <a:extLst>
                  <a:ext uri="{FF2B5EF4-FFF2-40B4-BE49-F238E27FC236}">
                    <a16:creationId xmlns:a16="http://schemas.microsoft.com/office/drawing/2014/main" id="{F37E954C-A41A-13B6-8F3E-DB6809E431F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" name="矩形 275">
                <a:extLst>
                  <a:ext uri="{FF2B5EF4-FFF2-40B4-BE49-F238E27FC236}">
                    <a16:creationId xmlns:a16="http://schemas.microsoft.com/office/drawing/2014/main" id="{8F9D6DC4-4FD5-86C3-C0D9-AA33D2CBDA1E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" name="矩形 276">
                <a:extLst>
                  <a:ext uri="{FF2B5EF4-FFF2-40B4-BE49-F238E27FC236}">
                    <a16:creationId xmlns:a16="http://schemas.microsoft.com/office/drawing/2014/main" id="{B403661C-8636-2A9E-0F4F-FE865508DB1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" name="矩形 277">
                <a:extLst>
                  <a:ext uri="{FF2B5EF4-FFF2-40B4-BE49-F238E27FC236}">
                    <a16:creationId xmlns:a16="http://schemas.microsoft.com/office/drawing/2014/main" id="{4A4A1B4A-6DC7-6086-1C39-D0E4C2EFC50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" name="矩形 278">
                <a:extLst>
                  <a:ext uri="{FF2B5EF4-FFF2-40B4-BE49-F238E27FC236}">
                    <a16:creationId xmlns:a16="http://schemas.microsoft.com/office/drawing/2014/main" id="{432FB858-DBCF-1625-4DE5-BEE5187A2E6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" name="矩形 279">
                <a:extLst>
                  <a:ext uri="{FF2B5EF4-FFF2-40B4-BE49-F238E27FC236}">
                    <a16:creationId xmlns:a16="http://schemas.microsoft.com/office/drawing/2014/main" id="{4B1746A0-E861-6391-2D69-DB538A14FD26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81" name="直接箭头连接符 280">
                <a:extLst>
                  <a:ext uri="{FF2B5EF4-FFF2-40B4-BE49-F238E27FC236}">
                    <a16:creationId xmlns:a16="http://schemas.microsoft.com/office/drawing/2014/main" id="{E4F2A554-10E6-80E9-F425-9A08F85EDC85}"/>
                  </a:ext>
                </a:extLst>
              </p:cNvPr>
              <p:cNvCxnSpPr>
                <a:cxnSpLocks/>
                <a:endCxn id="27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2" name="组合 281">
              <a:extLst>
                <a:ext uri="{FF2B5EF4-FFF2-40B4-BE49-F238E27FC236}">
                  <a16:creationId xmlns:a16="http://schemas.microsoft.com/office/drawing/2014/main" id="{C581383F-6B95-2736-2A8B-9B3BC491385F}"/>
                </a:ext>
              </a:extLst>
            </p:cNvPr>
            <p:cNvGrpSpPr/>
            <p:nvPr/>
          </p:nvGrpSpPr>
          <p:grpSpPr>
            <a:xfrm>
              <a:off x="4131734" y="1085201"/>
              <a:ext cx="759776" cy="472665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3" name="矩形 282">
                    <a:extLst>
                      <a:ext uri="{FF2B5EF4-FFF2-40B4-BE49-F238E27FC236}">
                        <a16:creationId xmlns:a16="http://schemas.microsoft.com/office/drawing/2014/main" id="{C6A93CD4-AE41-BBA3-97FD-0D6F28946AEE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𝑝𝑦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83" name="矩形 282">
                    <a:extLst>
                      <a:ext uri="{FF2B5EF4-FFF2-40B4-BE49-F238E27FC236}">
                        <a16:creationId xmlns:a16="http://schemas.microsoft.com/office/drawing/2014/main" id="{C6A93CD4-AE41-BBA3-97FD-0D6F28946AE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84" name="矩形 283">
                <a:extLst>
                  <a:ext uri="{FF2B5EF4-FFF2-40B4-BE49-F238E27FC236}">
                    <a16:creationId xmlns:a16="http://schemas.microsoft.com/office/drawing/2014/main" id="{2A61F728-238C-5214-6F77-737C09E2409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" name="矩形 284">
                <a:extLst>
                  <a:ext uri="{FF2B5EF4-FFF2-40B4-BE49-F238E27FC236}">
                    <a16:creationId xmlns:a16="http://schemas.microsoft.com/office/drawing/2014/main" id="{20DCAD7C-D61B-104E-940C-F641EFD82FEE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" name="矩形 285">
                <a:extLst>
                  <a:ext uri="{FF2B5EF4-FFF2-40B4-BE49-F238E27FC236}">
                    <a16:creationId xmlns:a16="http://schemas.microsoft.com/office/drawing/2014/main" id="{E4D3D7A1-ADD6-12E1-E51B-6B77C10AFFC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" name="矩形 286">
                <a:extLst>
                  <a:ext uri="{FF2B5EF4-FFF2-40B4-BE49-F238E27FC236}">
                    <a16:creationId xmlns:a16="http://schemas.microsoft.com/office/drawing/2014/main" id="{98FCF7F9-99D8-CF04-564C-324490779DB3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" name="矩形 287">
                <a:extLst>
                  <a:ext uri="{FF2B5EF4-FFF2-40B4-BE49-F238E27FC236}">
                    <a16:creationId xmlns:a16="http://schemas.microsoft.com/office/drawing/2014/main" id="{9EC10E40-3633-9CEC-28BF-6D30FF995C15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" name="矩形 288">
                <a:extLst>
                  <a:ext uri="{FF2B5EF4-FFF2-40B4-BE49-F238E27FC236}">
                    <a16:creationId xmlns:a16="http://schemas.microsoft.com/office/drawing/2014/main" id="{CB8C3145-ABBA-C74E-60BB-9E06F0D5EC3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" name="矩形 289">
                <a:extLst>
                  <a:ext uri="{FF2B5EF4-FFF2-40B4-BE49-F238E27FC236}">
                    <a16:creationId xmlns:a16="http://schemas.microsoft.com/office/drawing/2014/main" id="{5DF24459-F649-7C1B-4CA3-C2977AD5B84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" name="矩形 290">
                <a:extLst>
                  <a:ext uri="{FF2B5EF4-FFF2-40B4-BE49-F238E27FC236}">
                    <a16:creationId xmlns:a16="http://schemas.microsoft.com/office/drawing/2014/main" id="{4E40BA1A-FFDC-C259-C7BA-DFEA7EEF6499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" name="矩形 291">
                <a:extLst>
                  <a:ext uri="{FF2B5EF4-FFF2-40B4-BE49-F238E27FC236}">
                    <a16:creationId xmlns:a16="http://schemas.microsoft.com/office/drawing/2014/main" id="{BF4732D5-5D06-CF87-3632-235F958D24DA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93" name="直接箭头连接符 292">
                <a:extLst>
                  <a:ext uri="{FF2B5EF4-FFF2-40B4-BE49-F238E27FC236}">
                    <a16:creationId xmlns:a16="http://schemas.microsoft.com/office/drawing/2014/main" id="{4EB65327-17DE-8B1C-2F2C-28C3AB39DE49}"/>
                  </a:ext>
                </a:extLst>
              </p:cNvPr>
              <p:cNvCxnSpPr>
                <a:cxnSpLocks/>
                <a:endCxn id="29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95" name="直接箭头连接符 294">
              <a:extLst>
                <a:ext uri="{FF2B5EF4-FFF2-40B4-BE49-F238E27FC236}">
                  <a16:creationId xmlns:a16="http://schemas.microsoft.com/office/drawing/2014/main" id="{7CD2EF90-7B0D-B860-EA03-B96C62D34B1B}"/>
                </a:ext>
              </a:extLst>
            </p:cNvPr>
            <p:cNvCxnSpPr>
              <a:cxnSpLocks/>
              <a:stCxn id="179" idx="3"/>
              <a:endCxn id="119" idx="2"/>
            </p:cNvCxnSpPr>
            <p:nvPr/>
          </p:nvCxnSpPr>
          <p:spPr>
            <a:xfrm>
              <a:off x="2322332" y="2312296"/>
              <a:ext cx="55516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直接箭头连接符 297">
              <a:extLst>
                <a:ext uri="{FF2B5EF4-FFF2-40B4-BE49-F238E27FC236}">
                  <a16:creationId xmlns:a16="http://schemas.microsoft.com/office/drawing/2014/main" id="{35C2B0C9-BB43-EEBE-1B93-C1652DD8A762}"/>
                </a:ext>
              </a:extLst>
            </p:cNvPr>
            <p:cNvCxnSpPr>
              <a:cxnSpLocks/>
              <a:stCxn id="119" idx="6"/>
              <a:endCxn id="199" idx="1"/>
            </p:cNvCxnSpPr>
            <p:nvPr/>
          </p:nvCxnSpPr>
          <p:spPr>
            <a:xfrm>
              <a:off x="3150880" y="2312296"/>
              <a:ext cx="558910" cy="482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1" name="直接箭头连接符 300">
              <a:extLst>
                <a:ext uri="{FF2B5EF4-FFF2-40B4-BE49-F238E27FC236}">
                  <a16:creationId xmlns:a16="http://schemas.microsoft.com/office/drawing/2014/main" id="{869661FA-D1B7-1B95-F761-F7B5E6615E00}"/>
                </a:ext>
              </a:extLst>
            </p:cNvPr>
            <p:cNvCxnSpPr>
              <a:cxnSpLocks/>
              <a:stCxn id="287" idx="1"/>
              <a:endCxn id="119" idx="0"/>
            </p:cNvCxnSpPr>
            <p:nvPr/>
          </p:nvCxnSpPr>
          <p:spPr>
            <a:xfrm rot="10800000" flipV="1">
              <a:off x="3014190" y="1324097"/>
              <a:ext cx="1119438" cy="845691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4" name="直接箭头连接符 300">
              <a:extLst>
                <a:ext uri="{FF2B5EF4-FFF2-40B4-BE49-F238E27FC236}">
                  <a16:creationId xmlns:a16="http://schemas.microsoft.com/office/drawing/2014/main" id="{FAD2168D-F4D9-8044-FB9C-965901A3B0CC}"/>
                </a:ext>
              </a:extLst>
            </p:cNvPr>
            <p:cNvCxnSpPr>
              <a:cxnSpLocks/>
              <a:stCxn id="201" idx="3"/>
              <a:endCxn id="289" idx="3"/>
            </p:cNvCxnSpPr>
            <p:nvPr/>
          </p:nvCxnSpPr>
          <p:spPr>
            <a:xfrm flipH="1" flipV="1">
              <a:off x="4891510" y="1324098"/>
              <a:ext cx="315835" cy="993027"/>
            </a:xfrm>
            <a:prstGeom prst="bentConnector3">
              <a:avLst>
                <a:gd name="adj1" fmla="val -10991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5" name="直接箭头连接符 304">
              <a:extLst>
                <a:ext uri="{FF2B5EF4-FFF2-40B4-BE49-F238E27FC236}">
                  <a16:creationId xmlns:a16="http://schemas.microsoft.com/office/drawing/2014/main" id="{4BE378F2-B2D2-B4E0-7F3F-F229760CE31D}"/>
                </a:ext>
              </a:extLst>
            </p:cNvPr>
            <p:cNvCxnSpPr>
              <a:cxnSpLocks/>
              <a:stCxn id="201" idx="3"/>
              <a:endCxn id="140" idx="1"/>
            </p:cNvCxnSpPr>
            <p:nvPr/>
          </p:nvCxnSpPr>
          <p:spPr>
            <a:xfrm flipV="1">
              <a:off x="5207345" y="2309165"/>
              <a:ext cx="816153" cy="796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6" name="直接箭头连接符 300">
              <a:extLst>
                <a:ext uri="{FF2B5EF4-FFF2-40B4-BE49-F238E27FC236}">
                  <a16:creationId xmlns:a16="http://schemas.microsoft.com/office/drawing/2014/main" id="{9480023A-4614-B495-EE02-F97ECE05A0BD}"/>
                </a:ext>
              </a:extLst>
            </p:cNvPr>
            <p:cNvCxnSpPr>
              <a:cxnSpLocks/>
              <a:stCxn id="140" idx="3"/>
              <a:endCxn id="207" idx="0"/>
            </p:cNvCxnSpPr>
            <p:nvPr/>
          </p:nvCxnSpPr>
          <p:spPr>
            <a:xfrm flipH="1">
              <a:off x="1213642" y="2309165"/>
              <a:ext cx="5243118" cy="1539976"/>
            </a:xfrm>
            <a:prstGeom prst="bentConnector4">
              <a:avLst>
                <a:gd name="adj1" fmla="val -4360"/>
                <a:gd name="adj2" fmla="val 56116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5" name="直接箭头连接符 314">
              <a:extLst>
                <a:ext uri="{FF2B5EF4-FFF2-40B4-BE49-F238E27FC236}">
                  <a16:creationId xmlns:a16="http://schemas.microsoft.com/office/drawing/2014/main" id="{6EC84FC3-1480-3F71-7AB6-4D9286641201}"/>
                </a:ext>
              </a:extLst>
            </p:cNvPr>
            <p:cNvCxnSpPr>
              <a:cxnSpLocks/>
              <a:stCxn id="207" idx="6"/>
              <a:endCxn id="208" idx="2"/>
            </p:cNvCxnSpPr>
            <p:nvPr/>
          </p:nvCxnSpPr>
          <p:spPr>
            <a:xfrm>
              <a:off x="1350332" y="3991648"/>
              <a:ext cx="511310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8" name="直接箭头连接符 317">
              <a:extLst>
                <a:ext uri="{FF2B5EF4-FFF2-40B4-BE49-F238E27FC236}">
                  <a16:creationId xmlns:a16="http://schemas.microsoft.com/office/drawing/2014/main" id="{60F562C4-0CA6-EBEC-8977-1CEDA47A8EE1}"/>
                </a:ext>
              </a:extLst>
            </p:cNvPr>
            <p:cNvCxnSpPr>
              <a:cxnSpLocks/>
              <a:stCxn id="208" idx="6"/>
              <a:endCxn id="210" idx="1"/>
            </p:cNvCxnSpPr>
            <p:nvPr/>
          </p:nvCxnSpPr>
          <p:spPr>
            <a:xfrm>
              <a:off x="2135022" y="3991649"/>
              <a:ext cx="485449" cy="655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1" name="直接箭头连接符 320">
              <a:extLst>
                <a:ext uri="{FF2B5EF4-FFF2-40B4-BE49-F238E27FC236}">
                  <a16:creationId xmlns:a16="http://schemas.microsoft.com/office/drawing/2014/main" id="{4B6B73CB-8C47-5C0D-DFF9-ED96876C759F}"/>
                </a:ext>
              </a:extLst>
            </p:cNvPr>
            <p:cNvCxnSpPr>
              <a:cxnSpLocks/>
              <a:stCxn id="216" idx="3"/>
              <a:endCxn id="234" idx="1"/>
            </p:cNvCxnSpPr>
            <p:nvPr/>
          </p:nvCxnSpPr>
          <p:spPr>
            <a:xfrm>
              <a:off x="3102065" y="4007586"/>
              <a:ext cx="650686" cy="99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3" name="直接箭头连接符 332">
              <a:extLst>
                <a:ext uri="{FF2B5EF4-FFF2-40B4-BE49-F238E27FC236}">
                  <a16:creationId xmlns:a16="http://schemas.microsoft.com/office/drawing/2014/main" id="{55A5350F-B4B2-5489-4D00-A62963389F27}"/>
                </a:ext>
              </a:extLst>
            </p:cNvPr>
            <p:cNvCxnSpPr>
              <a:cxnSpLocks/>
              <a:stCxn id="234" idx="3"/>
              <a:endCxn id="250" idx="1"/>
            </p:cNvCxnSpPr>
            <p:nvPr/>
          </p:nvCxnSpPr>
          <p:spPr>
            <a:xfrm flipV="1">
              <a:off x="5386285" y="3995548"/>
              <a:ext cx="1165735" cy="13034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直接箭头连接符 335">
              <a:extLst>
                <a:ext uri="{FF2B5EF4-FFF2-40B4-BE49-F238E27FC236}">
                  <a16:creationId xmlns:a16="http://schemas.microsoft.com/office/drawing/2014/main" id="{B0D3E7BF-71F0-1013-44E8-9AA27717E185}"/>
                </a:ext>
              </a:extLst>
            </p:cNvPr>
            <p:cNvCxnSpPr>
              <a:cxnSpLocks/>
              <a:stCxn id="252" idx="3"/>
              <a:endCxn id="257" idx="2"/>
            </p:cNvCxnSpPr>
            <p:nvPr/>
          </p:nvCxnSpPr>
          <p:spPr>
            <a:xfrm>
              <a:off x="8449734" y="3995548"/>
              <a:ext cx="537448" cy="1658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0" name="直接箭头连接符 339">
              <a:extLst>
                <a:ext uri="{FF2B5EF4-FFF2-40B4-BE49-F238E27FC236}">
                  <a16:creationId xmlns:a16="http://schemas.microsoft.com/office/drawing/2014/main" id="{569D3081-7EF7-6C5C-1342-B77A3EA19570}"/>
                </a:ext>
              </a:extLst>
            </p:cNvPr>
            <p:cNvCxnSpPr>
              <a:cxnSpLocks/>
              <a:stCxn id="257" idx="6"/>
              <a:endCxn id="263" idx="1"/>
            </p:cNvCxnSpPr>
            <p:nvPr/>
          </p:nvCxnSpPr>
          <p:spPr>
            <a:xfrm flipV="1">
              <a:off x="9260562" y="4004707"/>
              <a:ext cx="600573" cy="742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3" name="直接箭头连接符 342">
              <a:extLst>
                <a:ext uri="{FF2B5EF4-FFF2-40B4-BE49-F238E27FC236}">
                  <a16:creationId xmlns:a16="http://schemas.microsoft.com/office/drawing/2014/main" id="{4E28D3BB-CFD3-2E32-A933-20D913378B7B}"/>
                </a:ext>
              </a:extLst>
            </p:cNvPr>
            <p:cNvCxnSpPr>
              <a:cxnSpLocks/>
              <a:stCxn id="265" idx="3"/>
            </p:cNvCxnSpPr>
            <p:nvPr/>
          </p:nvCxnSpPr>
          <p:spPr>
            <a:xfrm flipV="1">
              <a:off x="10578146" y="3991647"/>
              <a:ext cx="995787" cy="1306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6" name="直接箭头连接符 300">
              <a:extLst>
                <a:ext uri="{FF2B5EF4-FFF2-40B4-BE49-F238E27FC236}">
                  <a16:creationId xmlns:a16="http://schemas.microsoft.com/office/drawing/2014/main" id="{B568B620-583B-B7EF-2209-C8CAF1FA5398}"/>
                </a:ext>
              </a:extLst>
            </p:cNvPr>
            <p:cNvCxnSpPr>
              <a:cxnSpLocks/>
              <a:stCxn id="259" idx="3"/>
              <a:endCxn id="277" idx="3"/>
            </p:cNvCxnSpPr>
            <p:nvPr/>
          </p:nvCxnSpPr>
          <p:spPr>
            <a:xfrm flipH="1">
              <a:off x="7135177" y="3987934"/>
              <a:ext cx="3441177" cy="2125318"/>
            </a:xfrm>
            <a:prstGeom prst="bentConnector3">
              <a:avLst>
                <a:gd name="adj1" fmla="val -6643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9" name="直接箭头连接符 300">
              <a:extLst>
                <a:ext uri="{FF2B5EF4-FFF2-40B4-BE49-F238E27FC236}">
                  <a16:creationId xmlns:a16="http://schemas.microsoft.com/office/drawing/2014/main" id="{8FE8C067-0E09-DA0A-25A3-648C0DABEFF2}"/>
                </a:ext>
              </a:extLst>
            </p:cNvPr>
            <p:cNvCxnSpPr>
              <a:cxnSpLocks/>
              <a:stCxn id="271" idx="1"/>
              <a:endCxn id="207" idx="4"/>
            </p:cNvCxnSpPr>
            <p:nvPr/>
          </p:nvCxnSpPr>
          <p:spPr>
            <a:xfrm rot="10800000">
              <a:off x="1213642" y="4134154"/>
              <a:ext cx="5487190" cy="1973890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352" name="组合 351">
              <a:extLst>
                <a:ext uri="{FF2B5EF4-FFF2-40B4-BE49-F238E27FC236}">
                  <a16:creationId xmlns:a16="http://schemas.microsoft.com/office/drawing/2014/main" id="{8F7E3427-CEFC-2A08-6ADE-C8B6CE2481E3}"/>
                </a:ext>
              </a:extLst>
            </p:cNvPr>
            <p:cNvGrpSpPr/>
            <p:nvPr/>
          </p:nvGrpSpPr>
          <p:grpSpPr>
            <a:xfrm>
              <a:off x="2599916" y="4876304"/>
              <a:ext cx="2591620" cy="821161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3" name="矩形 352">
                    <a:extLst>
                      <a:ext uri="{FF2B5EF4-FFF2-40B4-BE49-F238E27FC236}">
                        <a16:creationId xmlns:a16="http://schemas.microsoft.com/office/drawing/2014/main" id="{7290F00A-6F9F-6395-5C8B-4C816AB1FDED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𝑓</m:t>
                                  </m:r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𝑒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d>
                            <m:d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sSubSup>
                                    <m:sSubSup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3</m:t>
                                      </m:r>
                                    </m:sub>
                                    <m:sup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𝜉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3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CN" sz="1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微软雅黑" panose="020B0503020204020204" pitchFamily="34" charset="-122"/>
                                        </a:rPr>
                                        <m:t>3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+1</m:t>
                              </m:r>
                            </m:e>
                          </m:d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53" name="矩形 352">
                    <a:extLst>
                      <a:ext uri="{FF2B5EF4-FFF2-40B4-BE49-F238E27FC236}">
                        <a16:creationId xmlns:a16="http://schemas.microsoft.com/office/drawing/2014/main" id="{7290F00A-6F9F-6395-5C8B-4C816AB1FDE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4" name="矩形 353">
                <a:extLst>
                  <a:ext uri="{FF2B5EF4-FFF2-40B4-BE49-F238E27FC236}">
                    <a16:creationId xmlns:a16="http://schemas.microsoft.com/office/drawing/2014/main" id="{9B282050-4A81-E14D-5D26-754259F52EAB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" name="矩形 354">
                <a:extLst>
                  <a:ext uri="{FF2B5EF4-FFF2-40B4-BE49-F238E27FC236}">
                    <a16:creationId xmlns:a16="http://schemas.microsoft.com/office/drawing/2014/main" id="{E9EF06A8-C7E2-CAE7-DFEB-1BE49436642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" name="矩形 355">
                <a:extLst>
                  <a:ext uri="{FF2B5EF4-FFF2-40B4-BE49-F238E27FC236}">
                    <a16:creationId xmlns:a16="http://schemas.microsoft.com/office/drawing/2014/main" id="{29A1E36B-D098-CBAB-C0F0-8892D74BE34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" name="矩形 356">
                <a:extLst>
                  <a:ext uri="{FF2B5EF4-FFF2-40B4-BE49-F238E27FC236}">
                    <a16:creationId xmlns:a16="http://schemas.microsoft.com/office/drawing/2014/main" id="{294D9F51-066D-52C1-9B48-133BF86E7D0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" name="矩形 357">
                <a:extLst>
                  <a:ext uri="{FF2B5EF4-FFF2-40B4-BE49-F238E27FC236}">
                    <a16:creationId xmlns:a16="http://schemas.microsoft.com/office/drawing/2014/main" id="{BB0F115E-C21E-B528-AD08-3D63C6DA012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" name="矩形 358">
                <a:extLst>
                  <a:ext uri="{FF2B5EF4-FFF2-40B4-BE49-F238E27FC236}">
                    <a16:creationId xmlns:a16="http://schemas.microsoft.com/office/drawing/2014/main" id="{DD5FAF5A-AC07-6AD5-0B96-E37AC72E6AE6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" name="矩形 359">
                <a:extLst>
                  <a:ext uri="{FF2B5EF4-FFF2-40B4-BE49-F238E27FC236}">
                    <a16:creationId xmlns:a16="http://schemas.microsoft.com/office/drawing/2014/main" id="{01F71B9A-9985-CF4A-F051-BCA79CBA14B5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" name="矩形 360">
                <a:extLst>
                  <a:ext uri="{FF2B5EF4-FFF2-40B4-BE49-F238E27FC236}">
                    <a16:creationId xmlns:a16="http://schemas.microsoft.com/office/drawing/2014/main" id="{51C56DCA-9376-FB76-6458-3BC95DF6097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" name="矩形 361">
                <a:extLst>
                  <a:ext uri="{FF2B5EF4-FFF2-40B4-BE49-F238E27FC236}">
                    <a16:creationId xmlns:a16="http://schemas.microsoft.com/office/drawing/2014/main" id="{F45FC8A0-E185-F8F2-EF7F-6A37974885D4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63" name="直接箭头连接符 362">
                <a:extLst>
                  <a:ext uri="{FF2B5EF4-FFF2-40B4-BE49-F238E27FC236}">
                    <a16:creationId xmlns:a16="http://schemas.microsoft.com/office/drawing/2014/main" id="{2CFC3882-BE5F-82DD-66F1-40EEC819A604}"/>
                  </a:ext>
                </a:extLst>
              </p:cNvPr>
              <p:cNvCxnSpPr>
                <a:cxnSpLocks/>
                <a:endCxn id="36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64" name="直接箭头连接符 300">
              <a:extLst>
                <a:ext uri="{FF2B5EF4-FFF2-40B4-BE49-F238E27FC236}">
                  <a16:creationId xmlns:a16="http://schemas.microsoft.com/office/drawing/2014/main" id="{F9A49DC1-4F82-0C8F-F998-41A3EF6F9544}"/>
                </a:ext>
              </a:extLst>
            </p:cNvPr>
            <p:cNvCxnSpPr>
              <a:cxnSpLocks/>
              <a:stCxn id="234" idx="3"/>
              <a:endCxn id="359" idx="3"/>
            </p:cNvCxnSpPr>
            <p:nvPr/>
          </p:nvCxnSpPr>
          <p:spPr>
            <a:xfrm flipH="1">
              <a:off x="5191536" y="4008582"/>
              <a:ext cx="194749" cy="1282759"/>
            </a:xfrm>
            <a:prstGeom prst="bentConnector3">
              <a:avLst>
                <a:gd name="adj1" fmla="val -265196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7" name="直接箭头连接符 300">
              <a:extLst>
                <a:ext uri="{FF2B5EF4-FFF2-40B4-BE49-F238E27FC236}">
                  <a16:creationId xmlns:a16="http://schemas.microsoft.com/office/drawing/2014/main" id="{2C307651-9CA3-2222-80E7-8C187608650B}"/>
                </a:ext>
              </a:extLst>
            </p:cNvPr>
            <p:cNvCxnSpPr>
              <a:cxnSpLocks/>
              <a:stCxn id="357" idx="1"/>
              <a:endCxn id="208" idx="4"/>
            </p:cNvCxnSpPr>
            <p:nvPr/>
          </p:nvCxnSpPr>
          <p:spPr>
            <a:xfrm rot="10800000">
              <a:off x="1998332" y="4134155"/>
              <a:ext cx="608044" cy="1157186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0" name="文本框 369">
                  <a:extLst>
                    <a:ext uri="{FF2B5EF4-FFF2-40B4-BE49-F238E27FC236}">
                      <a16:creationId xmlns:a16="http://schemas.microsoft.com/office/drawing/2014/main" id="{BF9E54B6-532A-50DC-7A05-6CDF241A5DCB}"/>
                    </a:ext>
                  </a:extLst>
                </p:cNvPr>
                <p:cNvSpPr txBox="1"/>
                <p:nvPr/>
              </p:nvSpPr>
              <p:spPr>
                <a:xfrm>
                  <a:off x="778147" y="3570653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0" name="文本框 369">
                  <a:extLst>
                    <a:ext uri="{FF2B5EF4-FFF2-40B4-BE49-F238E27FC236}">
                      <a16:creationId xmlns:a16="http://schemas.microsoft.com/office/drawing/2014/main" id="{BF9E54B6-532A-50DC-7A05-6CDF241A5D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147" y="3570653"/>
                  <a:ext cx="273380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1" name="文本框 370">
                  <a:extLst>
                    <a:ext uri="{FF2B5EF4-FFF2-40B4-BE49-F238E27FC236}">
                      <a16:creationId xmlns:a16="http://schemas.microsoft.com/office/drawing/2014/main" id="{412D23BB-F90E-ACF4-3793-8A7E61C7EE20}"/>
                    </a:ext>
                  </a:extLst>
                </p:cNvPr>
                <p:cNvSpPr txBox="1"/>
                <p:nvPr/>
              </p:nvSpPr>
              <p:spPr>
                <a:xfrm>
                  <a:off x="8558914" y="3684962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1" name="文本框 370">
                  <a:extLst>
                    <a:ext uri="{FF2B5EF4-FFF2-40B4-BE49-F238E27FC236}">
                      <a16:creationId xmlns:a16="http://schemas.microsoft.com/office/drawing/2014/main" id="{412D23BB-F90E-ACF4-3793-8A7E61C7EE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58914" y="3684962"/>
                  <a:ext cx="273380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文本框 371">
                  <a:extLst>
                    <a:ext uri="{FF2B5EF4-FFF2-40B4-BE49-F238E27FC236}">
                      <a16:creationId xmlns:a16="http://schemas.microsoft.com/office/drawing/2014/main" id="{8D72EB9D-792F-3D96-B13B-57560239D0ED}"/>
                    </a:ext>
                  </a:extLst>
                </p:cNvPr>
                <p:cNvSpPr txBox="1"/>
                <p:nvPr/>
              </p:nvSpPr>
              <p:spPr>
                <a:xfrm>
                  <a:off x="785810" y="4134154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2" name="文本框 371">
                  <a:extLst>
                    <a:ext uri="{FF2B5EF4-FFF2-40B4-BE49-F238E27FC236}">
                      <a16:creationId xmlns:a16="http://schemas.microsoft.com/office/drawing/2014/main" id="{8D72EB9D-792F-3D96-B13B-57560239D0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10" y="4134154"/>
                  <a:ext cx="273380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11364" r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3" name="文本框 372">
                  <a:extLst>
                    <a:ext uri="{FF2B5EF4-FFF2-40B4-BE49-F238E27FC236}">
                      <a16:creationId xmlns:a16="http://schemas.microsoft.com/office/drawing/2014/main" id="{71FE6265-4588-02A2-4A72-0AF77815146E}"/>
                    </a:ext>
                  </a:extLst>
                </p:cNvPr>
                <p:cNvSpPr txBox="1"/>
                <p:nvPr/>
              </p:nvSpPr>
              <p:spPr>
                <a:xfrm>
                  <a:off x="9123872" y="3476096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3" name="文本框 372">
                  <a:extLst>
                    <a:ext uri="{FF2B5EF4-FFF2-40B4-BE49-F238E27FC236}">
                      <a16:creationId xmlns:a16="http://schemas.microsoft.com/office/drawing/2014/main" id="{71FE6265-4588-02A2-4A72-0AF778151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3872" y="3476096"/>
                  <a:ext cx="273380" cy="369332"/>
                </a:xfrm>
                <a:prstGeom prst="rect">
                  <a:avLst/>
                </a:prstGeom>
                <a:blipFill>
                  <a:blip r:embed="rId17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4" name="直接箭头连接符 373">
              <a:extLst>
                <a:ext uri="{FF2B5EF4-FFF2-40B4-BE49-F238E27FC236}">
                  <a16:creationId xmlns:a16="http://schemas.microsoft.com/office/drawing/2014/main" id="{1F4B4A64-9332-EFA9-8E1B-1234E653506F}"/>
                </a:ext>
              </a:extLst>
            </p:cNvPr>
            <p:cNvCxnSpPr>
              <a:cxnSpLocks/>
              <a:endCxn id="257" idx="0"/>
            </p:cNvCxnSpPr>
            <p:nvPr/>
          </p:nvCxnSpPr>
          <p:spPr>
            <a:xfrm>
              <a:off x="9123872" y="2633133"/>
              <a:ext cx="0" cy="123649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7" name="文本框 376">
                  <a:extLst>
                    <a:ext uri="{FF2B5EF4-FFF2-40B4-BE49-F238E27FC236}">
                      <a16:creationId xmlns:a16="http://schemas.microsoft.com/office/drawing/2014/main" id="{190D2BEB-5C5F-C5FD-20FA-0BD3FC86EBB4}"/>
                    </a:ext>
                  </a:extLst>
                </p:cNvPr>
                <p:cNvSpPr txBox="1"/>
                <p:nvPr/>
              </p:nvSpPr>
              <p:spPr>
                <a:xfrm>
                  <a:off x="2580927" y="1991777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7" name="文本框 376">
                  <a:extLst>
                    <a:ext uri="{FF2B5EF4-FFF2-40B4-BE49-F238E27FC236}">
                      <a16:creationId xmlns:a16="http://schemas.microsoft.com/office/drawing/2014/main" id="{190D2BEB-5C5F-C5FD-20FA-0BD3FC86EB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80927" y="1991777"/>
                  <a:ext cx="273380" cy="369332"/>
                </a:xfrm>
                <a:prstGeom prst="rect">
                  <a:avLst/>
                </a:prstGeom>
                <a:blipFill>
                  <a:blip r:embed="rId18"/>
                  <a:stretch>
                    <a:fillRect l="-11111" r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8" name="文本框 377">
                  <a:extLst>
                    <a:ext uri="{FF2B5EF4-FFF2-40B4-BE49-F238E27FC236}">
                      <a16:creationId xmlns:a16="http://schemas.microsoft.com/office/drawing/2014/main" id="{9CB8E247-A57A-3FB9-6315-5364C4390D15}"/>
                    </a:ext>
                  </a:extLst>
                </p:cNvPr>
                <p:cNvSpPr txBox="1"/>
                <p:nvPr/>
              </p:nvSpPr>
              <p:spPr>
                <a:xfrm>
                  <a:off x="1397588" y="3609585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8" name="文本框 377">
                  <a:extLst>
                    <a:ext uri="{FF2B5EF4-FFF2-40B4-BE49-F238E27FC236}">
                      <a16:creationId xmlns:a16="http://schemas.microsoft.com/office/drawing/2014/main" id="{9CB8E247-A57A-3FB9-6315-5364C4390D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7588" y="3609585"/>
                  <a:ext cx="416797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0" name="文本框 379">
                  <a:extLst>
                    <a:ext uri="{FF2B5EF4-FFF2-40B4-BE49-F238E27FC236}">
                      <a16:creationId xmlns:a16="http://schemas.microsoft.com/office/drawing/2014/main" id="{70016A3A-696E-B35C-56C5-1814DFB6549A}"/>
                    </a:ext>
                  </a:extLst>
                </p:cNvPr>
                <p:cNvSpPr txBox="1"/>
                <p:nvPr/>
              </p:nvSpPr>
              <p:spPr>
                <a:xfrm>
                  <a:off x="3192934" y="3579319"/>
                  <a:ext cx="416797" cy="39158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0" name="文本框 379">
                  <a:extLst>
                    <a:ext uri="{FF2B5EF4-FFF2-40B4-BE49-F238E27FC236}">
                      <a16:creationId xmlns:a16="http://schemas.microsoft.com/office/drawing/2014/main" id="{70016A3A-696E-B35C-56C5-1814DFB654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2934" y="3579319"/>
                  <a:ext cx="416797" cy="391582"/>
                </a:xfrm>
                <a:prstGeom prst="rect">
                  <a:avLst/>
                </a:prstGeom>
                <a:blipFill>
                  <a:blip r:embed="rId20"/>
                  <a:stretch>
                    <a:fillRect b="-93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1" name="文本框 380">
                  <a:extLst>
                    <a:ext uri="{FF2B5EF4-FFF2-40B4-BE49-F238E27FC236}">
                      <a16:creationId xmlns:a16="http://schemas.microsoft.com/office/drawing/2014/main" id="{1C05185B-D09E-5244-DBF2-E1D6A89CF622}"/>
                    </a:ext>
                  </a:extLst>
                </p:cNvPr>
                <p:cNvSpPr txBox="1"/>
                <p:nvPr/>
              </p:nvSpPr>
              <p:spPr>
                <a:xfrm>
                  <a:off x="5760753" y="3579579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1" name="文本框 380">
                  <a:extLst>
                    <a:ext uri="{FF2B5EF4-FFF2-40B4-BE49-F238E27FC236}">
                      <a16:creationId xmlns:a16="http://schemas.microsoft.com/office/drawing/2014/main" id="{1C05185B-D09E-5244-DBF2-E1D6A89CF6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0753" y="3579579"/>
                  <a:ext cx="416797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2" name="文本框 381">
                  <a:extLst>
                    <a:ext uri="{FF2B5EF4-FFF2-40B4-BE49-F238E27FC236}">
                      <a16:creationId xmlns:a16="http://schemas.microsoft.com/office/drawing/2014/main" id="{BD118F53-445A-C50C-F7C5-5A5E8B6DAC69}"/>
                    </a:ext>
                  </a:extLst>
                </p:cNvPr>
                <p:cNvSpPr txBox="1"/>
                <p:nvPr/>
              </p:nvSpPr>
              <p:spPr>
                <a:xfrm>
                  <a:off x="9207052" y="2633133"/>
                  <a:ext cx="910613" cy="39158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2" name="文本框 381">
                  <a:extLst>
                    <a:ext uri="{FF2B5EF4-FFF2-40B4-BE49-F238E27FC236}">
                      <a16:creationId xmlns:a16="http://schemas.microsoft.com/office/drawing/2014/main" id="{BD118F53-445A-C50C-F7C5-5A5E8B6DAC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07052" y="2633133"/>
                  <a:ext cx="910613" cy="391582"/>
                </a:xfrm>
                <a:prstGeom prst="rect">
                  <a:avLst/>
                </a:prstGeom>
                <a:blipFill>
                  <a:blip r:embed="rId22"/>
                  <a:stretch>
                    <a:fillRect l="-4027" r="-671" b="-923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3" name="文本框 382">
                  <a:extLst>
                    <a:ext uri="{FF2B5EF4-FFF2-40B4-BE49-F238E27FC236}">
                      <a16:creationId xmlns:a16="http://schemas.microsoft.com/office/drawing/2014/main" id="{282A7533-B422-F549-1A9F-AB6DC4753A81}"/>
                    </a:ext>
                  </a:extLst>
                </p:cNvPr>
                <p:cNvSpPr txBox="1"/>
                <p:nvPr/>
              </p:nvSpPr>
              <p:spPr>
                <a:xfrm>
                  <a:off x="10918334" y="3570653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3" name="文本框 382">
                  <a:extLst>
                    <a:ext uri="{FF2B5EF4-FFF2-40B4-BE49-F238E27FC236}">
                      <a16:creationId xmlns:a16="http://schemas.microsoft.com/office/drawing/2014/main" id="{282A7533-B422-F549-1A9F-AB6DC4753A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18334" y="3570653"/>
                  <a:ext cx="416797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7592983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0C7F7-4167-2853-B258-BBFC74A2A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B68A7F35-F051-10E6-8A92-50EDBE50C312}"/>
              </a:ext>
            </a:extLst>
          </p:cNvPr>
          <p:cNvGrpSpPr/>
          <p:nvPr/>
        </p:nvGrpSpPr>
        <p:grpSpPr>
          <a:xfrm>
            <a:off x="2457179" y="181721"/>
            <a:ext cx="972000" cy="658766"/>
            <a:chOff x="975600" y="2080173"/>
            <a:chExt cx="972000" cy="658766"/>
          </a:xfrm>
        </p:grpSpPr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39E9B913-4493-E974-A1CF-7D7F795797FC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CB29A6A5-D3DB-8331-E671-E4569D0148EE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9D2F453E-0643-2CED-9F9F-D815597087F9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775A5CD4-BE1E-D0E9-A2E1-A930DDF17E96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E4E5EEA2-EA15-5346-1587-96E55798E6B3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D5E8F283-7B5F-F1CC-EFD4-1DEE220199D3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70F43AE5-2E61-2D48-52FB-F9F12FB2C88C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D02D5085-D010-7A05-B0E0-288437DC680C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E815BD2F-11B5-B2F8-E5D3-83821F703061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1CA786D9-4CFF-2999-24FC-B41562B3C37E}"/>
                </a:ext>
              </a:extLst>
            </p:cNvPr>
            <p:cNvCxnSpPr>
              <a:cxnSpLocks/>
              <a:endCxn id="13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89F6995D-E6A5-DC31-C324-7554D0702217}"/>
              </a:ext>
            </a:extLst>
          </p:cNvPr>
          <p:cNvGrpSpPr/>
          <p:nvPr/>
        </p:nvGrpSpPr>
        <p:grpSpPr>
          <a:xfrm>
            <a:off x="1051812" y="1699185"/>
            <a:ext cx="10088375" cy="2475364"/>
            <a:chOff x="607219" y="1206266"/>
            <a:chExt cx="10088375" cy="2475364"/>
          </a:xfrm>
        </p:grpSpPr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F913883E-E908-43CA-4F28-7A4F8FAFCFB2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607219" y="2332591"/>
              <a:ext cx="1018141" cy="1369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流程图: 汇总连接 17">
              <a:extLst>
                <a:ext uri="{FF2B5EF4-FFF2-40B4-BE49-F238E27FC236}">
                  <a16:creationId xmlns:a16="http://schemas.microsoft.com/office/drawing/2014/main" id="{3EC32895-116A-5B1B-BE5B-CBFB7CEB5832}"/>
                </a:ext>
              </a:extLst>
            </p:cNvPr>
            <p:cNvSpPr/>
            <p:nvPr/>
          </p:nvSpPr>
          <p:spPr>
            <a:xfrm>
              <a:off x="1625360" y="2203779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EA25DF02-3212-82DB-D5E9-98C82FB2A500}"/>
                    </a:ext>
                  </a:extLst>
                </p:cNvPr>
                <p:cNvSpPr txBox="1"/>
                <p:nvPr/>
              </p:nvSpPr>
              <p:spPr>
                <a:xfrm>
                  <a:off x="1351980" y="1970106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EA25DF02-3212-82DB-D5E9-98C82FB2A5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1980" y="1970106"/>
                  <a:ext cx="27338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1111" r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2DFB2064-BF61-2338-C343-0B571F0A6B66}"/>
                </a:ext>
              </a:extLst>
            </p:cNvPr>
            <p:cNvGrpSpPr/>
            <p:nvPr/>
          </p:nvGrpSpPr>
          <p:grpSpPr>
            <a:xfrm>
              <a:off x="2457179" y="2116844"/>
              <a:ext cx="2017731" cy="466507"/>
              <a:chOff x="973171" y="2080173"/>
              <a:chExt cx="974429" cy="658766"/>
            </a:xfrm>
          </p:grpSpPr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0D162B6F-5F9F-82A9-7BD0-0654C08D91F3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控制器、驱动放大器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94819E92-3E07-B5C5-C7C5-3C35E0F9378F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56BCAF08-98E6-BC30-5D40-39112CBB484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47580587-DB83-588F-E3EF-445B7102EF2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9E57C6C-696C-72C6-6729-7A85E4F99A9B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C3F5D0C2-CC68-B7B7-F3F0-32D9DCE1889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54063A16-4C5A-3AED-779F-3B279FA3B52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81CFAA59-47BA-A88C-2249-1F55047C59B8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45B4B103-352C-FE4D-643F-7ADC2776C52E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466B2603-619F-3CB4-B771-AF57070B4DD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57A8F41B-0F2E-262C-2AEA-401A81AE4746}"/>
                  </a:ext>
                </a:extLst>
              </p:cNvPr>
              <p:cNvCxnSpPr>
                <a:cxnSpLocks/>
                <a:endCxn id="2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BE4C8C78-7801-3727-2815-DF499D97E80C}"/>
                </a:ext>
              </a:extLst>
            </p:cNvPr>
            <p:cNvGrpSpPr/>
            <p:nvPr/>
          </p:nvGrpSpPr>
          <p:grpSpPr>
            <a:xfrm>
              <a:off x="4859861" y="2100187"/>
              <a:ext cx="1078501" cy="492195"/>
              <a:chOff x="973171" y="2080173"/>
              <a:chExt cx="974429" cy="658766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E8469F27-E5B6-374B-8D1F-89F46D2DDC52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伺服阀</a:t>
                </a: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D9705F49-3F3B-8659-83D8-207D6F7F33D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A3E042D3-0392-1A72-6CDC-FB93A6E644B2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DE1C636D-1F95-0CEB-34FA-6C9A5C0FDCEF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2E445064-1795-8F15-2610-47ED22BBB265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4EDA8C51-F925-7F19-F17B-AB4C9D496BEE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0F47AE05-A0AE-34C3-AA44-B9DEB65ADA9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5A170EE7-BFAA-DC65-D3F8-F703517F15AF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952E45FA-B672-A1FA-4F08-5F9E609EF97B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890CD3F2-2C56-02DE-80FD-A092B9ED42B8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F621328D-5FB3-7F6C-822D-4C1FAB0AF601}"/>
                  </a:ext>
                </a:extLst>
              </p:cNvPr>
              <p:cNvCxnSpPr>
                <a:cxnSpLocks/>
                <a:endCxn id="4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823DE1F7-22B5-088C-8F55-72699994C028}"/>
                </a:ext>
              </a:extLst>
            </p:cNvPr>
            <p:cNvGrpSpPr/>
            <p:nvPr/>
          </p:nvGrpSpPr>
          <p:grpSpPr>
            <a:xfrm>
              <a:off x="4857173" y="1206266"/>
              <a:ext cx="1078501" cy="492343"/>
              <a:chOff x="973171" y="2080173"/>
              <a:chExt cx="974429" cy="658766"/>
            </a:xfrm>
          </p:grpSpPr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71C980C8-8288-719B-F189-6641B0AE4994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油源系统</a:t>
                </a:r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9BCFC0B0-53B7-346D-6F42-E80B68CFCE47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7966D16F-F9EF-405B-4E44-D7D787ABD1D2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539CD95D-2C36-A106-8908-E21738F2D0DE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48FAD529-6D41-AD81-CA1F-FDF22AE0908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192605CB-626A-9C9A-DF87-824FA3145738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3296A06D-9D39-1C19-2D8E-DF07561E452B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E9F959EF-E0D0-947A-30F3-8A87A58B7BE4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395BDBD7-0A21-1F59-7FB3-9A8B17D2CAE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45E2D440-CE3D-4999-5BE3-4B67104C05B8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5" name="直接箭头连接符 54">
                <a:extLst>
                  <a:ext uri="{FF2B5EF4-FFF2-40B4-BE49-F238E27FC236}">
                    <a16:creationId xmlns:a16="http://schemas.microsoft.com/office/drawing/2014/main" id="{624B7546-CB4E-C969-EDFB-D51307148894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45ECFBFF-87CC-3320-2FAF-2C675E0610BF}"/>
                </a:ext>
              </a:extLst>
            </p:cNvPr>
            <p:cNvGrpSpPr/>
            <p:nvPr/>
          </p:nvGrpSpPr>
          <p:grpSpPr>
            <a:xfrm>
              <a:off x="6450059" y="2093654"/>
              <a:ext cx="1581421" cy="505261"/>
              <a:chOff x="973171" y="2080173"/>
              <a:chExt cx="974429" cy="658766"/>
            </a:xfrm>
          </p:grpSpPr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8C6DCAD8-155D-374F-B2A5-91305EB24C66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油缸</a:t>
                </a:r>
                <a:r>
                  <a:rPr lang="en-US" altLang="zh-CN" sz="14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/</a:t>
                </a:r>
                <a:r>
                  <a:rPr lang="zh-CN" altLang="en-US" sz="14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液压马达</a:t>
                </a: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D66AF048-4279-511F-143F-38700B2D0C6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FF91814F-D0B7-3243-48DB-690BC2B0AF6B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5B7B6481-2743-34C2-67BD-77B403BEDF04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6414D8A3-3D9B-8A04-8203-1EADC798C2C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F33179EC-C4D3-02B7-A235-7A1AC604D413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FFFB8C2-545C-1F2B-99A9-9075E3EC3E9E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2AE85FC-2F51-9CEF-50C3-9D4C1E0F1E08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C03A778-74F3-348D-90A3-330E7C01808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D078434E-F5F9-EB43-6B5E-C6B0557A7152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7" name="直接箭头连接符 66">
                <a:extLst>
                  <a:ext uri="{FF2B5EF4-FFF2-40B4-BE49-F238E27FC236}">
                    <a16:creationId xmlns:a16="http://schemas.microsoft.com/office/drawing/2014/main" id="{901A2163-7CBD-5D03-F56B-1F19608D3769}"/>
                  </a:ext>
                </a:extLst>
              </p:cNvPr>
              <p:cNvCxnSpPr>
                <a:cxnSpLocks/>
                <a:endCxn id="64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7F51C741-00E2-316B-25C7-CF4C5FCE44D9}"/>
                </a:ext>
              </a:extLst>
            </p:cNvPr>
            <p:cNvGrpSpPr/>
            <p:nvPr/>
          </p:nvGrpSpPr>
          <p:grpSpPr>
            <a:xfrm>
              <a:off x="8659625" y="2100113"/>
              <a:ext cx="1078501" cy="492343"/>
              <a:chOff x="973171" y="2080173"/>
              <a:chExt cx="974429" cy="658766"/>
            </a:xfrm>
          </p:grpSpPr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8A570C04-A8D0-70D7-123D-F633FF743428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负载</a:t>
                </a: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6CEBAE9F-DC25-E2C3-C17C-DEAF5C76D34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9ADACE70-4087-8B49-C484-964719F598DE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3BFC5A3A-F92D-CA85-C6CD-1A5515302B90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57428D-BEA2-C7FE-1AA8-CB637874226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2821AB95-BAEF-1CA4-68E6-6C103AAB1015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89185E45-B1A0-00C7-0391-3DEE66D60E8E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2A976CB7-51E7-E36D-EEC7-F4CB176ADD2C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1F5BA4B8-B584-53B8-F646-A86C1E5EF1F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5AE605AC-AC8B-53CF-25E4-22E7426D4E8F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9" name="直接箭头连接符 78">
                <a:extLst>
                  <a:ext uri="{FF2B5EF4-FFF2-40B4-BE49-F238E27FC236}">
                    <a16:creationId xmlns:a16="http://schemas.microsoft.com/office/drawing/2014/main" id="{B475B330-81B9-87D5-AB21-A69CCCCAB4DC}"/>
                  </a:ext>
                </a:extLst>
              </p:cNvPr>
              <p:cNvCxnSpPr>
                <a:cxnSpLocks/>
                <a:endCxn id="76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4C589F9C-2933-8B59-8D1E-2A1B631C902C}"/>
                </a:ext>
              </a:extLst>
            </p:cNvPr>
            <p:cNvGrpSpPr/>
            <p:nvPr/>
          </p:nvGrpSpPr>
          <p:grpSpPr>
            <a:xfrm>
              <a:off x="4640086" y="3176369"/>
              <a:ext cx="1581421" cy="505261"/>
              <a:chOff x="973171" y="2080173"/>
              <a:chExt cx="974429" cy="658766"/>
            </a:xfrm>
          </p:grpSpPr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48F5A923-501E-82B5-4F4D-9DDCF33A5450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rPr>
                  <a:t>反馈传感器</a:t>
                </a:r>
              </a:p>
            </p:txBody>
          </p:sp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98D3C3D0-A0F4-1A09-3647-BE40A65D167D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660742E6-04AC-368F-509C-68C6CDC8B02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E3B56E2D-79B0-B3E5-D923-78A832DF68B2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62949E5C-5DEA-0695-4DE0-26F07F29E86B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8802B623-98CE-66D6-92B9-7C869D849AD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1CB9D4BC-F17F-E506-D6CA-8FEB818F8AC3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A1101CA8-BA69-EC90-3641-C0C96A5A06AC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CB4B71A5-4F6A-DB84-697D-D190DDC87F5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F2C1F40C-4CC3-D233-10B0-ADC916B0BC6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1" name="直接箭头连接符 90">
                <a:extLst>
                  <a:ext uri="{FF2B5EF4-FFF2-40B4-BE49-F238E27FC236}">
                    <a16:creationId xmlns:a16="http://schemas.microsoft.com/office/drawing/2014/main" id="{E8BECD93-3949-6107-EC5D-CA08D3795A18}"/>
                  </a:ext>
                </a:extLst>
              </p:cNvPr>
              <p:cNvCxnSpPr>
                <a:cxnSpLocks/>
                <a:endCxn id="88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EB2B018F-6D8D-4096-AD49-47FC6C032236}"/>
                </a:ext>
              </a:extLst>
            </p:cNvPr>
            <p:cNvCxnSpPr>
              <a:cxnSpLocks/>
              <a:stCxn id="18" idx="6"/>
              <a:endCxn id="21" idx="1"/>
            </p:cNvCxnSpPr>
            <p:nvPr/>
          </p:nvCxnSpPr>
          <p:spPr>
            <a:xfrm>
              <a:off x="1898740" y="2346286"/>
              <a:ext cx="558439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1AE69F8A-46F8-8136-C439-B454D31B46EB}"/>
                </a:ext>
              </a:extLst>
            </p:cNvPr>
            <p:cNvCxnSpPr>
              <a:cxnSpLocks/>
              <a:stCxn id="27" idx="3"/>
              <a:endCxn id="33" idx="1"/>
            </p:cNvCxnSpPr>
            <p:nvPr/>
          </p:nvCxnSpPr>
          <p:spPr>
            <a:xfrm flipV="1">
              <a:off x="4474910" y="2342263"/>
              <a:ext cx="384951" cy="1036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接箭头连接符 102">
              <a:extLst>
                <a:ext uri="{FF2B5EF4-FFF2-40B4-BE49-F238E27FC236}">
                  <a16:creationId xmlns:a16="http://schemas.microsoft.com/office/drawing/2014/main" id="{9D7C66CE-A2D8-7918-A28B-C511B9EA274E}"/>
                </a:ext>
              </a:extLst>
            </p:cNvPr>
            <p:cNvCxnSpPr>
              <a:cxnSpLocks/>
              <a:stCxn id="33" idx="3"/>
              <a:endCxn id="57" idx="1"/>
            </p:cNvCxnSpPr>
            <p:nvPr/>
          </p:nvCxnSpPr>
          <p:spPr>
            <a:xfrm flipV="1">
              <a:off x="5935674" y="2342156"/>
              <a:ext cx="514385" cy="10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41E701A2-8A32-B7FE-80EB-76C64AE4AEFB}"/>
                </a:ext>
              </a:extLst>
            </p:cNvPr>
            <p:cNvCxnSpPr>
              <a:cxnSpLocks/>
              <a:stCxn id="63" idx="3"/>
              <a:endCxn id="69" idx="1"/>
            </p:cNvCxnSpPr>
            <p:nvPr/>
          </p:nvCxnSpPr>
          <p:spPr>
            <a:xfrm flipV="1">
              <a:off x="8031480" y="2342262"/>
              <a:ext cx="628145" cy="676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49641FB3-5869-B307-B9C6-AE463D260534}"/>
                </a:ext>
              </a:extLst>
            </p:cNvPr>
            <p:cNvCxnSpPr>
              <a:cxnSpLocks/>
              <a:stCxn id="69" idx="3"/>
            </p:cNvCxnSpPr>
            <p:nvPr/>
          </p:nvCxnSpPr>
          <p:spPr>
            <a:xfrm>
              <a:off x="9735438" y="2342262"/>
              <a:ext cx="960156" cy="402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直接箭头连接符 110">
              <a:extLst>
                <a:ext uri="{FF2B5EF4-FFF2-40B4-BE49-F238E27FC236}">
                  <a16:creationId xmlns:a16="http://schemas.microsoft.com/office/drawing/2014/main" id="{DF78EAFC-AA77-F907-0E22-C9FC218718DA}"/>
                </a:ext>
              </a:extLst>
            </p:cNvPr>
            <p:cNvCxnSpPr>
              <a:cxnSpLocks/>
              <a:stCxn id="53" idx="2"/>
              <a:endCxn id="33" idx="0"/>
            </p:cNvCxnSpPr>
            <p:nvPr/>
          </p:nvCxnSpPr>
          <p:spPr>
            <a:xfrm>
              <a:off x="5397768" y="1698609"/>
              <a:ext cx="0" cy="401578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直接箭头连接符 114">
              <a:extLst>
                <a:ext uri="{FF2B5EF4-FFF2-40B4-BE49-F238E27FC236}">
                  <a16:creationId xmlns:a16="http://schemas.microsoft.com/office/drawing/2014/main" id="{5F8C360E-A7CB-44BE-CB1B-8E980717DB53}"/>
                </a:ext>
              </a:extLst>
            </p:cNvPr>
            <p:cNvCxnSpPr>
              <a:cxnSpLocks/>
              <a:stCxn id="57" idx="3"/>
              <a:endCxn id="87" idx="3"/>
            </p:cNvCxnSpPr>
            <p:nvPr/>
          </p:nvCxnSpPr>
          <p:spPr>
            <a:xfrm flipH="1">
              <a:off x="6221507" y="2342156"/>
              <a:ext cx="1806031" cy="1089586"/>
            </a:xfrm>
            <a:prstGeom prst="bentConnector3">
              <a:avLst>
                <a:gd name="adj1" fmla="val -12658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直接箭头连接符 114">
              <a:extLst>
                <a:ext uri="{FF2B5EF4-FFF2-40B4-BE49-F238E27FC236}">
                  <a16:creationId xmlns:a16="http://schemas.microsoft.com/office/drawing/2014/main" id="{9AFCBD61-EF74-A0BA-C8CE-313BB8FDB6E6}"/>
                </a:ext>
              </a:extLst>
            </p:cNvPr>
            <p:cNvCxnSpPr>
              <a:cxnSpLocks/>
              <a:stCxn id="85" idx="1"/>
              <a:endCxn id="18" idx="4"/>
            </p:cNvCxnSpPr>
            <p:nvPr/>
          </p:nvCxnSpPr>
          <p:spPr>
            <a:xfrm rot="10800000">
              <a:off x="1762050" y="2488792"/>
              <a:ext cx="2881978" cy="942950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文本框 123">
                  <a:extLst>
                    <a:ext uri="{FF2B5EF4-FFF2-40B4-BE49-F238E27FC236}">
                      <a16:creationId xmlns:a16="http://schemas.microsoft.com/office/drawing/2014/main" id="{48CC68FA-5CC3-989E-1484-F221670D21B3}"/>
                    </a:ext>
                  </a:extLst>
                </p:cNvPr>
                <p:cNvSpPr txBox="1"/>
                <p:nvPr/>
              </p:nvSpPr>
              <p:spPr>
                <a:xfrm>
                  <a:off x="1345754" y="2388445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24" name="文本框 123">
                  <a:extLst>
                    <a:ext uri="{FF2B5EF4-FFF2-40B4-BE49-F238E27FC236}">
                      <a16:creationId xmlns:a16="http://schemas.microsoft.com/office/drawing/2014/main" id="{48CC68FA-5CC3-989E-1484-F221670D21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5754" y="2388445"/>
                  <a:ext cx="27338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2203FC04-0DC2-3B18-385A-FF3B0D1AE981}"/>
                </a:ext>
              </a:extLst>
            </p:cNvPr>
            <p:cNvSpPr txBox="1"/>
            <p:nvPr/>
          </p:nvSpPr>
          <p:spPr>
            <a:xfrm>
              <a:off x="656850" y="1970106"/>
              <a:ext cx="552213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dirty="0"/>
                <a:t>输入</a:t>
              </a:r>
            </a:p>
          </p:txBody>
        </p:sp>
        <p:sp>
          <p:nvSpPr>
            <p:cNvPr id="130" name="文本框 129">
              <a:extLst>
                <a:ext uri="{FF2B5EF4-FFF2-40B4-BE49-F238E27FC236}">
                  <a16:creationId xmlns:a16="http://schemas.microsoft.com/office/drawing/2014/main" id="{0ABACA5B-8D11-CE89-EC6F-94AE8F393E43}"/>
                </a:ext>
              </a:extLst>
            </p:cNvPr>
            <p:cNvSpPr txBox="1"/>
            <p:nvPr/>
          </p:nvSpPr>
          <p:spPr>
            <a:xfrm>
              <a:off x="10021271" y="2022248"/>
              <a:ext cx="552213" cy="369332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dirty="0"/>
                <a:t>输出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143375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EDD3-3990-77B9-4FDB-BE3D69D6A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0" name="组合 389">
            <a:extLst>
              <a:ext uri="{FF2B5EF4-FFF2-40B4-BE49-F238E27FC236}">
                <a16:creationId xmlns:a16="http://schemas.microsoft.com/office/drawing/2014/main" id="{4E508003-E7F2-A384-A4C0-CCC8C2B4868A}"/>
              </a:ext>
            </a:extLst>
          </p:cNvPr>
          <p:cNvGrpSpPr/>
          <p:nvPr/>
        </p:nvGrpSpPr>
        <p:grpSpPr>
          <a:xfrm>
            <a:off x="433135" y="453183"/>
            <a:ext cx="11603262" cy="5416104"/>
            <a:chOff x="104523" y="181721"/>
            <a:chExt cx="11603262" cy="5416104"/>
          </a:xfrm>
        </p:grpSpPr>
        <p:grpSp>
          <p:nvGrpSpPr>
            <p:cNvPr id="120" name="组合 119">
              <a:extLst>
                <a:ext uri="{FF2B5EF4-FFF2-40B4-BE49-F238E27FC236}">
                  <a16:creationId xmlns:a16="http://schemas.microsoft.com/office/drawing/2014/main" id="{8C3518B9-890F-AA3D-7C5A-EB5BCF8A52C2}"/>
                </a:ext>
              </a:extLst>
            </p:cNvPr>
            <p:cNvGrpSpPr/>
            <p:nvPr/>
          </p:nvGrpSpPr>
          <p:grpSpPr>
            <a:xfrm>
              <a:off x="2457179" y="181721"/>
              <a:ext cx="972000" cy="658766"/>
              <a:chOff x="975600" y="2080173"/>
              <a:chExt cx="972000" cy="658766"/>
            </a:xfrm>
          </p:grpSpPr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E185FE5-313E-874F-1940-98C5A64C8E12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AD968DBB-7B51-17BC-DA42-567DFAC9198D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A6E6A4B5-E0DF-1423-C05A-16EEFCDCD25E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CC167B59-C0FC-2902-2B20-3F199AD7256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5DAF7118-4A32-91E1-EE83-12C80623E81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5C4C5FB6-7A7E-2C5B-CB2F-10732DFD8E86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BEB8798F-33F0-402E-30A4-57E0D9F273F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1D5F2F45-D890-03F7-E249-9201A3FE3F0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FC845F9E-4916-941E-A3CF-41EFB69E59C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7" name="直接箭头连接符 136">
                <a:extLst>
                  <a:ext uri="{FF2B5EF4-FFF2-40B4-BE49-F238E27FC236}">
                    <a16:creationId xmlns:a16="http://schemas.microsoft.com/office/drawing/2014/main" id="{35525577-52AA-AA66-4411-B87ACD2E8405}"/>
                  </a:ext>
                </a:extLst>
              </p:cNvPr>
              <p:cNvCxnSpPr>
                <a:cxnSpLocks/>
                <a:endCxn id="13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413C957A-D346-E082-FCEA-F2BAB798D44F}"/>
                </a:ext>
              </a:extLst>
            </p:cNvPr>
            <p:cNvGrpSpPr/>
            <p:nvPr/>
          </p:nvGrpSpPr>
          <p:grpSpPr>
            <a:xfrm>
              <a:off x="2406038" y="2476923"/>
              <a:ext cx="974429" cy="524047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3580A7D6-33C0-9275-101D-00830F98F3FD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𝑠𝑣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𝑠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3580A7D6-33C0-9275-101D-00830F98F3F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C4123E1B-4F84-371B-FB3D-936E597D6325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3DF68306-2893-3571-7576-44BF9AAC7F7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1DE34E3A-BE5D-C4EE-5569-CFE687BAA28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19087F55-6D17-0333-F550-B5190039459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16DDB50-7C81-F7A6-3F0B-D76C13A5B2A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6F88212-845B-76A4-AE8E-741225A6B2E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6F0EB87B-2408-7CF3-88AA-63796092B69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0D524E08-E661-FDAD-6992-962812D17A39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D8ADA896-CD3E-3170-0D2D-49FD575E1A75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" name="直接箭头连接符 12">
                <a:extLst>
                  <a:ext uri="{FF2B5EF4-FFF2-40B4-BE49-F238E27FC236}">
                    <a16:creationId xmlns:a16="http://schemas.microsoft.com/office/drawing/2014/main" id="{09CE3A0E-788B-FCB8-15C4-80CB5C0750A8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C09E63A2-06D5-A62D-D902-A4195CC96248}"/>
                    </a:ext>
                  </a:extLst>
                </p:cNvPr>
                <p:cNvSpPr txBox="1"/>
                <p:nvPr/>
              </p:nvSpPr>
              <p:spPr>
                <a:xfrm>
                  <a:off x="940652" y="2336180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C09E63A2-06D5-A62D-D902-A4195CC962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0652" y="2336180"/>
                  <a:ext cx="41679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流程图: 汇总连接 17">
              <a:extLst>
                <a:ext uri="{FF2B5EF4-FFF2-40B4-BE49-F238E27FC236}">
                  <a16:creationId xmlns:a16="http://schemas.microsoft.com/office/drawing/2014/main" id="{68F84A14-78FD-E70E-1368-4020A4C024A6}"/>
                </a:ext>
              </a:extLst>
            </p:cNvPr>
            <p:cNvSpPr/>
            <p:nvPr/>
          </p:nvSpPr>
          <p:spPr>
            <a:xfrm>
              <a:off x="607038" y="2605164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72896C1-CB49-6A1B-8413-CB1268BCDD30}"/>
                    </a:ext>
                  </a:extLst>
                </p:cNvPr>
                <p:cNvSpPr txBox="1"/>
                <p:nvPr/>
              </p:nvSpPr>
              <p:spPr>
                <a:xfrm>
                  <a:off x="4750380" y="1729934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72896C1-CB49-6A1B-8413-CB1268BCD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50380" y="1729934"/>
                  <a:ext cx="2733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939906DD-22FA-6DC4-21EA-B959D9142251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104523" y="2747671"/>
              <a:ext cx="5025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415C772-9912-EE3C-8B31-ACF6C2C247DD}"/>
                </a:ext>
              </a:extLst>
            </p:cNvPr>
            <p:cNvGrpSpPr/>
            <p:nvPr/>
          </p:nvGrpSpPr>
          <p:grpSpPr>
            <a:xfrm>
              <a:off x="1343089" y="2481293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33D81D61-1F27-DA20-0647-73E59AC7C37B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33D81D61-1F27-DA20-0647-73E59AC7C37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6DEDDB9B-5C3B-A76D-D0EE-A791036AEFDC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837E6A93-381B-BC24-82A1-F03D9E1369F5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805BB4A4-3C4A-8549-0353-286B36DB0DC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1DB68FBE-F73C-A346-5CCC-5CFA3A2DB1B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7D162347-E22D-5777-DA57-DF19C07A02B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C9EC9C20-24A5-174E-7D7F-5694FE0BF006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243DAF20-561F-E428-7BC5-B07F1B7FADC2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876219F2-F889-6A91-6AF9-B71D13786DF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DF59ABA0-DE7D-4FCC-9771-B9D6BFBB15C3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2" name="直接箭头连接符 31">
                <a:extLst>
                  <a:ext uri="{FF2B5EF4-FFF2-40B4-BE49-F238E27FC236}">
                    <a16:creationId xmlns:a16="http://schemas.microsoft.com/office/drawing/2014/main" id="{7C75B988-6D45-9781-F555-BF0BE9391784}"/>
                  </a:ext>
                </a:extLst>
              </p:cNvPr>
              <p:cNvCxnSpPr>
                <a:cxnSpLocks/>
                <a:endCxn id="2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EA2DC31C-80D2-9CBD-8B1A-93B9C2DAF022}"/>
                </a:ext>
              </a:extLst>
            </p:cNvPr>
            <p:cNvGrpSpPr/>
            <p:nvPr/>
          </p:nvGrpSpPr>
          <p:grpSpPr>
            <a:xfrm>
              <a:off x="3908489" y="1801843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1B385D45-E725-8D38-6A02-D08E19509E53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𝑞𝑥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1B385D45-E725-8D38-6A02-D08E19509E5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AFC67FC1-80B0-1DFA-B261-22CC9AA722B7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2F864599-0E1D-16AB-A219-321A10444A8A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B335638A-DF81-9187-720B-1629A40139CF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10CC2130-C15F-12ED-950B-6BC3EC57A217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79DFC7C0-5CE7-453C-E9C5-A47835F10357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C836B64A-6F47-416C-1BD3-AE44A166A35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12951709-C21E-1209-1A47-AA5FAE3EBDDB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AE0B6846-BE0E-C056-6C31-E2A2A515F1F9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DDDA2C28-8E5C-3067-FB69-8F0A6827FF85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BD63012B-AA68-BC19-EB3E-3585EC58DCB7}"/>
                  </a:ext>
                </a:extLst>
              </p:cNvPr>
              <p:cNvCxnSpPr>
                <a:cxnSpLocks/>
                <a:endCxn id="4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8FED59DA-BDC9-518C-9324-1F3F84CE7B1E}"/>
                </a:ext>
              </a:extLst>
            </p:cNvPr>
            <p:cNvGrpSpPr/>
            <p:nvPr/>
          </p:nvGrpSpPr>
          <p:grpSpPr>
            <a:xfrm>
              <a:off x="3927539" y="3014046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矩形 45">
                    <a:extLst>
                      <a:ext uri="{FF2B5EF4-FFF2-40B4-BE49-F238E27FC236}">
                        <a16:creationId xmlns:a16="http://schemas.microsoft.com/office/drawing/2014/main" id="{FDA9F4C9-A484-1B53-DD5C-501B9432A636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𝑞𝑥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46" name="矩形 45">
                    <a:extLst>
                      <a:ext uri="{FF2B5EF4-FFF2-40B4-BE49-F238E27FC236}">
                        <a16:creationId xmlns:a16="http://schemas.microsoft.com/office/drawing/2014/main" id="{FDA9F4C9-A484-1B53-DD5C-501B9432A63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E9FBB554-B0AF-3DCF-56B6-AE5B57A2CD92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E53EADBC-83DB-86A9-8725-32DCC73782B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F3A5248E-6249-8936-F9A1-0156E903BCC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C688CF24-47AF-51CC-EDCE-530F7795AFA9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BF673087-39DF-4416-AB14-186AA2134E6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219D9EA4-68C6-3D29-0619-C81F0FC4EEFA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75F36380-CB41-7E74-9AF1-1A4DC97C9BE4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3BB57E0D-CE01-4636-0EF5-EF5F2C6A4FB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39CA78C3-FB53-81EE-1EB2-F2348FCE85D2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01EEDBCA-342B-617A-F21D-071F6AE5D545}"/>
                  </a:ext>
                </a:extLst>
              </p:cNvPr>
              <p:cNvCxnSpPr>
                <a:cxnSpLocks/>
                <a:endCxn id="53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7" name="流程图: 汇总连接 56">
              <a:extLst>
                <a:ext uri="{FF2B5EF4-FFF2-40B4-BE49-F238E27FC236}">
                  <a16:creationId xmlns:a16="http://schemas.microsoft.com/office/drawing/2014/main" id="{C21C3D0E-D8FB-FFB8-D580-513E7D641BE3}"/>
                </a:ext>
              </a:extLst>
            </p:cNvPr>
            <p:cNvSpPr/>
            <p:nvPr/>
          </p:nvSpPr>
          <p:spPr>
            <a:xfrm>
              <a:off x="5038386" y="1921359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流程图: 汇总连接 57">
              <a:extLst>
                <a:ext uri="{FF2B5EF4-FFF2-40B4-BE49-F238E27FC236}">
                  <a16:creationId xmlns:a16="http://schemas.microsoft.com/office/drawing/2014/main" id="{F8278C7B-6B10-F2F7-1E81-6EB388A80601}"/>
                </a:ext>
              </a:extLst>
            </p:cNvPr>
            <p:cNvSpPr/>
            <p:nvPr/>
          </p:nvSpPr>
          <p:spPr>
            <a:xfrm>
              <a:off x="5045688" y="3140807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D94E29CB-BB08-D400-A05E-B4519D6C9E87}"/>
                </a:ext>
              </a:extLst>
            </p:cNvPr>
            <p:cNvGrpSpPr/>
            <p:nvPr/>
          </p:nvGrpSpPr>
          <p:grpSpPr>
            <a:xfrm>
              <a:off x="5636305" y="1741743"/>
              <a:ext cx="1347945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4062AE71-1C88-6E15-795C-EF5FF24CA969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𝑞𝑝</m:t>
                                  </m:r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𝑒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4062AE71-1C88-6E15-795C-EF5FF24CA96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3C00852E-8EB0-CD47-4021-7695838E350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C064E932-4B03-81D6-B8A6-6615C72197C3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23F13FEE-3BB6-43DA-5598-7E3F7358BAEF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3CC9DF7A-15A0-2A8E-DAA6-D54DC0CFE577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BDBD07D0-3302-A305-D690-FDB3C0419308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C5B46C80-1F28-6CED-E0C0-B9E746506601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50C745BF-95B0-4586-C9B7-BC5C23DE8E3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05246C8C-D342-CE93-36B0-8FFEBBF7B6F3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EF8E5F30-3B7D-01CE-5503-3527710F91F9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0" name="直接箭头连接符 69">
                <a:extLst>
                  <a:ext uri="{FF2B5EF4-FFF2-40B4-BE49-F238E27FC236}">
                    <a16:creationId xmlns:a16="http://schemas.microsoft.com/office/drawing/2014/main" id="{38263486-A7C7-0538-C192-738F9E450E82}"/>
                  </a:ext>
                </a:extLst>
              </p:cNvPr>
              <p:cNvCxnSpPr>
                <a:cxnSpLocks/>
                <a:endCxn id="6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F52F8425-0F2E-C2A5-A1F7-86F96750F391}"/>
                </a:ext>
              </a:extLst>
            </p:cNvPr>
            <p:cNvGrpSpPr/>
            <p:nvPr/>
          </p:nvGrpSpPr>
          <p:grpSpPr>
            <a:xfrm>
              <a:off x="5636305" y="2969998"/>
              <a:ext cx="1347945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2" name="矩形 71">
                    <a:extLst>
                      <a:ext uri="{FF2B5EF4-FFF2-40B4-BE49-F238E27FC236}">
                        <a16:creationId xmlns:a16="http://schemas.microsoft.com/office/drawing/2014/main" id="{8B1B0F4D-8CA8-BE22-4D74-1C471A6C82B8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𝑞𝑝</m:t>
                                  </m:r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𝑒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2" name="矩形 71">
                    <a:extLst>
                      <a:ext uri="{FF2B5EF4-FFF2-40B4-BE49-F238E27FC236}">
                        <a16:creationId xmlns:a16="http://schemas.microsoft.com/office/drawing/2014/main" id="{8B1B0F4D-8CA8-BE22-4D74-1C471A6C82B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1964AAC3-1462-32FC-A3AA-1437B8B260C8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F1D483CA-E51D-2938-F4DA-F8F6BB97B7EE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84AD2856-C1DB-3C50-65D1-8BB056614ABE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8EF3760B-E134-FF4F-18A0-18B66C04160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706C8C3A-5E64-70F0-27A0-E096B8E1C967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CCFAE4A4-BE0F-D59D-9722-BFBF9AD93C0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4A8E8200-AB43-2F8F-09B3-033BE783452B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DAA7970D-F70B-B5F5-B97E-94DA36E27F3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832934DA-24F8-E2D4-30E1-3FD5AF3B82C1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2" name="直接箭头连接符 81">
                <a:extLst>
                  <a:ext uri="{FF2B5EF4-FFF2-40B4-BE49-F238E27FC236}">
                    <a16:creationId xmlns:a16="http://schemas.microsoft.com/office/drawing/2014/main" id="{617EE2B9-1BCD-2601-DA5A-C11F702FA21B}"/>
                  </a:ext>
                </a:extLst>
              </p:cNvPr>
              <p:cNvCxnSpPr>
                <a:cxnSpLocks/>
                <a:endCxn id="7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E5A3C6B6-F408-A21B-ACA2-86A60AF64404}"/>
                </a:ext>
              </a:extLst>
            </p:cNvPr>
            <p:cNvGrpSpPr/>
            <p:nvPr/>
          </p:nvGrpSpPr>
          <p:grpSpPr>
            <a:xfrm>
              <a:off x="6076950" y="781367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A34404F6-6ADB-71C6-3DDB-EC9F40A65225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A34404F6-6ADB-71C6-3DDB-EC9F40A6522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96D1FEA5-14AE-8F00-A315-22162C514A0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04D37747-D3CC-BED1-2EEF-B9C66DC68FF0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E2C017D3-D628-097D-1110-5091F1C7D82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91322AD3-A32C-5B61-6B65-2E2867FAEE0A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769A42A9-3AA4-8332-F56E-E6D9B2489991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6B80A4A1-0185-CC61-1114-7A0F7E2A572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6E705C79-BB55-81D7-3D8E-AE29D4489FE3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84A38770-4628-ED25-F089-0075256191C3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23D7ACF0-F950-29A5-1346-B3F42580245D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F5FA8C38-C8C3-9801-80DF-A9D91E3F1D52}"/>
                  </a:ext>
                </a:extLst>
              </p:cNvPr>
              <p:cNvCxnSpPr>
                <a:cxnSpLocks/>
                <a:endCxn id="9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E1036FFC-7229-F464-E053-E2703DD9DFBC}"/>
                </a:ext>
              </a:extLst>
            </p:cNvPr>
            <p:cNvGrpSpPr/>
            <p:nvPr/>
          </p:nvGrpSpPr>
          <p:grpSpPr>
            <a:xfrm>
              <a:off x="6096000" y="4134167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6" name="矩形 95">
                    <a:extLst>
                      <a:ext uri="{FF2B5EF4-FFF2-40B4-BE49-F238E27FC236}">
                        <a16:creationId xmlns:a16="http://schemas.microsoft.com/office/drawing/2014/main" id="{04AAE46D-908B-1765-E095-92FD889DAD7A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6" name="矩形 95">
                    <a:extLst>
                      <a:ext uri="{FF2B5EF4-FFF2-40B4-BE49-F238E27FC236}">
                        <a16:creationId xmlns:a16="http://schemas.microsoft.com/office/drawing/2014/main" id="{04AAE46D-908B-1765-E095-92FD889DAD7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0304FCF-298D-9FB8-7959-8B0A8D27D302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72C9728-D008-19DE-CD5A-AEF5060D678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7901F6BB-211D-A418-3366-D07499C9006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2B44F795-95DC-C640-EAFF-937894E35D91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0BCF5BBE-3097-7695-26EB-CBC0192D2A1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B6024920-CCE7-67FD-86D1-AD17387BD22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50F9F64B-3FAE-C550-2A2B-B26802460D3D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E33C4A3B-7E2C-05FA-79B6-1CC85B0937CA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F819B0BF-0EB5-3EA0-CEA2-531D5C7A422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6" name="直接箭头连接符 105">
                <a:extLst>
                  <a:ext uri="{FF2B5EF4-FFF2-40B4-BE49-F238E27FC236}">
                    <a16:creationId xmlns:a16="http://schemas.microsoft.com/office/drawing/2014/main" id="{43700F8F-4ED2-056D-631B-8B7B7816ACE8}"/>
                  </a:ext>
                </a:extLst>
              </p:cNvPr>
              <p:cNvCxnSpPr>
                <a:cxnSpLocks/>
                <a:endCxn id="103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流程图: 汇总连接 106">
              <a:extLst>
                <a:ext uri="{FF2B5EF4-FFF2-40B4-BE49-F238E27FC236}">
                  <a16:creationId xmlns:a16="http://schemas.microsoft.com/office/drawing/2014/main" id="{C877CBC2-F03B-EB3E-C4D1-1DDEB2094E5D}"/>
                </a:ext>
              </a:extLst>
            </p:cNvPr>
            <p:cNvSpPr/>
            <p:nvPr/>
          </p:nvSpPr>
          <p:spPr>
            <a:xfrm>
              <a:off x="7658520" y="2508353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17167B9A-F3D7-6411-CE94-B0789BEA6A2F}"/>
                </a:ext>
              </a:extLst>
            </p:cNvPr>
            <p:cNvGrpSpPr/>
            <p:nvPr/>
          </p:nvGrpSpPr>
          <p:grpSpPr>
            <a:xfrm>
              <a:off x="8474755" y="2337543"/>
              <a:ext cx="1347945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矩形 108">
                    <a:extLst>
                      <a:ext uri="{FF2B5EF4-FFF2-40B4-BE49-F238E27FC236}">
                        <a16:creationId xmlns:a16="http://schemas.microsoft.com/office/drawing/2014/main" id="{2AD7EED8-40B1-2A4C-2DC3-C27621093CE6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𝑡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9" name="矩形 108">
                    <a:extLst>
                      <a:ext uri="{FF2B5EF4-FFF2-40B4-BE49-F238E27FC236}">
                        <a16:creationId xmlns:a16="http://schemas.microsoft.com/office/drawing/2014/main" id="{2AD7EED8-40B1-2A4C-2DC3-C27621093C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13B91C7D-AA1A-C436-B8B1-E80E50F830EF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5AD56371-2F4D-ADE1-6CAB-94C2231D8B8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61CD2556-17F7-117C-1D8A-E9F365FC774C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9F2E3A71-44E5-9493-3DCD-45B69743DB4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657CDE36-9F48-C6C8-645C-4D7BCF3DC42E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9EB04E1F-D7F3-E419-58A8-9744CFEE4CCB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2FC211E3-D460-3EC4-F6B0-839C656578A2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23E734F6-0366-3686-0785-E83167EAEB5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1378F730-4F93-C034-2518-89B2BCC8D09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2" name="直接箭头连接符 121">
                <a:extLst>
                  <a:ext uri="{FF2B5EF4-FFF2-40B4-BE49-F238E27FC236}">
                    <a16:creationId xmlns:a16="http://schemas.microsoft.com/office/drawing/2014/main" id="{08BF724D-C047-1FBA-3F3F-1739279E969B}"/>
                  </a:ext>
                </a:extLst>
              </p:cNvPr>
              <p:cNvCxnSpPr>
                <a:cxnSpLocks/>
                <a:endCxn id="11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AF62C83F-9ED5-2391-6CDB-15191E1C1179}"/>
                </a:ext>
              </a:extLst>
            </p:cNvPr>
            <p:cNvGrpSpPr/>
            <p:nvPr/>
          </p:nvGrpSpPr>
          <p:grpSpPr>
            <a:xfrm>
              <a:off x="10363200" y="2384482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7" name="矩形 126">
                    <a:extLst>
                      <a:ext uri="{FF2B5EF4-FFF2-40B4-BE49-F238E27FC236}">
                        <a16:creationId xmlns:a16="http://schemas.microsoft.com/office/drawing/2014/main" id="{6AF5BA8C-5B8F-E006-9524-ED044DD3FE54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7" name="矩形 126">
                    <a:extLst>
                      <a:ext uri="{FF2B5EF4-FFF2-40B4-BE49-F238E27FC236}">
                        <a16:creationId xmlns:a16="http://schemas.microsoft.com/office/drawing/2014/main" id="{6AF5BA8C-5B8F-E006-9524-ED044DD3FE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EC39E461-A670-BBFD-D74B-8B883359DC9C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042F1082-479C-330C-002B-35247C2FD8FF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B1FB7152-BA56-2021-5616-A4287B4BC8D1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5905F615-90F2-F8D5-9CFE-AB68AE092AE3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A0BB7399-3467-2132-1BFF-C388B537EF77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BD8046E1-59BE-1569-2591-F561B7780D3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A12C22B0-FA2C-815E-414B-A7B10AD86B5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54B610D7-2872-16E5-4A8E-88B00A468E8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80E97EA1-7023-8523-0D68-0531AC896E66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3" name="直接箭头连接符 152">
                <a:extLst>
                  <a:ext uri="{FF2B5EF4-FFF2-40B4-BE49-F238E27FC236}">
                    <a16:creationId xmlns:a16="http://schemas.microsoft.com/office/drawing/2014/main" id="{E16F4800-3607-A721-278D-6F5B47EF724F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组合 155">
              <a:extLst>
                <a:ext uri="{FF2B5EF4-FFF2-40B4-BE49-F238E27FC236}">
                  <a16:creationId xmlns:a16="http://schemas.microsoft.com/office/drawing/2014/main" id="{8ED148EC-6E85-48EB-CF83-4CC2EAADEB54}"/>
                </a:ext>
              </a:extLst>
            </p:cNvPr>
            <p:cNvGrpSpPr/>
            <p:nvPr/>
          </p:nvGrpSpPr>
          <p:grpSpPr>
            <a:xfrm>
              <a:off x="2060842" y="4599852"/>
              <a:ext cx="593835" cy="997973"/>
              <a:chOff x="975600" y="1504914"/>
              <a:chExt cx="1073006" cy="123402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985432E7-AF36-F00D-E274-F84B4625F4D9}"/>
                      </a:ext>
                    </a:extLst>
                  </p:cNvPr>
                  <p:cNvSpPr/>
                  <p:nvPr/>
                </p:nvSpPr>
                <p:spPr>
                  <a:xfrm>
                    <a:off x="1076605" y="1504914"/>
                    <a:ext cx="972001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985432E7-AF36-F00D-E274-F84B4625F4D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6605" y="1504914"/>
                    <a:ext cx="972001" cy="64800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1B2829D3-4002-60D5-388A-910E1CE37F66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BFEE9577-F109-EC8F-FC5A-DDAA565AB0D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05173C5B-1C8F-0E8D-E401-6E5C768B26B2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E0D440E5-8D57-7BC2-D891-6072566D42C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F879E671-76C7-B281-BB10-2E833A3B1179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98876E0A-FFC8-5B60-2045-D6FB38827DD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F81F3A08-9655-3997-B49D-ABC7E800500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6B04363F-9122-6C62-3885-921C57CDDA5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B4B51EA6-544A-BCCE-CB7E-716D0A0175E5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5" name="直接箭头连接符 174">
                <a:extLst>
                  <a:ext uri="{FF2B5EF4-FFF2-40B4-BE49-F238E27FC236}">
                    <a16:creationId xmlns:a16="http://schemas.microsoft.com/office/drawing/2014/main" id="{F34D1137-55F3-66CC-5009-638561A1EE6A}"/>
                  </a:ext>
                </a:extLst>
              </p:cNvPr>
              <p:cNvCxnSpPr>
                <a:cxnSpLocks/>
                <a:endCxn id="17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直接箭头连接符 176">
              <a:extLst>
                <a:ext uri="{FF2B5EF4-FFF2-40B4-BE49-F238E27FC236}">
                  <a16:creationId xmlns:a16="http://schemas.microsoft.com/office/drawing/2014/main" id="{D2536A05-2A99-7A86-0B29-39F7E7A1DE95}"/>
                </a:ext>
              </a:extLst>
            </p:cNvPr>
            <p:cNvCxnSpPr>
              <a:cxnSpLocks/>
              <a:stCxn id="18" idx="6"/>
              <a:endCxn id="22" idx="1"/>
            </p:cNvCxnSpPr>
            <p:nvPr/>
          </p:nvCxnSpPr>
          <p:spPr>
            <a:xfrm flipV="1">
              <a:off x="880418" y="2743316"/>
              <a:ext cx="462671" cy="435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直接箭头连接符 185">
              <a:extLst>
                <a:ext uri="{FF2B5EF4-FFF2-40B4-BE49-F238E27FC236}">
                  <a16:creationId xmlns:a16="http://schemas.microsoft.com/office/drawing/2014/main" id="{BCD00702-EF42-3576-22E3-06E36147812D}"/>
                </a:ext>
              </a:extLst>
            </p:cNvPr>
            <p:cNvCxnSpPr>
              <a:cxnSpLocks/>
              <a:stCxn id="22" idx="3"/>
              <a:endCxn id="3" idx="1"/>
            </p:cNvCxnSpPr>
            <p:nvPr/>
          </p:nvCxnSpPr>
          <p:spPr>
            <a:xfrm flipV="1">
              <a:off x="1881025" y="2734665"/>
              <a:ext cx="525013" cy="86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ED87B1E3-D778-B5BE-9B7B-696D69DD3A4A}"/>
                </a:ext>
              </a:extLst>
            </p:cNvPr>
            <p:cNvCxnSpPr>
              <a:cxnSpLocks/>
              <a:stCxn id="3" idx="3"/>
              <a:endCxn id="34" idx="1"/>
            </p:cNvCxnSpPr>
            <p:nvPr/>
          </p:nvCxnSpPr>
          <p:spPr>
            <a:xfrm flipV="1">
              <a:off x="3378038" y="2063866"/>
              <a:ext cx="530451" cy="670799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6" name="直接箭头连接符 189">
              <a:extLst>
                <a:ext uri="{FF2B5EF4-FFF2-40B4-BE49-F238E27FC236}">
                  <a16:creationId xmlns:a16="http://schemas.microsoft.com/office/drawing/2014/main" id="{2A492489-F8AD-9B07-8725-E0DDD83A2548}"/>
                </a:ext>
              </a:extLst>
            </p:cNvPr>
            <p:cNvCxnSpPr>
              <a:cxnSpLocks/>
              <a:stCxn id="3" idx="3"/>
              <a:endCxn id="46" idx="1"/>
            </p:cNvCxnSpPr>
            <p:nvPr/>
          </p:nvCxnSpPr>
          <p:spPr>
            <a:xfrm>
              <a:off x="3378038" y="2734665"/>
              <a:ext cx="549501" cy="541404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直接箭头连接符 222">
              <a:extLst>
                <a:ext uri="{FF2B5EF4-FFF2-40B4-BE49-F238E27FC236}">
                  <a16:creationId xmlns:a16="http://schemas.microsoft.com/office/drawing/2014/main" id="{3041099C-7D4C-CEA8-89F5-90081EA1AA94}"/>
                </a:ext>
              </a:extLst>
            </p:cNvPr>
            <p:cNvCxnSpPr>
              <a:cxnSpLocks/>
              <a:stCxn id="34" idx="3"/>
              <a:endCxn id="57" idx="2"/>
            </p:cNvCxnSpPr>
            <p:nvPr/>
          </p:nvCxnSpPr>
          <p:spPr>
            <a:xfrm>
              <a:off x="4446425" y="2063866"/>
              <a:ext cx="591961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7" name="直接箭头连接符 226">
              <a:extLst>
                <a:ext uri="{FF2B5EF4-FFF2-40B4-BE49-F238E27FC236}">
                  <a16:creationId xmlns:a16="http://schemas.microsoft.com/office/drawing/2014/main" id="{B42A6BDE-8430-5929-EBEA-E1202D623F70}"/>
                </a:ext>
              </a:extLst>
            </p:cNvPr>
            <p:cNvCxnSpPr>
              <a:cxnSpLocks/>
              <a:stCxn id="46" idx="3"/>
              <a:endCxn id="58" idx="2"/>
            </p:cNvCxnSpPr>
            <p:nvPr/>
          </p:nvCxnSpPr>
          <p:spPr>
            <a:xfrm>
              <a:off x="4465475" y="3276069"/>
              <a:ext cx="580213" cy="724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D428DFA1-BD44-7DC8-D680-C59561DB0126}"/>
                </a:ext>
              </a:extLst>
            </p:cNvPr>
            <p:cNvCxnSpPr>
              <a:cxnSpLocks/>
              <a:stCxn id="57" idx="6"/>
              <a:endCxn id="60" idx="1"/>
            </p:cNvCxnSpPr>
            <p:nvPr/>
          </p:nvCxnSpPr>
          <p:spPr>
            <a:xfrm flipV="1">
              <a:off x="5311766" y="2049939"/>
              <a:ext cx="324539" cy="1392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4" name="直接箭头连接符 293">
              <a:extLst>
                <a:ext uri="{FF2B5EF4-FFF2-40B4-BE49-F238E27FC236}">
                  <a16:creationId xmlns:a16="http://schemas.microsoft.com/office/drawing/2014/main" id="{0223ECD1-E105-89DF-B5B3-47B711B7A177}"/>
                </a:ext>
              </a:extLst>
            </p:cNvPr>
            <p:cNvCxnSpPr>
              <a:cxnSpLocks/>
              <a:stCxn id="58" idx="6"/>
              <a:endCxn id="72" idx="1"/>
            </p:cNvCxnSpPr>
            <p:nvPr/>
          </p:nvCxnSpPr>
          <p:spPr>
            <a:xfrm flipV="1">
              <a:off x="5319068" y="3278194"/>
              <a:ext cx="317237" cy="512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直接箭头连接符 298">
              <a:extLst>
                <a:ext uri="{FF2B5EF4-FFF2-40B4-BE49-F238E27FC236}">
                  <a16:creationId xmlns:a16="http://schemas.microsoft.com/office/drawing/2014/main" id="{35A84824-3FDB-483E-89EA-D88758D3F233}"/>
                </a:ext>
              </a:extLst>
            </p:cNvPr>
            <p:cNvCxnSpPr>
              <a:cxnSpLocks/>
              <a:stCxn id="60" idx="3"/>
              <a:endCxn id="107" idx="0"/>
            </p:cNvCxnSpPr>
            <p:nvPr/>
          </p:nvCxnSpPr>
          <p:spPr>
            <a:xfrm>
              <a:off x="6980890" y="2049939"/>
              <a:ext cx="814320" cy="458414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7" name="直接箭头连接符 298">
              <a:extLst>
                <a:ext uri="{FF2B5EF4-FFF2-40B4-BE49-F238E27FC236}">
                  <a16:creationId xmlns:a16="http://schemas.microsoft.com/office/drawing/2014/main" id="{D5456028-48AE-97C0-D136-ABDCD43E85AD}"/>
                </a:ext>
              </a:extLst>
            </p:cNvPr>
            <p:cNvCxnSpPr>
              <a:cxnSpLocks/>
              <a:stCxn id="72" idx="3"/>
              <a:endCxn id="107" idx="4"/>
            </p:cNvCxnSpPr>
            <p:nvPr/>
          </p:nvCxnSpPr>
          <p:spPr>
            <a:xfrm flipV="1">
              <a:off x="6980890" y="2793366"/>
              <a:ext cx="814320" cy="484828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直接箭头连接符 309">
              <a:extLst>
                <a:ext uri="{FF2B5EF4-FFF2-40B4-BE49-F238E27FC236}">
                  <a16:creationId xmlns:a16="http://schemas.microsoft.com/office/drawing/2014/main" id="{8334C637-CEAA-C276-4A32-47C2BF56B597}"/>
                </a:ext>
              </a:extLst>
            </p:cNvPr>
            <p:cNvCxnSpPr>
              <a:cxnSpLocks/>
              <a:endCxn id="107" idx="2"/>
            </p:cNvCxnSpPr>
            <p:nvPr/>
          </p:nvCxnSpPr>
          <p:spPr>
            <a:xfrm>
              <a:off x="6962313" y="2646994"/>
              <a:ext cx="696207" cy="386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直接箭头连接符 311">
              <a:extLst>
                <a:ext uri="{FF2B5EF4-FFF2-40B4-BE49-F238E27FC236}">
                  <a16:creationId xmlns:a16="http://schemas.microsoft.com/office/drawing/2014/main" id="{C5C4EC41-7C1B-CF8C-892D-AF94CF233361}"/>
                </a:ext>
              </a:extLst>
            </p:cNvPr>
            <p:cNvCxnSpPr>
              <a:cxnSpLocks/>
              <a:stCxn id="107" idx="6"/>
              <a:endCxn id="109" idx="1"/>
            </p:cNvCxnSpPr>
            <p:nvPr/>
          </p:nvCxnSpPr>
          <p:spPr>
            <a:xfrm flipV="1">
              <a:off x="7931900" y="2645739"/>
              <a:ext cx="542855" cy="512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直接箭头连接符 316">
              <a:extLst>
                <a:ext uri="{FF2B5EF4-FFF2-40B4-BE49-F238E27FC236}">
                  <a16:creationId xmlns:a16="http://schemas.microsoft.com/office/drawing/2014/main" id="{F8D9EF1F-C3F1-F68B-FBAC-F5F81586BD06}"/>
                </a:ext>
              </a:extLst>
            </p:cNvPr>
            <p:cNvCxnSpPr>
              <a:cxnSpLocks/>
              <a:stCxn id="109" idx="3"/>
              <a:endCxn id="127" idx="1"/>
            </p:cNvCxnSpPr>
            <p:nvPr/>
          </p:nvCxnSpPr>
          <p:spPr>
            <a:xfrm>
              <a:off x="9819340" y="2645739"/>
              <a:ext cx="543860" cy="76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2" name="直接箭头连接符 321">
              <a:extLst>
                <a:ext uri="{FF2B5EF4-FFF2-40B4-BE49-F238E27FC236}">
                  <a16:creationId xmlns:a16="http://schemas.microsoft.com/office/drawing/2014/main" id="{97861AA4-93AB-EEC8-BC71-33F1BCD05DC0}"/>
                </a:ext>
              </a:extLst>
            </p:cNvPr>
            <p:cNvCxnSpPr>
              <a:cxnSpLocks/>
              <a:stCxn id="127" idx="3"/>
            </p:cNvCxnSpPr>
            <p:nvPr/>
          </p:nvCxnSpPr>
          <p:spPr>
            <a:xfrm>
              <a:off x="10901136" y="2646505"/>
              <a:ext cx="806649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直接箭头连接符 298">
              <a:extLst>
                <a:ext uri="{FF2B5EF4-FFF2-40B4-BE49-F238E27FC236}">
                  <a16:creationId xmlns:a16="http://schemas.microsoft.com/office/drawing/2014/main" id="{6ADC4823-4E76-B7EB-4FC1-1BD332979B6E}"/>
                </a:ext>
              </a:extLst>
            </p:cNvPr>
            <p:cNvCxnSpPr>
              <a:cxnSpLocks/>
              <a:stCxn id="109" idx="3"/>
              <a:endCxn id="84" idx="3"/>
            </p:cNvCxnSpPr>
            <p:nvPr/>
          </p:nvCxnSpPr>
          <p:spPr>
            <a:xfrm flipH="1" flipV="1">
              <a:off x="6614886" y="1043390"/>
              <a:ext cx="3204454" cy="1602349"/>
            </a:xfrm>
            <a:prstGeom prst="bentConnector3">
              <a:avLst>
                <a:gd name="adj1" fmla="val -7134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8" name="直接箭头连接符 298">
              <a:extLst>
                <a:ext uri="{FF2B5EF4-FFF2-40B4-BE49-F238E27FC236}">
                  <a16:creationId xmlns:a16="http://schemas.microsoft.com/office/drawing/2014/main" id="{DAE7FEDD-5FC6-5041-AC3F-A8F172378685}"/>
                </a:ext>
              </a:extLst>
            </p:cNvPr>
            <p:cNvCxnSpPr>
              <a:cxnSpLocks/>
              <a:stCxn id="109" idx="3"/>
              <a:endCxn id="96" idx="3"/>
            </p:cNvCxnSpPr>
            <p:nvPr/>
          </p:nvCxnSpPr>
          <p:spPr>
            <a:xfrm flipH="1">
              <a:off x="6633936" y="2645739"/>
              <a:ext cx="3185404" cy="1750451"/>
            </a:xfrm>
            <a:prstGeom prst="bentConnector3">
              <a:avLst>
                <a:gd name="adj1" fmla="val -7176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1" name="直接箭头连接符 298">
              <a:extLst>
                <a:ext uri="{FF2B5EF4-FFF2-40B4-BE49-F238E27FC236}">
                  <a16:creationId xmlns:a16="http://schemas.microsoft.com/office/drawing/2014/main" id="{AD1ED606-A7AB-70F2-5423-C8841A5FA7C4}"/>
                </a:ext>
              </a:extLst>
            </p:cNvPr>
            <p:cNvCxnSpPr>
              <a:cxnSpLocks/>
              <a:stCxn id="84" idx="1"/>
              <a:endCxn id="57" idx="0"/>
            </p:cNvCxnSpPr>
            <p:nvPr/>
          </p:nvCxnSpPr>
          <p:spPr>
            <a:xfrm rot="10800000" flipV="1">
              <a:off x="5175076" y="1043389"/>
              <a:ext cx="901874" cy="877969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5" name="直接箭头连接符 298">
              <a:extLst>
                <a:ext uri="{FF2B5EF4-FFF2-40B4-BE49-F238E27FC236}">
                  <a16:creationId xmlns:a16="http://schemas.microsoft.com/office/drawing/2014/main" id="{D52B9CEF-0775-F49D-A04E-DB094ABF00B3}"/>
                </a:ext>
              </a:extLst>
            </p:cNvPr>
            <p:cNvCxnSpPr>
              <a:cxnSpLocks/>
              <a:stCxn id="96" idx="1"/>
              <a:endCxn id="58" idx="4"/>
            </p:cNvCxnSpPr>
            <p:nvPr/>
          </p:nvCxnSpPr>
          <p:spPr>
            <a:xfrm rot="10800000">
              <a:off x="5182378" y="3425820"/>
              <a:ext cx="913622" cy="970370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1" name="直接箭头连接符 298">
              <a:extLst>
                <a:ext uri="{FF2B5EF4-FFF2-40B4-BE49-F238E27FC236}">
                  <a16:creationId xmlns:a16="http://schemas.microsoft.com/office/drawing/2014/main" id="{9B873BA6-360B-7B6C-4C5A-4710AB28763D}"/>
                </a:ext>
              </a:extLst>
            </p:cNvPr>
            <p:cNvCxnSpPr>
              <a:cxnSpLocks/>
              <a:stCxn id="127" idx="3"/>
              <a:endCxn id="160" idx="3"/>
            </p:cNvCxnSpPr>
            <p:nvPr/>
          </p:nvCxnSpPr>
          <p:spPr>
            <a:xfrm flipH="1">
              <a:off x="2654677" y="2646505"/>
              <a:ext cx="8246459" cy="2215371"/>
            </a:xfrm>
            <a:prstGeom prst="bentConnector3">
              <a:avLst>
                <a:gd name="adj1" fmla="val -2772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5" name="直接箭头连接符 189">
              <a:extLst>
                <a:ext uri="{FF2B5EF4-FFF2-40B4-BE49-F238E27FC236}">
                  <a16:creationId xmlns:a16="http://schemas.microsoft.com/office/drawing/2014/main" id="{0B0F8D3C-6114-F82A-57E7-4BAA7D8B301F}"/>
                </a:ext>
              </a:extLst>
            </p:cNvPr>
            <p:cNvCxnSpPr>
              <a:cxnSpLocks/>
              <a:stCxn id="160" idx="1"/>
              <a:endCxn id="18" idx="4"/>
            </p:cNvCxnSpPr>
            <p:nvPr/>
          </p:nvCxnSpPr>
          <p:spPr>
            <a:xfrm rot="10800000">
              <a:off x="743729" y="2890178"/>
              <a:ext cx="1373013" cy="1971699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4CFBEC3C-480C-72F3-2A99-5B5842C24F57}"/>
                    </a:ext>
                  </a:extLst>
                </p:cNvPr>
                <p:cNvSpPr txBox="1"/>
                <p:nvPr/>
              </p:nvSpPr>
              <p:spPr>
                <a:xfrm>
                  <a:off x="157851" y="2336180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4CFBEC3C-480C-72F3-2A99-5B5842C24F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851" y="2336180"/>
                  <a:ext cx="416797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文本框 365">
                  <a:extLst>
                    <a:ext uri="{FF2B5EF4-FFF2-40B4-BE49-F238E27FC236}">
                      <a16:creationId xmlns:a16="http://schemas.microsoft.com/office/drawing/2014/main" id="{D410E91E-1E6D-65E9-383E-1B03EFCDEC17}"/>
                    </a:ext>
                  </a:extLst>
                </p:cNvPr>
                <p:cNvSpPr txBox="1"/>
                <p:nvPr/>
              </p:nvSpPr>
              <p:spPr>
                <a:xfrm>
                  <a:off x="1942739" y="2355113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6" name="文本框 365">
                  <a:extLst>
                    <a:ext uri="{FF2B5EF4-FFF2-40B4-BE49-F238E27FC236}">
                      <a16:creationId xmlns:a16="http://schemas.microsoft.com/office/drawing/2014/main" id="{D410E91E-1E6D-65E9-383E-1B03EFCDEC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42739" y="2355113"/>
                  <a:ext cx="416797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0C5ECE4A-9993-197B-9CD2-6862DE7D0377}"/>
                    </a:ext>
                  </a:extLst>
                </p:cNvPr>
                <p:cNvSpPr txBox="1"/>
                <p:nvPr/>
              </p:nvSpPr>
              <p:spPr>
                <a:xfrm>
                  <a:off x="3674749" y="2520846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0C5ECE4A-9993-197B-9CD2-6862DE7D0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74749" y="2520846"/>
                  <a:ext cx="416797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91ECBC07-2DA5-4C74-8D39-19DFCDEA053D}"/>
                    </a:ext>
                  </a:extLst>
                </p:cNvPr>
                <p:cNvSpPr txBox="1"/>
                <p:nvPr/>
              </p:nvSpPr>
              <p:spPr>
                <a:xfrm>
                  <a:off x="11042949" y="223583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91ECBC07-2DA5-4C74-8D39-19DFCDEA05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42949" y="2235832"/>
                  <a:ext cx="416797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" name="文本框 374">
                  <a:extLst>
                    <a:ext uri="{FF2B5EF4-FFF2-40B4-BE49-F238E27FC236}">
                      <a16:creationId xmlns:a16="http://schemas.microsoft.com/office/drawing/2014/main" id="{823039E9-7BED-93DD-1992-3649C50D9129}"/>
                    </a:ext>
                  </a:extLst>
                </p:cNvPr>
                <p:cNvSpPr txBox="1"/>
                <p:nvPr/>
              </p:nvSpPr>
              <p:spPr>
                <a:xfrm>
                  <a:off x="4789376" y="3496620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5" name="文本框 374">
                  <a:extLst>
                    <a:ext uri="{FF2B5EF4-FFF2-40B4-BE49-F238E27FC236}">
                      <a16:creationId xmlns:a16="http://schemas.microsoft.com/office/drawing/2014/main" id="{823039E9-7BED-93DD-1992-3649C50D91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9376" y="3496620"/>
                  <a:ext cx="273380" cy="369332"/>
                </a:xfrm>
                <a:prstGeom prst="rect">
                  <a:avLst/>
                </a:prstGeom>
                <a:blipFill>
                  <a:blip r:embed="rId19"/>
                  <a:stretch>
                    <a:fillRect l="-11364" r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6" name="文本框 375">
                  <a:extLst>
                    <a:ext uri="{FF2B5EF4-FFF2-40B4-BE49-F238E27FC236}">
                      <a16:creationId xmlns:a16="http://schemas.microsoft.com/office/drawing/2014/main" id="{FE3FC2BE-0E83-60B1-294B-C3F114DE7637}"/>
                    </a:ext>
                  </a:extLst>
                </p:cNvPr>
                <p:cNvSpPr txBox="1"/>
                <p:nvPr/>
              </p:nvSpPr>
              <p:spPr>
                <a:xfrm>
                  <a:off x="4777634" y="2878097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6" name="文本框 375">
                  <a:extLst>
                    <a:ext uri="{FF2B5EF4-FFF2-40B4-BE49-F238E27FC236}">
                      <a16:creationId xmlns:a16="http://schemas.microsoft.com/office/drawing/2014/main" id="{FE3FC2BE-0E83-60B1-294B-C3F114DE76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7634" y="2878097"/>
                  <a:ext cx="27338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39770DD9-3BB1-3465-8C7C-00BC5505F125}"/>
                    </a:ext>
                  </a:extLst>
                </p:cNvPr>
                <p:cNvSpPr txBox="1"/>
                <p:nvPr/>
              </p:nvSpPr>
              <p:spPr>
                <a:xfrm>
                  <a:off x="5200655" y="1506274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39770DD9-3BB1-3465-8C7C-00BC5505F1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0655" y="1506274"/>
                  <a:ext cx="273380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B01D98B2-FAA5-3C31-3089-24FD20A8269A}"/>
                    </a:ext>
                  </a:extLst>
                </p:cNvPr>
                <p:cNvSpPr txBox="1"/>
                <p:nvPr/>
              </p:nvSpPr>
              <p:spPr>
                <a:xfrm>
                  <a:off x="7388050" y="2264680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B01D98B2-FAA5-3C31-3089-24FD20A826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8050" y="2264680"/>
                  <a:ext cx="273380" cy="369332"/>
                </a:xfrm>
                <a:prstGeom prst="rect">
                  <a:avLst/>
                </a:prstGeom>
                <a:blipFill>
                  <a:blip r:embed="rId22"/>
                  <a:stretch>
                    <a:fillRect l="-11111" r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009C1B65-7813-A13E-EEFB-1E7F2C86ABC5}"/>
                    </a:ext>
                  </a:extLst>
                </p:cNvPr>
                <p:cNvSpPr txBox="1"/>
                <p:nvPr/>
              </p:nvSpPr>
              <p:spPr>
                <a:xfrm>
                  <a:off x="7375615" y="2666448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009C1B65-7813-A13E-EEFB-1E7F2C86AB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5615" y="2666448"/>
                  <a:ext cx="273380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4EC78B90-1F53-F03D-1AE6-826D5646726A}"/>
                    </a:ext>
                  </a:extLst>
                </p:cNvPr>
                <p:cNvSpPr txBox="1"/>
                <p:nvPr/>
              </p:nvSpPr>
              <p:spPr>
                <a:xfrm>
                  <a:off x="6519084" y="246107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4EC78B90-1F53-F03D-1AE6-826D564672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9084" y="2461072"/>
                  <a:ext cx="416797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EF2C0FE6-65EB-5AE7-57A5-5B17AD3520CC}"/>
                    </a:ext>
                  </a:extLst>
                </p:cNvPr>
                <p:cNvSpPr txBox="1"/>
                <p:nvPr/>
              </p:nvSpPr>
              <p:spPr>
                <a:xfrm>
                  <a:off x="302348" y="2766598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EF2C0FE6-65EB-5AE7-57A5-5B17AD3520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348" y="2766598"/>
                  <a:ext cx="273380" cy="369332"/>
                </a:xfrm>
                <a:prstGeom prst="rect">
                  <a:avLst/>
                </a:prstGeom>
                <a:blipFill>
                  <a:blip r:embed="rId25"/>
                  <a:stretch>
                    <a:fillRect l="-11364" r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12CEE78E-1250-A938-C832-EDA0FB6DAED7}"/>
                    </a:ext>
                  </a:extLst>
                </p:cNvPr>
                <p:cNvSpPr txBox="1"/>
                <p:nvPr/>
              </p:nvSpPr>
              <p:spPr>
                <a:xfrm>
                  <a:off x="458962" y="3091403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12CEE78E-1250-A938-C832-EDA0FB6DAE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962" y="3091403"/>
                  <a:ext cx="273380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312749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B4269-9241-3125-D018-927D4E991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D295DFC0-8FA4-11F6-1D0D-DC56A1E64693}"/>
              </a:ext>
            </a:extLst>
          </p:cNvPr>
          <p:cNvGrpSpPr/>
          <p:nvPr/>
        </p:nvGrpSpPr>
        <p:grpSpPr>
          <a:xfrm>
            <a:off x="2785791" y="453183"/>
            <a:ext cx="972000" cy="658766"/>
            <a:chOff x="975600" y="2080173"/>
            <a:chExt cx="972000" cy="658766"/>
          </a:xfrm>
        </p:grpSpPr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0D31A7FF-0105-3138-1BE2-AACDE9B58B88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F072CF5F-B8A7-CE92-F471-E918FE9F0192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D66EB76F-853A-7A6D-E1EA-0CECE799DD66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1BCE115D-A84B-B97D-9887-40A1F378DC3A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EF4C3BF2-ED91-7A50-5ED4-2F6C2A8CF1B2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21B25671-DE25-1E0B-2331-2E491E301246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445DBD10-9227-620E-B68F-8971ED946651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5BE9E80C-BC97-43A9-89BA-1EC8C2A2BD24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00BEEA86-754A-2412-1579-42F4F7EC5EC5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6462E71E-D63B-4C33-C013-F348A00E4BFF}"/>
                </a:ext>
              </a:extLst>
            </p:cNvPr>
            <p:cNvCxnSpPr>
              <a:cxnSpLocks/>
              <a:endCxn id="13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0" name="组合 149">
            <a:extLst>
              <a:ext uri="{FF2B5EF4-FFF2-40B4-BE49-F238E27FC236}">
                <a16:creationId xmlns:a16="http://schemas.microsoft.com/office/drawing/2014/main" id="{36327665-A4B1-DCFD-2819-B0318B458818}"/>
              </a:ext>
            </a:extLst>
          </p:cNvPr>
          <p:cNvGrpSpPr/>
          <p:nvPr/>
        </p:nvGrpSpPr>
        <p:grpSpPr>
          <a:xfrm>
            <a:off x="433135" y="1848885"/>
            <a:ext cx="11623614" cy="2527091"/>
            <a:chOff x="433135" y="1848885"/>
            <a:chExt cx="11623614" cy="2527091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9817D250-961B-1762-DC4C-A334D2138EDD}"/>
                </a:ext>
              </a:extLst>
            </p:cNvPr>
            <p:cNvGrpSpPr/>
            <p:nvPr/>
          </p:nvGrpSpPr>
          <p:grpSpPr>
            <a:xfrm>
              <a:off x="2734650" y="2748385"/>
              <a:ext cx="974429" cy="524047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EA80D7A4-38B6-AA8B-66D2-F3A240C9D095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𝑠𝑣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𝑠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EA80D7A4-38B6-AA8B-66D2-F3A240C9D09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06783F7-574E-BDFE-7E06-A5972839E31E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3D7CF212-394F-A5A4-172E-1836B0C8F32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5A1163FE-1A41-BF55-30AB-F6C10D34463A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72314749-482D-FAD4-5A17-47D13EC1097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2C404D40-9094-30D9-DFE5-4CEC9BA4B98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12292127-6A19-C94E-7241-3AF4A377EC5A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1D2CC1A-9A8F-98C8-805D-894310E03CAC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D297D917-D5B8-4065-898E-49FC514D4518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0D89519C-9A9E-6CE4-7B7A-23589AF74F6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" name="直接箭头连接符 12">
                <a:extLst>
                  <a:ext uri="{FF2B5EF4-FFF2-40B4-BE49-F238E27FC236}">
                    <a16:creationId xmlns:a16="http://schemas.microsoft.com/office/drawing/2014/main" id="{7BDE05CC-84CF-B7B2-62D9-0652D957996E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913BB331-7447-BF53-2D79-5EFD2976A999}"/>
                    </a:ext>
                  </a:extLst>
                </p:cNvPr>
                <p:cNvSpPr txBox="1"/>
                <p:nvPr/>
              </p:nvSpPr>
              <p:spPr>
                <a:xfrm>
                  <a:off x="1269264" y="260764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913BB331-7447-BF53-2D79-5EFD2976A9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9264" y="2607642"/>
                  <a:ext cx="41679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流程图: 汇总连接 17">
              <a:extLst>
                <a:ext uri="{FF2B5EF4-FFF2-40B4-BE49-F238E27FC236}">
                  <a16:creationId xmlns:a16="http://schemas.microsoft.com/office/drawing/2014/main" id="{AE84E94A-838A-EE18-A101-08AACFF3EE10}"/>
                </a:ext>
              </a:extLst>
            </p:cNvPr>
            <p:cNvSpPr/>
            <p:nvPr/>
          </p:nvSpPr>
          <p:spPr>
            <a:xfrm>
              <a:off x="935650" y="2876626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8DD0247D-DB1D-32CB-4C51-4FFDF84C0F31}"/>
                    </a:ext>
                  </a:extLst>
                </p:cNvPr>
                <p:cNvSpPr txBox="1"/>
                <p:nvPr/>
              </p:nvSpPr>
              <p:spPr>
                <a:xfrm>
                  <a:off x="5013120" y="2645446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8DD0247D-DB1D-32CB-4C51-4FFDF84C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3120" y="2645446"/>
                  <a:ext cx="2733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4E61623B-6824-B8C5-CD21-E7226703EF30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433135" y="3019133"/>
              <a:ext cx="5025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9ECB194-9A5E-552E-D028-390EE8191D6A}"/>
                </a:ext>
              </a:extLst>
            </p:cNvPr>
            <p:cNvGrpSpPr/>
            <p:nvPr/>
          </p:nvGrpSpPr>
          <p:grpSpPr>
            <a:xfrm>
              <a:off x="1671701" y="2752755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33D9699F-EA82-0F6C-6161-368349FA435D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33D9699F-EA82-0F6C-6161-368349FA435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B6C41E67-234C-A31F-5FAE-752741A799C2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0121CCBA-870B-07BD-9BB4-9380F2C7575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BF629366-B59E-27C5-DE76-C753AD7CCB6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E878E553-FB7F-862E-78D3-E64B642929C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7251A430-735E-8A05-BB18-EBEC835E567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4988AB91-E130-E816-4175-ADCD7C160156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1CB15086-E5B7-BA99-2F48-6C53C2861BF4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034C1DAC-98F2-8CA8-056D-2FA14034AED7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7668CFB6-6F78-4652-3925-1656FD44050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2" name="直接箭头连接符 31">
                <a:extLst>
                  <a:ext uri="{FF2B5EF4-FFF2-40B4-BE49-F238E27FC236}">
                    <a16:creationId xmlns:a16="http://schemas.microsoft.com/office/drawing/2014/main" id="{7C044F25-DC61-0877-D40B-379E9D92685C}"/>
                  </a:ext>
                </a:extLst>
              </p:cNvPr>
              <p:cNvCxnSpPr>
                <a:cxnSpLocks/>
                <a:endCxn id="2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72F85E89-EEA4-FD94-D8E6-373DB5E26343}"/>
                </a:ext>
              </a:extLst>
            </p:cNvPr>
            <p:cNvGrpSpPr/>
            <p:nvPr/>
          </p:nvGrpSpPr>
          <p:grpSpPr>
            <a:xfrm>
              <a:off x="4275144" y="2748401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08878481-ECCE-600A-68CC-6D945C7444CA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𝑞𝑥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08878481-ECCE-600A-68CC-6D945C7444C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9578588C-019C-2E72-BBFB-B23E48B1582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2C882009-72EB-042C-A30D-53DB02C456EB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741B5F8D-32A6-A63D-3E3D-7C9AD6CE5FE2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ED32F632-10E3-F894-7080-0ABEBD027665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BD57A200-5DF5-A4D6-AF76-83CD3838A528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85FC7901-FAD0-B769-E389-DAA8AE30CE3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E17E8DD6-DD59-2F50-6DB1-0ACB45A1DF22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0C3DA16F-42DC-0AAB-67A6-D8060EF8A7FA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AA3E1AD9-4A76-381A-52AA-6951454CD7F1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5B2919D0-4FF4-FE85-1921-71029859ED4D}"/>
                  </a:ext>
                </a:extLst>
              </p:cNvPr>
              <p:cNvCxnSpPr>
                <a:cxnSpLocks/>
                <a:endCxn id="4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7" name="流程图: 汇总连接 56">
              <a:extLst>
                <a:ext uri="{FF2B5EF4-FFF2-40B4-BE49-F238E27FC236}">
                  <a16:creationId xmlns:a16="http://schemas.microsoft.com/office/drawing/2014/main" id="{6550BC18-6A37-061B-E49D-8F8EFA63E7C9}"/>
                </a:ext>
              </a:extLst>
            </p:cNvPr>
            <p:cNvSpPr/>
            <p:nvPr/>
          </p:nvSpPr>
          <p:spPr>
            <a:xfrm>
              <a:off x="5320238" y="2853400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4B1458B6-8BAB-5DC6-8BA3-2A752D3A6D6B}"/>
                </a:ext>
              </a:extLst>
            </p:cNvPr>
            <p:cNvGrpSpPr/>
            <p:nvPr/>
          </p:nvGrpSpPr>
          <p:grpSpPr>
            <a:xfrm>
              <a:off x="5935183" y="2701462"/>
              <a:ext cx="1726396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1DFB13DE-4DCC-4173-AACA-C437CEE221CB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𝐿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𝑞𝑝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𝐿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/4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𝑒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1DFB13DE-4DCC-4173-AACA-C437CEE221C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139902C9-78C0-FE75-4432-5AD8166AD454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604A99EF-B88A-9446-B5B0-DBB5B59A7AA2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5939ED6F-9CD0-91AD-6F69-013260B7567A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7D6261EA-9EA9-DBD5-620E-19F05FDEE54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7B3E561-1398-6AC0-5884-50989DC90CE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1F8CD51F-B278-D28C-8B24-5A269BE90CA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20E5E080-0B93-8959-2D40-A986C6AD609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CE3DBB8B-9210-6FF2-DBE2-0CF5BB52523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FBEE76F-DF4A-2CB9-331A-070EDDC8140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0" name="直接箭头连接符 69">
                <a:extLst>
                  <a:ext uri="{FF2B5EF4-FFF2-40B4-BE49-F238E27FC236}">
                    <a16:creationId xmlns:a16="http://schemas.microsoft.com/office/drawing/2014/main" id="{9437CDA5-827B-B2C0-2E48-FCBC658EBE26}"/>
                  </a:ext>
                </a:extLst>
              </p:cNvPr>
              <p:cNvCxnSpPr>
                <a:cxnSpLocks/>
                <a:endCxn id="6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527CDE62-4492-6FAC-6B84-82DDDE62B020}"/>
                </a:ext>
              </a:extLst>
            </p:cNvPr>
            <p:cNvGrpSpPr/>
            <p:nvPr/>
          </p:nvGrpSpPr>
          <p:grpSpPr>
            <a:xfrm>
              <a:off x="7336239" y="1848885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EC613F0E-7A46-1976-F275-12A6EDE3FC7F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𝐿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EC613F0E-7A46-1976-F275-12A6EDE3FC7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2C5F53EE-624D-1610-B263-799A682F87FE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95213331-E0D7-5888-9079-38A6D1A93AED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0DA62C18-D04C-D0A5-16D9-69B5E411A51D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F2486FF9-5F43-2F55-E13C-0D18C271120A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2BB1F89C-5856-D7B7-A100-0C0D35AF5916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2CAB6527-F610-6E36-E3CF-F3A7BBFE6E5E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9510DB82-1316-C9F4-6D8D-EF04ED0AC46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14B5E61D-1FA3-B14D-C841-1AB111E4C70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65254FCE-3DA6-FD29-89C8-B8121E2BDE8E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7C0CF237-B6FF-6A0D-8AF1-AC18A809E508}"/>
                  </a:ext>
                </a:extLst>
              </p:cNvPr>
              <p:cNvCxnSpPr>
                <a:cxnSpLocks/>
                <a:endCxn id="9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流程图: 汇总连接 106">
              <a:extLst>
                <a:ext uri="{FF2B5EF4-FFF2-40B4-BE49-F238E27FC236}">
                  <a16:creationId xmlns:a16="http://schemas.microsoft.com/office/drawing/2014/main" id="{B033D3F2-AAFB-0910-C30B-94860D9D6723}"/>
                </a:ext>
              </a:extLst>
            </p:cNvPr>
            <p:cNvSpPr/>
            <p:nvPr/>
          </p:nvSpPr>
          <p:spPr>
            <a:xfrm>
              <a:off x="8012209" y="2863620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B2B467F1-E10C-4448-7C06-D5462141A2E8}"/>
                </a:ext>
              </a:extLst>
            </p:cNvPr>
            <p:cNvGrpSpPr/>
            <p:nvPr/>
          </p:nvGrpSpPr>
          <p:grpSpPr>
            <a:xfrm>
              <a:off x="8810316" y="2682590"/>
              <a:ext cx="1347945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矩形 108">
                    <a:extLst>
                      <a:ext uri="{FF2B5EF4-FFF2-40B4-BE49-F238E27FC236}">
                        <a16:creationId xmlns:a16="http://schemas.microsoft.com/office/drawing/2014/main" id="{79ACB766-D4DC-568C-99B6-1C520A87BD20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𝑡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9" name="矩形 108">
                    <a:extLst>
                      <a:ext uri="{FF2B5EF4-FFF2-40B4-BE49-F238E27FC236}">
                        <a16:creationId xmlns:a16="http://schemas.microsoft.com/office/drawing/2014/main" id="{79ACB766-D4DC-568C-99B6-1C520A87BD2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5BC54DCC-0C23-8EA1-514A-E51744633DC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2978A8F1-ABF0-FF6E-84C9-2BBE758A7481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562E7727-D2A6-D9A5-0669-A2EA9B9A48C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C666FB6D-7693-ED2A-1B08-26672F4186D3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089B08D2-730D-9418-CD1F-528DDC419479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FFABD2F2-858F-920E-A680-3D4F2DFA24D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E9332654-F064-AF1C-822F-4694860B07B5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8A5C6C1-4D05-596A-8DF9-C70908DE8F6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1D5F0C74-5513-E22D-CDF8-CD4575676AB5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2" name="直接箭头连接符 121">
                <a:extLst>
                  <a:ext uri="{FF2B5EF4-FFF2-40B4-BE49-F238E27FC236}">
                    <a16:creationId xmlns:a16="http://schemas.microsoft.com/office/drawing/2014/main" id="{17DC895B-0B84-5CDB-F240-5E755AC5F563}"/>
                  </a:ext>
                </a:extLst>
              </p:cNvPr>
              <p:cNvCxnSpPr>
                <a:cxnSpLocks/>
                <a:endCxn id="11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45F0B5AC-059B-0A9C-29CD-B0E0D9878C4D}"/>
                </a:ext>
              </a:extLst>
            </p:cNvPr>
            <p:cNvGrpSpPr/>
            <p:nvPr/>
          </p:nvGrpSpPr>
          <p:grpSpPr>
            <a:xfrm>
              <a:off x="10712164" y="2732079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7" name="矩形 126">
                    <a:extLst>
                      <a:ext uri="{FF2B5EF4-FFF2-40B4-BE49-F238E27FC236}">
                        <a16:creationId xmlns:a16="http://schemas.microsoft.com/office/drawing/2014/main" id="{334E72B8-35A4-70F0-1C4A-0162DB13941B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7" name="矩形 126">
                    <a:extLst>
                      <a:ext uri="{FF2B5EF4-FFF2-40B4-BE49-F238E27FC236}">
                        <a16:creationId xmlns:a16="http://schemas.microsoft.com/office/drawing/2014/main" id="{334E72B8-35A4-70F0-1C4A-0162DB13941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80DDD76F-47C2-10E8-771B-693F13A8E0C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B2EA28B5-C165-D242-57EA-27A82F5DF177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798872FE-44E5-0B0D-7A84-4D8DB9539D3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E7308A2-FF7D-6875-3E41-F97422BAE5C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0CF96DDD-3F29-554A-B525-2C6C1013F00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BBAD525A-BB2D-0CAC-CE31-4E692543506E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9F6B0371-A5FB-67FD-8DA3-CD68D7C8F3F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9AE3EEE5-D7AF-5618-3084-271794E0A00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C659E5AE-A3BD-29F9-5E15-E7A8E97D39FA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3" name="直接箭头连接符 152">
                <a:extLst>
                  <a:ext uri="{FF2B5EF4-FFF2-40B4-BE49-F238E27FC236}">
                    <a16:creationId xmlns:a16="http://schemas.microsoft.com/office/drawing/2014/main" id="{A918C0B1-06F2-BBE2-673D-A18437DBF1E7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组合 155">
              <a:extLst>
                <a:ext uri="{FF2B5EF4-FFF2-40B4-BE49-F238E27FC236}">
                  <a16:creationId xmlns:a16="http://schemas.microsoft.com/office/drawing/2014/main" id="{17B4D3FA-10C8-7BA3-AE1C-BBB6E341E1D2}"/>
                </a:ext>
              </a:extLst>
            </p:cNvPr>
            <p:cNvGrpSpPr/>
            <p:nvPr/>
          </p:nvGrpSpPr>
          <p:grpSpPr>
            <a:xfrm>
              <a:off x="2481093" y="3843223"/>
              <a:ext cx="3801639" cy="532753"/>
              <a:chOff x="975600" y="2080173"/>
              <a:chExt cx="686920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07E200D3-744D-E47B-2A79-D54B9EF0BB4A}"/>
                      </a:ext>
                    </a:extLst>
                  </p:cNvPr>
                  <p:cNvSpPr/>
                  <p:nvPr/>
                </p:nvSpPr>
                <p:spPr>
                  <a:xfrm>
                    <a:off x="6872808" y="2086504"/>
                    <a:ext cx="972001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07E200D3-744D-E47B-2A79-D54B9EF0BB4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72808" y="2086504"/>
                    <a:ext cx="972001" cy="6480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126792DD-741E-D279-AABF-CFF14726E8C2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C91C8ED8-318C-0D4E-4B37-784370952CC7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AB2D8034-CB92-93CB-D68E-8E6884310942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C36DC26D-1A0B-1181-7883-62097D3D4987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8E17770C-6EF3-98C3-F75B-5DE888D488C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162D72E6-F0DE-783A-8F2A-C2D719E706C8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DEFF1697-6BE9-C7B7-F2EA-895798C2C351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7ACC42BB-9F0C-AD23-AD02-026939F2FDD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14271690-E570-85B3-F363-2E32296E4D1A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5" name="直接箭头连接符 174">
                <a:extLst>
                  <a:ext uri="{FF2B5EF4-FFF2-40B4-BE49-F238E27FC236}">
                    <a16:creationId xmlns:a16="http://schemas.microsoft.com/office/drawing/2014/main" id="{747F4E89-8A03-01C9-C003-FA8B79D44338}"/>
                  </a:ext>
                </a:extLst>
              </p:cNvPr>
              <p:cNvCxnSpPr>
                <a:cxnSpLocks/>
                <a:endCxn id="17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直接箭头连接符 176">
              <a:extLst>
                <a:ext uri="{FF2B5EF4-FFF2-40B4-BE49-F238E27FC236}">
                  <a16:creationId xmlns:a16="http://schemas.microsoft.com/office/drawing/2014/main" id="{9A2AB8BB-9BD2-C93B-6870-EBAB2F03B7F8}"/>
                </a:ext>
              </a:extLst>
            </p:cNvPr>
            <p:cNvCxnSpPr>
              <a:cxnSpLocks/>
              <a:stCxn id="18" idx="6"/>
              <a:endCxn id="22" idx="1"/>
            </p:cNvCxnSpPr>
            <p:nvPr/>
          </p:nvCxnSpPr>
          <p:spPr>
            <a:xfrm flipV="1">
              <a:off x="1209030" y="3014778"/>
              <a:ext cx="462671" cy="435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直接箭头连接符 185">
              <a:extLst>
                <a:ext uri="{FF2B5EF4-FFF2-40B4-BE49-F238E27FC236}">
                  <a16:creationId xmlns:a16="http://schemas.microsoft.com/office/drawing/2014/main" id="{223CCEFA-6BCC-770D-F1BD-2DBFDD50E7E3}"/>
                </a:ext>
              </a:extLst>
            </p:cNvPr>
            <p:cNvCxnSpPr>
              <a:cxnSpLocks/>
              <a:stCxn id="22" idx="3"/>
              <a:endCxn id="3" idx="1"/>
            </p:cNvCxnSpPr>
            <p:nvPr/>
          </p:nvCxnSpPr>
          <p:spPr>
            <a:xfrm flipV="1">
              <a:off x="2209637" y="3006127"/>
              <a:ext cx="525013" cy="86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EAED5763-1426-2D27-1B0E-D41F93D9A321}"/>
                </a:ext>
              </a:extLst>
            </p:cNvPr>
            <p:cNvCxnSpPr>
              <a:cxnSpLocks/>
              <a:stCxn id="3" idx="3"/>
              <a:endCxn id="34" idx="1"/>
            </p:cNvCxnSpPr>
            <p:nvPr/>
          </p:nvCxnSpPr>
          <p:spPr>
            <a:xfrm>
              <a:off x="3706650" y="3006127"/>
              <a:ext cx="568494" cy="429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直接箭头连接符 222">
              <a:extLst>
                <a:ext uri="{FF2B5EF4-FFF2-40B4-BE49-F238E27FC236}">
                  <a16:creationId xmlns:a16="http://schemas.microsoft.com/office/drawing/2014/main" id="{4DD1A8BC-10F0-5AD5-7874-B6D117D4BEB4}"/>
                </a:ext>
              </a:extLst>
            </p:cNvPr>
            <p:cNvCxnSpPr>
              <a:cxnSpLocks/>
              <a:stCxn id="34" idx="3"/>
              <a:endCxn id="57" idx="2"/>
            </p:cNvCxnSpPr>
            <p:nvPr/>
          </p:nvCxnSpPr>
          <p:spPr>
            <a:xfrm flipV="1">
              <a:off x="4813080" y="2995907"/>
              <a:ext cx="507158" cy="1451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7ED95AA7-4D8A-2FD7-69B5-605C0AFF3E2D}"/>
                </a:ext>
              </a:extLst>
            </p:cNvPr>
            <p:cNvCxnSpPr>
              <a:cxnSpLocks/>
              <a:stCxn id="57" idx="6"/>
              <a:endCxn id="60" idx="1"/>
            </p:cNvCxnSpPr>
            <p:nvPr/>
          </p:nvCxnSpPr>
          <p:spPr>
            <a:xfrm>
              <a:off x="5593618" y="2995907"/>
              <a:ext cx="341565" cy="137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直接箭头连接符 298">
              <a:extLst>
                <a:ext uri="{FF2B5EF4-FFF2-40B4-BE49-F238E27FC236}">
                  <a16:creationId xmlns:a16="http://schemas.microsoft.com/office/drawing/2014/main" id="{D00E5D2C-4079-990B-6743-FC4E0965412C}"/>
                </a:ext>
              </a:extLst>
            </p:cNvPr>
            <p:cNvCxnSpPr>
              <a:cxnSpLocks/>
              <a:stCxn id="60" idx="3"/>
              <a:endCxn id="107" idx="2"/>
            </p:cNvCxnSpPr>
            <p:nvPr/>
          </p:nvCxnSpPr>
          <p:spPr>
            <a:xfrm flipV="1">
              <a:off x="7657276" y="3006127"/>
              <a:ext cx="354933" cy="3531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直接箭头连接符 309">
              <a:extLst>
                <a:ext uri="{FF2B5EF4-FFF2-40B4-BE49-F238E27FC236}">
                  <a16:creationId xmlns:a16="http://schemas.microsoft.com/office/drawing/2014/main" id="{410A46EE-0B98-9043-0D24-2AFBDC97882C}"/>
                </a:ext>
              </a:extLst>
            </p:cNvPr>
            <p:cNvCxnSpPr>
              <a:cxnSpLocks/>
              <a:endCxn id="107" idx="4"/>
            </p:cNvCxnSpPr>
            <p:nvPr/>
          </p:nvCxnSpPr>
          <p:spPr>
            <a:xfrm flipV="1">
              <a:off x="8148899" y="3148633"/>
              <a:ext cx="0" cy="62906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直接箭头连接符 311">
              <a:extLst>
                <a:ext uri="{FF2B5EF4-FFF2-40B4-BE49-F238E27FC236}">
                  <a16:creationId xmlns:a16="http://schemas.microsoft.com/office/drawing/2014/main" id="{2E7BBFDA-86BD-C911-E00C-268F7C041A20}"/>
                </a:ext>
              </a:extLst>
            </p:cNvPr>
            <p:cNvCxnSpPr>
              <a:cxnSpLocks/>
              <a:stCxn id="107" idx="6"/>
              <a:endCxn id="109" idx="1"/>
            </p:cNvCxnSpPr>
            <p:nvPr/>
          </p:nvCxnSpPr>
          <p:spPr>
            <a:xfrm flipV="1">
              <a:off x="8285589" y="2990786"/>
              <a:ext cx="524727" cy="1534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直接箭头连接符 316">
              <a:extLst>
                <a:ext uri="{FF2B5EF4-FFF2-40B4-BE49-F238E27FC236}">
                  <a16:creationId xmlns:a16="http://schemas.microsoft.com/office/drawing/2014/main" id="{95DFFE8A-7732-DD45-868A-9DBD14574758}"/>
                </a:ext>
              </a:extLst>
            </p:cNvPr>
            <p:cNvCxnSpPr>
              <a:cxnSpLocks/>
              <a:stCxn id="109" idx="3"/>
              <a:endCxn id="127" idx="1"/>
            </p:cNvCxnSpPr>
            <p:nvPr/>
          </p:nvCxnSpPr>
          <p:spPr>
            <a:xfrm>
              <a:off x="10154901" y="2990786"/>
              <a:ext cx="557263" cy="331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2" name="直接箭头连接符 321">
              <a:extLst>
                <a:ext uri="{FF2B5EF4-FFF2-40B4-BE49-F238E27FC236}">
                  <a16:creationId xmlns:a16="http://schemas.microsoft.com/office/drawing/2014/main" id="{4595DC91-AECA-CFB6-62F5-8A12C94C31FA}"/>
                </a:ext>
              </a:extLst>
            </p:cNvPr>
            <p:cNvCxnSpPr>
              <a:cxnSpLocks/>
              <a:stCxn id="127" idx="3"/>
            </p:cNvCxnSpPr>
            <p:nvPr/>
          </p:nvCxnSpPr>
          <p:spPr>
            <a:xfrm>
              <a:off x="11250100" y="2994102"/>
              <a:ext cx="806649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直接箭头连接符 298">
              <a:extLst>
                <a:ext uri="{FF2B5EF4-FFF2-40B4-BE49-F238E27FC236}">
                  <a16:creationId xmlns:a16="http://schemas.microsoft.com/office/drawing/2014/main" id="{C460ACDD-C7BD-79EF-B517-D97046D31BB7}"/>
                </a:ext>
              </a:extLst>
            </p:cNvPr>
            <p:cNvCxnSpPr>
              <a:cxnSpLocks/>
              <a:stCxn id="109" idx="3"/>
              <a:endCxn id="84" idx="3"/>
            </p:cNvCxnSpPr>
            <p:nvPr/>
          </p:nvCxnSpPr>
          <p:spPr>
            <a:xfrm flipH="1" flipV="1">
              <a:off x="7874175" y="2110908"/>
              <a:ext cx="2280726" cy="879878"/>
            </a:xfrm>
            <a:prstGeom prst="bentConnector3">
              <a:avLst>
                <a:gd name="adj1" fmla="val -10023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1" name="直接箭头连接符 298">
              <a:extLst>
                <a:ext uri="{FF2B5EF4-FFF2-40B4-BE49-F238E27FC236}">
                  <a16:creationId xmlns:a16="http://schemas.microsoft.com/office/drawing/2014/main" id="{E4BA3B5D-F440-48F6-E8B8-D7E380D0A12A}"/>
                </a:ext>
              </a:extLst>
            </p:cNvPr>
            <p:cNvCxnSpPr>
              <a:cxnSpLocks/>
              <a:stCxn id="84" idx="1"/>
              <a:endCxn id="57" idx="0"/>
            </p:cNvCxnSpPr>
            <p:nvPr/>
          </p:nvCxnSpPr>
          <p:spPr>
            <a:xfrm rot="10800000" flipV="1">
              <a:off x="5456929" y="2110908"/>
              <a:ext cx="1879311" cy="742492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1" name="直接箭头连接符 298">
              <a:extLst>
                <a:ext uri="{FF2B5EF4-FFF2-40B4-BE49-F238E27FC236}">
                  <a16:creationId xmlns:a16="http://schemas.microsoft.com/office/drawing/2014/main" id="{6DC5B8FD-C793-64AF-7ECD-139F56C5AE73}"/>
                </a:ext>
              </a:extLst>
            </p:cNvPr>
            <p:cNvCxnSpPr>
              <a:cxnSpLocks/>
              <a:stCxn id="127" idx="3"/>
              <a:endCxn id="160" idx="3"/>
            </p:cNvCxnSpPr>
            <p:nvPr/>
          </p:nvCxnSpPr>
          <p:spPr>
            <a:xfrm flipH="1">
              <a:off x="6282732" y="2994102"/>
              <a:ext cx="4967368" cy="1116264"/>
            </a:xfrm>
            <a:prstGeom prst="bentConnector3">
              <a:avLst>
                <a:gd name="adj1" fmla="val -4602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5" name="直接箭头连接符 189">
              <a:extLst>
                <a:ext uri="{FF2B5EF4-FFF2-40B4-BE49-F238E27FC236}">
                  <a16:creationId xmlns:a16="http://schemas.microsoft.com/office/drawing/2014/main" id="{AF7D57B2-59DA-7762-8A57-6B82D7C190FD}"/>
                </a:ext>
              </a:extLst>
            </p:cNvPr>
            <p:cNvCxnSpPr>
              <a:cxnSpLocks/>
              <a:stCxn id="160" idx="1"/>
              <a:endCxn id="18" idx="4"/>
            </p:cNvCxnSpPr>
            <p:nvPr/>
          </p:nvCxnSpPr>
          <p:spPr>
            <a:xfrm rot="10800000">
              <a:off x="1072340" y="3161640"/>
              <a:ext cx="4672456" cy="948727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02CCAD01-9547-E0A4-0DE9-F56987227486}"/>
                    </a:ext>
                  </a:extLst>
                </p:cNvPr>
                <p:cNvSpPr txBox="1"/>
                <p:nvPr/>
              </p:nvSpPr>
              <p:spPr>
                <a:xfrm>
                  <a:off x="486463" y="260764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02CCAD01-9547-E0A4-0DE9-F569872274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463" y="2607642"/>
                  <a:ext cx="41679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文本框 365">
                  <a:extLst>
                    <a:ext uri="{FF2B5EF4-FFF2-40B4-BE49-F238E27FC236}">
                      <a16:creationId xmlns:a16="http://schemas.microsoft.com/office/drawing/2014/main" id="{B257D01A-AF59-BA92-68C4-9FC1BD59D9FA}"/>
                    </a:ext>
                  </a:extLst>
                </p:cNvPr>
                <p:cNvSpPr txBox="1"/>
                <p:nvPr/>
              </p:nvSpPr>
              <p:spPr>
                <a:xfrm>
                  <a:off x="2271351" y="2626575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6" name="文本框 365">
                  <a:extLst>
                    <a:ext uri="{FF2B5EF4-FFF2-40B4-BE49-F238E27FC236}">
                      <a16:creationId xmlns:a16="http://schemas.microsoft.com/office/drawing/2014/main" id="{B257D01A-AF59-BA92-68C4-9FC1BD59D9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1351" y="2626575"/>
                  <a:ext cx="4167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4E4E1D5E-B909-DB1C-46D3-39ACD0B70736}"/>
                    </a:ext>
                  </a:extLst>
                </p:cNvPr>
                <p:cNvSpPr txBox="1"/>
                <p:nvPr/>
              </p:nvSpPr>
              <p:spPr>
                <a:xfrm>
                  <a:off x="3750469" y="260764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4E4E1D5E-B909-DB1C-46D3-39ACD0B70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0469" y="2607642"/>
                  <a:ext cx="41679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AA187A71-A4EA-5B70-6821-5D81F65C3A66}"/>
                    </a:ext>
                  </a:extLst>
                </p:cNvPr>
                <p:cNvSpPr txBox="1"/>
                <p:nvPr/>
              </p:nvSpPr>
              <p:spPr>
                <a:xfrm>
                  <a:off x="11428758" y="2621454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AA187A71-A4EA-5B70-6821-5D81F65C3A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8758" y="2621454"/>
                  <a:ext cx="416797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0652D818-E1C1-9A0B-C143-30583B78B9EC}"/>
                    </a:ext>
                  </a:extLst>
                </p:cNvPr>
                <p:cNvSpPr txBox="1"/>
                <p:nvPr/>
              </p:nvSpPr>
              <p:spPr>
                <a:xfrm>
                  <a:off x="5465679" y="2422976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0652D818-E1C1-9A0B-C143-30583B78B9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5679" y="2422976"/>
                  <a:ext cx="27338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F5613BEA-DF56-1E78-4BFE-A777B656AAF8}"/>
                    </a:ext>
                  </a:extLst>
                </p:cNvPr>
                <p:cNvSpPr txBox="1"/>
                <p:nvPr/>
              </p:nvSpPr>
              <p:spPr>
                <a:xfrm>
                  <a:off x="7738829" y="2542132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F5613BEA-DF56-1E78-4BFE-A777B656AA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8829" y="2542132"/>
                  <a:ext cx="273380" cy="369332"/>
                </a:xfrm>
                <a:prstGeom prst="rect">
                  <a:avLst/>
                </a:prstGeom>
                <a:blipFill>
                  <a:blip r:embed="rId17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96EE4140-B91F-ACC4-EAD1-65BB54F32AE5}"/>
                    </a:ext>
                  </a:extLst>
                </p:cNvPr>
                <p:cNvSpPr txBox="1"/>
                <p:nvPr/>
              </p:nvSpPr>
              <p:spPr>
                <a:xfrm>
                  <a:off x="7827651" y="3118487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96EE4140-B91F-ACC4-EAD1-65BB54F32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7651" y="3118487"/>
                  <a:ext cx="27338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18EA9136-DC6F-6153-3671-1AD20E2B9EFD}"/>
                    </a:ext>
                  </a:extLst>
                </p:cNvPr>
                <p:cNvSpPr txBox="1"/>
                <p:nvPr/>
              </p:nvSpPr>
              <p:spPr>
                <a:xfrm>
                  <a:off x="8116987" y="3202214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18EA9136-DC6F-6153-3671-1AD20E2B9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6987" y="3202214"/>
                  <a:ext cx="416797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6717432B-43AA-98E0-F33A-FA495220420E}"/>
                    </a:ext>
                  </a:extLst>
                </p:cNvPr>
                <p:cNvSpPr txBox="1"/>
                <p:nvPr/>
              </p:nvSpPr>
              <p:spPr>
                <a:xfrm>
                  <a:off x="630960" y="3038060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6717432B-43AA-98E0-F33A-FA4952204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960" y="3038060"/>
                  <a:ext cx="273380" cy="369332"/>
                </a:xfrm>
                <a:prstGeom prst="rect">
                  <a:avLst/>
                </a:prstGeom>
                <a:blipFill>
                  <a:blip r:embed="rId20"/>
                  <a:stretch>
                    <a:fillRect l="-11364" r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EB5EA7E5-1D79-1333-9F7C-88FB96599CCF}"/>
                    </a:ext>
                  </a:extLst>
                </p:cNvPr>
                <p:cNvSpPr txBox="1"/>
                <p:nvPr/>
              </p:nvSpPr>
              <p:spPr>
                <a:xfrm>
                  <a:off x="787574" y="3362865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EB5EA7E5-1D79-1333-9F7C-88FB96599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574" y="3362865"/>
                  <a:ext cx="273380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563666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7DADD-DAD8-447C-AE92-E9ABFE662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973D9B79-B3A8-F727-7B17-A39979E5ADCF}"/>
              </a:ext>
            </a:extLst>
          </p:cNvPr>
          <p:cNvGrpSpPr/>
          <p:nvPr/>
        </p:nvGrpSpPr>
        <p:grpSpPr>
          <a:xfrm>
            <a:off x="2785791" y="453183"/>
            <a:ext cx="972000" cy="658766"/>
            <a:chOff x="975600" y="2080173"/>
            <a:chExt cx="972000" cy="658766"/>
          </a:xfrm>
        </p:grpSpPr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A72E9AFE-D8AE-B6B8-C7F6-B730DE73F6D1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0CD19B45-FDC1-7553-49A5-79C8F3773DB8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50E8BBF0-2109-DECF-CA63-D8D4B6B27984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E1492102-DB0A-D28F-238B-C59A5B4F6915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10AA5423-2121-D796-EE3B-08706A6D015E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465544DA-7518-8AED-41ED-24E6A10B6D69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2B24BD56-2633-ECBD-FCA7-30D6CD04E5FC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A50CE895-9BA2-302F-F443-A5E0CD2DCF40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64347FDF-AAD8-64FF-6055-CAB0AE4A1B93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5C516921-0F45-3EB8-8BEF-FC32A49C5776}"/>
                </a:ext>
              </a:extLst>
            </p:cNvPr>
            <p:cNvCxnSpPr>
              <a:cxnSpLocks/>
              <a:endCxn id="13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0" name="组合 149">
            <a:extLst>
              <a:ext uri="{FF2B5EF4-FFF2-40B4-BE49-F238E27FC236}">
                <a16:creationId xmlns:a16="http://schemas.microsoft.com/office/drawing/2014/main" id="{A1061EE2-002B-0D10-2599-BD116933FC34}"/>
              </a:ext>
            </a:extLst>
          </p:cNvPr>
          <p:cNvGrpSpPr/>
          <p:nvPr/>
        </p:nvGrpSpPr>
        <p:grpSpPr>
          <a:xfrm>
            <a:off x="433135" y="1848885"/>
            <a:ext cx="11623614" cy="2527091"/>
            <a:chOff x="433135" y="1848885"/>
            <a:chExt cx="11623614" cy="2527091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6D5379C2-D6B8-6160-DDF7-3CF17F31B866}"/>
                </a:ext>
              </a:extLst>
            </p:cNvPr>
            <p:cNvGrpSpPr/>
            <p:nvPr/>
          </p:nvGrpSpPr>
          <p:grpSpPr>
            <a:xfrm>
              <a:off x="2734650" y="2748385"/>
              <a:ext cx="974429" cy="524047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06DE04C3-D7D9-8106-2B65-D7245A579604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𝑠𝑣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𝑠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06DE04C3-D7D9-8106-2B65-D7245A57960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CC0C4BDC-5DEF-D511-BFFB-A1933AB12C3E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D3CE147-F36F-99EC-5EC1-72C60E4887A3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14038072-7200-1285-1C3A-BDE74922BB3D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4DA324D7-ED02-6767-0FD0-E24488E139AC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09E0195B-BB86-0DA3-7100-C376503A9AAC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132415E-30DD-8C2C-244A-DED9764C572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32F4255-D0BE-4830-9013-55AEF549CDF9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DAA0D00-DDFB-7AE7-4F36-D364B1C7F58E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997310F1-8910-3135-C5C7-43E19F1C5058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" name="直接箭头连接符 12">
                <a:extLst>
                  <a:ext uri="{FF2B5EF4-FFF2-40B4-BE49-F238E27FC236}">
                    <a16:creationId xmlns:a16="http://schemas.microsoft.com/office/drawing/2014/main" id="{80C594D1-C1B4-2C3F-016E-C407E45C5AEC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C11DE48-C184-4914-DE0E-AA246BE12CD2}"/>
                    </a:ext>
                  </a:extLst>
                </p:cNvPr>
                <p:cNvSpPr txBox="1"/>
                <p:nvPr/>
              </p:nvSpPr>
              <p:spPr>
                <a:xfrm>
                  <a:off x="1269264" y="260764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C11DE48-C184-4914-DE0E-AA246BE12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9264" y="2607642"/>
                  <a:ext cx="41679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流程图: 汇总连接 17">
              <a:extLst>
                <a:ext uri="{FF2B5EF4-FFF2-40B4-BE49-F238E27FC236}">
                  <a16:creationId xmlns:a16="http://schemas.microsoft.com/office/drawing/2014/main" id="{94F19506-E079-7A5D-9211-AECC46011D29}"/>
                </a:ext>
              </a:extLst>
            </p:cNvPr>
            <p:cNvSpPr/>
            <p:nvPr/>
          </p:nvSpPr>
          <p:spPr>
            <a:xfrm>
              <a:off x="935650" y="2876626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48E54003-CC81-16CF-2831-A32D2A34DF51}"/>
                    </a:ext>
                  </a:extLst>
                </p:cNvPr>
                <p:cNvSpPr txBox="1"/>
                <p:nvPr/>
              </p:nvSpPr>
              <p:spPr>
                <a:xfrm>
                  <a:off x="5013120" y="2645446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48E54003-CC81-16CF-2831-A32D2A34DF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3120" y="2645446"/>
                  <a:ext cx="2733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DA00CB45-40C3-EEDB-A8EC-65A57BAFE2D3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433135" y="3019133"/>
              <a:ext cx="5025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5626B157-587C-0C39-0F69-E82F07F08219}"/>
                </a:ext>
              </a:extLst>
            </p:cNvPr>
            <p:cNvGrpSpPr/>
            <p:nvPr/>
          </p:nvGrpSpPr>
          <p:grpSpPr>
            <a:xfrm>
              <a:off x="1671701" y="2752755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951295A7-8010-39B5-7C99-3557975818BF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951295A7-8010-39B5-7C99-3557975818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5855E1F9-463D-E9A6-0949-68086BB4919B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578ED9F9-965F-478B-8F6B-DF53115A1117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953E7658-E94D-D6FD-B3FA-1E6311DA671D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87B7C8A9-BA9D-3540-44CC-B32205E3A78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234C64BA-05A2-6B6B-C0CD-86F313AF091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A658F657-1749-2AF5-6629-8914FB03A87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F9C5DCE5-3C4D-8B40-93E8-C0C889D6335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9D1A3968-DB0D-B9C9-5468-97B2425C2D6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DF657EAB-9BC9-DA5B-A89E-081CA00CDCC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2" name="直接箭头连接符 31">
                <a:extLst>
                  <a:ext uri="{FF2B5EF4-FFF2-40B4-BE49-F238E27FC236}">
                    <a16:creationId xmlns:a16="http://schemas.microsoft.com/office/drawing/2014/main" id="{23B296B3-D1B8-79B4-DF0E-DA665DF2A763}"/>
                  </a:ext>
                </a:extLst>
              </p:cNvPr>
              <p:cNvCxnSpPr>
                <a:cxnSpLocks/>
                <a:endCxn id="2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1D507CFB-9482-E679-BA3B-885AA194DEEB}"/>
                </a:ext>
              </a:extLst>
            </p:cNvPr>
            <p:cNvGrpSpPr/>
            <p:nvPr/>
          </p:nvGrpSpPr>
          <p:grpSpPr>
            <a:xfrm>
              <a:off x="4275144" y="2748401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BE2486F1-EB4B-0BCA-26E1-A3D67E3F63C7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𝑞𝑥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BE2486F1-EB4B-0BCA-26E1-A3D67E3F63C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B8562229-79A4-110C-9159-7CCF02513A5C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DF09EB5B-3DC0-05E7-5C9C-5B8B1CDDB6CA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D0F16A4B-E91A-2609-65CA-C18892C1606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EB953F5C-01F9-D69D-99B7-2F9CB0CF46A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C4F4107C-0B09-85CC-3C3A-FAF02FB2EB42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EAA8A9D6-986D-EA50-A7D7-FDE0DE7CBB5F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A57B0B3E-B8A9-9717-278A-366F42FA4523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582BC35F-D60E-5A8C-AB50-81444AA6DFD5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53DF0A2B-201B-35D9-B44A-A22F4725D95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705AC0A9-05CD-3D9A-50E4-097CC3F6C2EE}"/>
                  </a:ext>
                </a:extLst>
              </p:cNvPr>
              <p:cNvCxnSpPr>
                <a:cxnSpLocks/>
                <a:endCxn id="4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7" name="流程图: 汇总连接 56">
              <a:extLst>
                <a:ext uri="{FF2B5EF4-FFF2-40B4-BE49-F238E27FC236}">
                  <a16:creationId xmlns:a16="http://schemas.microsoft.com/office/drawing/2014/main" id="{A51832B1-5DE9-6125-DA82-1523A98F02B1}"/>
                </a:ext>
              </a:extLst>
            </p:cNvPr>
            <p:cNvSpPr/>
            <p:nvPr/>
          </p:nvSpPr>
          <p:spPr>
            <a:xfrm>
              <a:off x="5320238" y="2853400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828ADD0C-D70D-F77F-47AE-88E4704FD406}"/>
                </a:ext>
              </a:extLst>
            </p:cNvPr>
            <p:cNvGrpSpPr/>
            <p:nvPr/>
          </p:nvGrpSpPr>
          <p:grpSpPr>
            <a:xfrm>
              <a:off x="5935183" y="2701462"/>
              <a:ext cx="1726396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E1703EBD-1AAC-27AA-CA48-8887928E5E2C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𝑞𝑝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𝐿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/4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𝑒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E1703EBD-1AAC-27AA-CA48-8887928E5E2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64447C4F-2155-7754-D2B4-BD79B9C2C81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52AF9B6B-8C70-1541-82DB-78D0259F5FC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39832D6-8F23-6AE4-EB97-408602CD7CE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32670E-EA28-F907-5304-A89974A5F955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DC6E054C-5018-FE7D-5EF4-9D2068AB68A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4891BB7D-08E7-0A81-C32F-1B690FF0FF49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30A6E7A3-5C72-FFA7-F7BB-D5660A420119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2702E5EC-4429-1F0A-FAEE-6B152511F2E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46B5209-2048-50BB-B790-452B0863B414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0" name="直接箭头连接符 69">
                <a:extLst>
                  <a:ext uri="{FF2B5EF4-FFF2-40B4-BE49-F238E27FC236}">
                    <a16:creationId xmlns:a16="http://schemas.microsoft.com/office/drawing/2014/main" id="{27B88041-2CD9-D73A-8249-1735ABEBFB3F}"/>
                  </a:ext>
                </a:extLst>
              </p:cNvPr>
              <p:cNvCxnSpPr>
                <a:cxnSpLocks/>
                <a:endCxn id="6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2A71C43B-2903-4A40-3422-7DA0CFBCC807}"/>
                </a:ext>
              </a:extLst>
            </p:cNvPr>
            <p:cNvGrpSpPr/>
            <p:nvPr/>
          </p:nvGrpSpPr>
          <p:grpSpPr>
            <a:xfrm>
              <a:off x="7336239" y="1848885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0D81F48B-1D8B-5473-1CC0-0E69F097C668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𝑚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0D81F48B-1D8B-5473-1CC0-0E69F097C66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05C288B8-CE11-FDA2-5F85-03F6EC91EFC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F8C02E03-F2E0-A3DE-881E-1C2E51234C3E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26EF6ACE-0354-7C9F-B43A-2429153B6FF2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38D7BA10-7021-63B4-B4C7-68923083856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01C16793-CA53-EEA7-6B6F-51A0D2743D7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2E577A46-B863-9901-519D-5EBE013FD40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4BB238F5-7380-8E67-5D0A-61495022A7B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C336F6D9-840E-F85A-7228-DAA393176C2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3B80D778-2A3D-8A04-3479-2B74B8688C16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51DA0CDF-D3C4-5381-895D-B34B3037C67D}"/>
                  </a:ext>
                </a:extLst>
              </p:cNvPr>
              <p:cNvCxnSpPr>
                <a:cxnSpLocks/>
                <a:endCxn id="9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流程图: 汇总连接 106">
              <a:extLst>
                <a:ext uri="{FF2B5EF4-FFF2-40B4-BE49-F238E27FC236}">
                  <a16:creationId xmlns:a16="http://schemas.microsoft.com/office/drawing/2014/main" id="{AA772D70-C349-865C-E561-C38AEA953EB9}"/>
                </a:ext>
              </a:extLst>
            </p:cNvPr>
            <p:cNvSpPr/>
            <p:nvPr/>
          </p:nvSpPr>
          <p:spPr>
            <a:xfrm>
              <a:off x="8012209" y="2863620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F81B145B-0389-5BC6-75D9-0F0A61C3F4F2}"/>
                </a:ext>
              </a:extLst>
            </p:cNvPr>
            <p:cNvGrpSpPr/>
            <p:nvPr/>
          </p:nvGrpSpPr>
          <p:grpSpPr>
            <a:xfrm>
              <a:off x="8810316" y="2682590"/>
              <a:ext cx="1347945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矩形 108">
                    <a:extLst>
                      <a:ext uri="{FF2B5EF4-FFF2-40B4-BE49-F238E27FC236}">
                        <a16:creationId xmlns:a16="http://schemas.microsoft.com/office/drawing/2014/main" id="{A43F63A5-2F75-4343-212E-DC9B139776EC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9" name="矩形 108">
                    <a:extLst>
                      <a:ext uri="{FF2B5EF4-FFF2-40B4-BE49-F238E27FC236}">
                        <a16:creationId xmlns:a16="http://schemas.microsoft.com/office/drawing/2014/main" id="{A43F63A5-2F75-4343-212E-DC9B139776E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497383C4-71AF-347A-8153-59EEA32D9A1D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6A125657-C792-1EDB-7876-B8F94BA3BC5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74DE9F96-8ABD-BC77-3D2E-CCFA10CA66A0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F128DC9D-6CAD-9138-8B45-8F2A46AE7553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81F8ECAB-7BBD-A10B-4D8B-858C8E85C32C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7F5AC1D0-D94D-F3E4-FB6F-E4BC9820065B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68C808F4-B311-64BF-4B59-E685855B87FD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ABEA35E2-071B-24EF-85A9-B12B4581200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73377F70-817D-6163-B197-9F22E09B6C7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2" name="直接箭头连接符 121">
                <a:extLst>
                  <a:ext uri="{FF2B5EF4-FFF2-40B4-BE49-F238E27FC236}">
                    <a16:creationId xmlns:a16="http://schemas.microsoft.com/office/drawing/2014/main" id="{E43ECFD3-4D06-4126-B2E5-E0EB98263408}"/>
                  </a:ext>
                </a:extLst>
              </p:cNvPr>
              <p:cNvCxnSpPr>
                <a:cxnSpLocks/>
                <a:endCxn id="11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C2F78A62-69BD-A711-A95D-4F145B394D72}"/>
                </a:ext>
              </a:extLst>
            </p:cNvPr>
            <p:cNvGrpSpPr/>
            <p:nvPr/>
          </p:nvGrpSpPr>
          <p:grpSpPr>
            <a:xfrm>
              <a:off x="10712164" y="2732079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7" name="矩形 126">
                    <a:extLst>
                      <a:ext uri="{FF2B5EF4-FFF2-40B4-BE49-F238E27FC236}">
                        <a16:creationId xmlns:a16="http://schemas.microsoft.com/office/drawing/2014/main" id="{5AA467ED-08DB-E07C-BAE9-C05CA151CF94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7" name="矩形 126">
                    <a:extLst>
                      <a:ext uri="{FF2B5EF4-FFF2-40B4-BE49-F238E27FC236}">
                        <a16:creationId xmlns:a16="http://schemas.microsoft.com/office/drawing/2014/main" id="{5AA467ED-08DB-E07C-BAE9-C05CA151CF9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AB9F3771-CEF0-3EF6-9C52-60958019CB4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96E51ADD-3493-BE5A-C5B7-E8C510E2B2E0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C403330B-D6CC-1B3C-B2F6-7D4C5652229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16376E36-9A8E-ADAC-DBF6-771882E4A35E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D34AE44A-4A90-AC6E-3C4B-146B7C7AA28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D16023B3-C536-CCD8-A397-FE5E9214C374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9655D314-5631-176A-075A-B0AA52694431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AC37AA66-0F05-E35B-DE72-14CB4B7F29C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62F1CB07-A9F9-ED58-5186-9E2B8C95EF5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3" name="直接箭头连接符 152">
                <a:extLst>
                  <a:ext uri="{FF2B5EF4-FFF2-40B4-BE49-F238E27FC236}">
                    <a16:creationId xmlns:a16="http://schemas.microsoft.com/office/drawing/2014/main" id="{032C59FF-714A-38E7-8FC0-0883C8A1B5FC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组合 155">
              <a:extLst>
                <a:ext uri="{FF2B5EF4-FFF2-40B4-BE49-F238E27FC236}">
                  <a16:creationId xmlns:a16="http://schemas.microsoft.com/office/drawing/2014/main" id="{ED99A9BC-F09B-ECD8-3738-21BDD6805370}"/>
                </a:ext>
              </a:extLst>
            </p:cNvPr>
            <p:cNvGrpSpPr/>
            <p:nvPr/>
          </p:nvGrpSpPr>
          <p:grpSpPr>
            <a:xfrm>
              <a:off x="2481093" y="3843223"/>
              <a:ext cx="3801639" cy="532753"/>
              <a:chOff x="975600" y="2080173"/>
              <a:chExt cx="686920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AEF34E09-13D6-9E9C-A235-945C3F9BD962}"/>
                      </a:ext>
                    </a:extLst>
                  </p:cNvPr>
                  <p:cNvSpPr/>
                  <p:nvPr/>
                </p:nvSpPr>
                <p:spPr>
                  <a:xfrm>
                    <a:off x="6872808" y="2086504"/>
                    <a:ext cx="972001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AEF34E09-13D6-9E9C-A235-945C3F9BD96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72808" y="2086504"/>
                    <a:ext cx="972001" cy="6480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F78BE824-33E0-ECB6-D60B-8EF03B88CB16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A57BBEAB-3EB5-8803-76B4-36ED0C63439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FB51C54C-E806-A1C6-60B5-1ABDAB67CD37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31BE0D31-ED8A-367F-B58B-4958EB8C3B58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C0FA7893-E396-9AE9-404D-9704F0704881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BE35D3A8-B3FA-45CE-6B35-F3CFA49E42B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89C10399-D6F1-C22E-D042-735865AD9E2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C282B734-13AC-3529-1671-9E57EA6154E6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37F3FD61-7811-7122-00C5-473975381424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5" name="直接箭头连接符 174">
                <a:extLst>
                  <a:ext uri="{FF2B5EF4-FFF2-40B4-BE49-F238E27FC236}">
                    <a16:creationId xmlns:a16="http://schemas.microsoft.com/office/drawing/2014/main" id="{6AB89810-16BB-75B2-CDA5-4DCC4F96D53D}"/>
                  </a:ext>
                </a:extLst>
              </p:cNvPr>
              <p:cNvCxnSpPr>
                <a:cxnSpLocks/>
                <a:endCxn id="17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直接箭头连接符 176">
              <a:extLst>
                <a:ext uri="{FF2B5EF4-FFF2-40B4-BE49-F238E27FC236}">
                  <a16:creationId xmlns:a16="http://schemas.microsoft.com/office/drawing/2014/main" id="{6DE3D4AE-7D5B-CB81-C2BF-FA0AB086E39A}"/>
                </a:ext>
              </a:extLst>
            </p:cNvPr>
            <p:cNvCxnSpPr>
              <a:cxnSpLocks/>
              <a:stCxn id="18" idx="6"/>
              <a:endCxn id="22" idx="1"/>
            </p:cNvCxnSpPr>
            <p:nvPr/>
          </p:nvCxnSpPr>
          <p:spPr>
            <a:xfrm flipV="1">
              <a:off x="1209030" y="3014778"/>
              <a:ext cx="462671" cy="435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直接箭头连接符 185">
              <a:extLst>
                <a:ext uri="{FF2B5EF4-FFF2-40B4-BE49-F238E27FC236}">
                  <a16:creationId xmlns:a16="http://schemas.microsoft.com/office/drawing/2014/main" id="{8CB81635-CB9A-ABEB-A764-BE2252ECA687}"/>
                </a:ext>
              </a:extLst>
            </p:cNvPr>
            <p:cNvCxnSpPr>
              <a:cxnSpLocks/>
              <a:stCxn id="22" idx="3"/>
              <a:endCxn id="3" idx="1"/>
            </p:cNvCxnSpPr>
            <p:nvPr/>
          </p:nvCxnSpPr>
          <p:spPr>
            <a:xfrm flipV="1">
              <a:off x="2209637" y="3006127"/>
              <a:ext cx="525013" cy="86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A2EB83E3-289A-78C7-498D-52307A0DFAC1}"/>
                </a:ext>
              </a:extLst>
            </p:cNvPr>
            <p:cNvCxnSpPr>
              <a:cxnSpLocks/>
              <a:stCxn id="3" idx="3"/>
              <a:endCxn id="34" idx="1"/>
            </p:cNvCxnSpPr>
            <p:nvPr/>
          </p:nvCxnSpPr>
          <p:spPr>
            <a:xfrm>
              <a:off x="3706650" y="3006127"/>
              <a:ext cx="568494" cy="429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直接箭头连接符 222">
              <a:extLst>
                <a:ext uri="{FF2B5EF4-FFF2-40B4-BE49-F238E27FC236}">
                  <a16:creationId xmlns:a16="http://schemas.microsoft.com/office/drawing/2014/main" id="{8297B5F5-92AE-11B5-009A-0B1805EA31CE}"/>
                </a:ext>
              </a:extLst>
            </p:cNvPr>
            <p:cNvCxnSpPr>
              <a:cxnSpLocks/>
              <a:stCxn id="34" idx="3"/>
              <a:endCxn id="57" idx="2"/>
            </p:cNvCxnSpPr>
            <p:nvPr/>
          </p:nvCxnSpPr>
          <p:spPr>
            <a:xfrm flipV="1">
              <a:off x="4813080" y="2995907"/>
              <a:ext cx="507158" cy="1451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36AD62A2-0086-C3AD-CB40-7B762A92C6F8}"/>
                </a:ext>
              </a:extLst>
            </p:cNvPr>
            <p:cNvCxnSpPr>
              <a:cxnSpLocks/>
              <a:stCxn id="57" idx="6"/>
              <a:endCxn id="60" idx="1"/>
            </p:cNvCxnSpPr>
            <p:nvPr/>
          </p:nvCxnSpPr>
          <p:spPr>
            <a:xfrm>
              <a:off x="5593618" y="2995907"/>
              <a:ext cx="341565" cy="137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直接箭头连接符 298">
              <a:extLst>
                <a:ext uri="{FF2B5EF4-FFF2-40B4-BE49-F238E27FC236}">
                  <a16:creationId xmlns:a16="http://schemas.microsoft.com/office/drawing/2014/main" id="{31A539E9-AF41-702E-170C-607893A4C191}"/>
                </a:ext>
              </a:extLst>
            </p:cNvPr>
            <p:cNvCxnSpPr>
              <a:cxnSpLocks/>
              <a:stCxn id="60" idx="3"/>
              <a:endCxn id="107" idx="2"/>
            </p:cNvCxnSpPr>
            <p:nvPr/>
          </p:nvCxnSpPr>
          <p:spPr>
            <a:xfrm flipV="1">
              <a:off x="7657276" y="3006127"/>
              <a:ext cx="354933" cy="3531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直接箭头连接符 309">
              <a:extLst>
                <a:ext uri="{FF2B5EF4-FFF2-40B4-BE49-F238E27FC236}">
                  <a16:creationId xmlns:a16="http://schemas.microsoft.com/office/drawing/2014/main" id="{5E10A747-018A-7A91-EE1E-8CAB69151D41}"/>
                </a:ext>
              </a:extLst>
            </p:cNvPr>
            <p:cNvCxnSpPr>
              <a:cxnSpLocks/>
              <a:endCxn id="107" idx="4"/>
            </p:cNvCxnSpPr>
            <p:nvPr/>
          </p:nvCxnSpPr>
          <p:spPr>
            <a:xfrm flipV="1">
              <a:off x="8148899" y="3148633"/>
              <a:ext cx="0" cy="62906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直接箭头连接符 311">
              <a:extLst>
                <a:ext uri="{FF2B5EF4-FFF2-40B4-BE49-F238E27FC236}">
                  <a16:creationId xmlns:a16="http://schemas.microsoft.com/office/drawing/2014/main" id="{DEB14430-AFBC-93E1-A86D-6FB506C75723}"/>
                </a:ext>
              </a:extLst>
            </p:cNvPr>
            <p:cNvCxnSpPr>
              <a:cxnSpLocks/>
              <a:stCxn id="107" idx="6"/>
              <a:endCxn id="109" idx="1"/>
            </p:cNvCxnSpPr>
            <p:nvPr/>
          </p:nvCxnSpPr>
          <p:spPr>
            <a:xfrm flipV="1">
              <a:off x="8285589" y="2990786"/>
              <a:ext cx="524727" cy="1534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直接箭头连接符 316">
              <a:extLst>
                <a:ext uri="{FF2B5EF4-FFF2-40B4-BE49-F238E27FC236}">
                  <a16:creationId xmlns:a16="http://schemas.microsoft.com/office/drawing/2014/main" id="{AF4E492C-A952-8C22-0F62-8F6F4C1D1557}"/>
                </a:ext>
              </a:extLst>
            </p:cNvPr>
            <p:cNvCxnSpPr>
              <a:cxnSpLocks/>
              <a:stCxn id="109" idx="3"/>
              <a:endCxn id="127" idx="1"/>
            </p:cNvCxnSpPr>
            <p:nvPr/>
          </p:nvCxnSpPr>
          <p:spPr>
            <a:xfrm>
              <a:off x="10154901" y="2990786"/>
              <a:ext cx="557263" cy="331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2" name="直接箭头连接符 321">
              <a:extLst>
                <a:ext uri="{FF2B5EF4-FFF2-40B4-BE49-F238E27FC236}">
                  <a16:creationId xmlns:a16="http://schemas.microsoft.com/office/drawing/2014/main" id="{4477B0EB-2B31-4561-CD18-06C08575BA3A}"/>
                </a:ext>
              </a:extLst>
            </p:cNvPr>
            <p:cNvCxnSpPr>
              <a:cxnSpLocks/>
              <a:stCxn id="127" idx="3"/>
            </p:cNvCxnSpPr>
            <p:nvPr/>
          </p:nvCxnSpPr>
          <p:spPr>
            <a:xfrm>
              <a:off x="11250100" y="2994102"/>
              <a:ext cx="806649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直接箭头连接符 298">
              <a:extLst>
                <a:ext uri="{FF2B5EF4-FFF2-40B4-BE49-F238E27FC236}">
                  <a16:creationId xmlns:a16="http://schemas.microsoft.com/office/drawing/2014/main" id="{2970FF94-1D8C-88DA-9DDB-3BBF26A3269A}"/>
                </a:ext>
              </a:extLst>
            </p:cNvPr>
            <p:cNvCxnSpPr>
              <a:cxnSpLocks/>
              <a:stCxn id="109" idx="3"/>
              <a:endCxn id="84" idx="3"/>
            </p:cNvCxnSpPr>
            <p:nvPr/>
          </p:nvCxnSpPr>
          <p:spPr>
            <a:xfrm flipH="1" flipV="1">
              <a:off x="7874175" y="2110908"/>
              <a:ext cx="2280726" cy="879878"/>
            </a:xfrm>
            <a:prstGeom prst="bentConnector3">
              <a:avLst>
                <a:gd name="adj1" fmla="val -10023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1" name="直接箭头连接符 298">
              <a:extLst>
                <a:ext uri="{FF2B5EF4-FFF2-40B4-BE49-F238E27FC236}">
                  <a16:creationId xmlns:a16="http://schemas.microsoft.com/office/drawing/2014/main" id="{F7E1EA9A-224C-F3F4-3E9E-820C0857BB8A}"/>
                </a:ext>
              </a:extLst>
            </p:cNvPr>
            <p:cNvCxnSpPr>
              <a:cxnSpLocks/>
              <a:stCxn id="84" idx="1"/>
              <a:endCxn id="57" idx="0"/>
            </p:cNvCxnSpPr>
            <p:nvPr/>
          </p:nvCxnSpPr>
          <p:spPr>
            <a:xfrm rot="10800000" flipV="1">
              <a:off x="5456929" y="2110908"/>
              <a:ext cx="1879311" cy="742492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1" name="直接箭头连接符 298">
              <a:extLst>
                <a:ext uri="{FF2B5EF4-FFF2-40B4-BE49-F238E27FC236}">
                  <a16:creationId xmlns:a16="http://schemas.microsoft.com/office/drawing/2014/main" id="{0A920913-109A-EB17-B2F1-3A7BE98E08CE}"/>
                </a:ext>
              </a:extLst>
            </p:cNvPr>
            <p:cNvCxnSpPr>
              <a:cxnSpLocks/>
              <a:stCxn id="127" idx="3"/>
              <a:endCxn id="160" idx="3"/>
            </p:cNvCxnSpPr>
            <p:nvPr/>
          </p:nvCxnSpPr>
          <p:spPr>
            <a:xfrm flipH="1">
              <a:off x="6282732" y="2994102"/>
              <a:ext cx="4967368" cy="1116264"/>
            </a:xfrm>
            <a:prstGeom prst="bentConnector3">
              <a:avLst>
                <a:gd name="adj1" fmla="val -4602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5" name="直接箭头连接符 189">
              <a:extLst>
                <a:ext uri="{FF2B5EF4-FFF2-40B4-BE49-F238E27FC236}">
                  <a16:creationId xmlns:a16="http://schemas.microsoft.com/office/drawing/2014/main" id="{446F7F41-A35F-006C-99F4-EBD1CD63E495}"/>
                </a:ext>
              </a:extLst>
            </p:cNvPr>
            <p:cNvCxnSpPr>
              <a:cxnSpLocks/>
              <a:stCxn id="160" idx="1"/>
              <a:endCxn id="18" idx="4"/>
            </p:cNvCxnSpPr>
            <p:nvPr/>
          </p:nvCxnSpPr>
          <p:spPr>
            <a:xfrm rot="10800000">
              <a:off x="1072340" y="3161640"/>
              <a:ext cx="4672456" cy="948727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824F29C7-034C-E974-1C76-DE45F8775192}"/>
                    </a:ext>
                  </a:extLst>
                </p:cNvPr>
                <p:cNvSpPr txBox="1"/>
                <p:nvPr/>
              </p:nvSpPr>
              <p:spPr>
                <a:xfrm>
                  <a:off x="486463" y="260764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824F29C7-034C-E974-1C76-DE45F87751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463" y="2607642"/>
                  <a:ext cx="41679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文本框 365">
                  <a:extLst>
                    <a:ext uri="{FF2B5EF4-FFF2-40B4-BE49-F238E27FC236}">
                      <a16:creationId xmlns:a16="http://schemas.microsoft.com/office/drawing/2014/main" id="{7EB22740-E406-CA40-2493-157EDC82127F}"/>
                    </a:ext>
                  </a:extLst>
                </p:cNvPr>
                <p:cNvSpPr txBox="1"/>
                <p:nvPr/>
              </p:nvSpPr>
              <p:spPr>
                <a:xfrm>
                  <a:off x="2271351" y="2626575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6" name="文本框 365">
                  <a:extLst>
                    <a:ext uri="{FF2B5EF4-FFF2-40B4-BE49-F238E27FC236}">
                      <a16:creationId xmlns:a16="http://schemas.microsoft.com/office/drawing/2014/main" id="{7EB22740-E406-CA40-2493-157EDC8212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1351" y="2626575"/>
                  <a:ext cx="4167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C5A87D66-D2E8-BD3C-07E4-00235832B540}"/>
                    </a:ext>
                  </a:extLst>
                </p:cNvPr>
                <p:cNvSpPr txBox="1"/>
                <p:nvPr/>
              </p:nvSpPr>
              <p:spPr>
                <a:xfrm>
                  <a:off x="3750469" y="260764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C5A87D66-D2E8-BD3C-07E4-00235832B5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0469" y="2607642"/>
                  <a:ext cx="41679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1F1F2F9F-EF75-C12E-F831-9C38D040EB0C}"/>
                    </a:ext>
                  </a:extLst>
                </p:cNvPr>
                <p:cNvSpPr txBox="1"/>
                <p:nvPr/>
              </p:nvSpPr>
              <p:spPr>
                <a:xfrm>
                  <a:off x="11428758" y="2621454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1F1F2F9F-EF75-C12E-F831-9C38D040E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8758" y="2621454"/>
                  <a:ext cx="416797" cy="369332"/>
                </a:xfrm>
                <a:prstGeom prst="rect">
                  <a:avLst/>
                </a:prstGeom>
                <a:blipFill>
                  <a:blip r:embed="rId15"/>
                  <a:stretch>
                    <a:fillRect l="-441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92C18337-7809-C7B8-B3C6-991A2CCF80BE}"/>
                    </a:ext>
                  </a:extLst>
                </p:cNvPr>
                <p:cNvSpPr txBox="1"/>
                <p:nvPr/>
              </p:nvSpPr>
              <p:spPr>
                <a:xfrm>
                  <a:off x="5465679" y="2422976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92C18337-7809-C7B8-B3C6-991A2CCF80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5679" y="2422976"/>
                  <a:ext cx="273380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025954B8-E582-7A60-B69A-227CCCA3ACB1}"/>
                    </a:ext>
                  </a:extLst>
                </p:cNvPr>
                <p:cNvSpPr txBox="1"/>
                <p:nvPr/>
              </p:nvSpPr>
              <p:spPr>
                <a:xfrm>
                  <a:off x="7738829" y="2542132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025954B8-E582-7A60-B69A-227CCCA3AC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8829" y="2542132"/>
                  <a:ext cx="273380" cy="369332"/>
                </a:xfrm>
                <a:prstGeom prst="rect">
                  <a:avLst/>
                </a:prstGeom>
                <a:blipFill>
                  <a:blip r:embed="rId17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39259A0D-0737-D2C3-1D5A-2B13C86A7389}"/>
                    </a:ext>
                  </a:extLst>
                </p:cNvPr>
                <p:cNvSpPr txBox="1"/>
                <p:nvPr/>
              </p:nvSpPr>
              <p:spPr>
                <a:xfrm>
                  <a:off x="7827651" y="3118487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39259A0D-0737-D2C3-1D5A-2B13C86A73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7651" y="3118487"/>
                  <a:ext cx="27338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4FADFD33-9F41-F36F-E461-35BACF1B6A16}"/>
                    </a:ext>
                  </a:extLst>
                </p:cNvPr>
                <p:cNvSpPr txBox="1"/>
                <p:nvPr/>
              </p:nvSpPr>
              <p:spPr>
                <a:xfrm>
                  <a:off x="8116987" y="3202214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4FADFD33-9F41-F36F-E461-35BACF1B6A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6987" y="3202214"/>
                  <a:ext cx="416797" cy="369332"/>
                </a:xfrm>
                <a:prstGeom prst="rect">
                  <a:avLst/>
                </a:prstGeom>
                <a:blipFill>
                  <a:blip r:embed="rId19"/>
                  <a:stretch>
                    <a:fillRect l="-294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C1E0C8FA-DD86-69E6-5E73-3B0F19DEEDC7}"/>
                    </a:ext>
                  </a:extLst>
                </p:cNvPr>
                <p:cNvSpPr txBox="1"/>
                <p:nvPr/>
              </p:nvSpPr>
              <p:spPr>
                <a:xfrm>
                  <a:off x="630960" y="3038060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C1E0C8FA-DD86-69E6-5E73-3B0F19DEED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960" y="3038060"/>
                  <a:ext cx="273380" cy="369332"/>
                </a:xfrm>
                <a:prstGeom prst="rect">
                  <a:avLst/>
                </a:prstGeom>
                <a:blipFill>
                  <a:blip r:embed="rId20"/>
                  <a:stretch>
                    <a:fillRect l="-11364" r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A0B82CF8-8A8E-0BEE-C2FE-BD2BC779BB07}"/>
                    </a:ext>
                  </a:extLst>
                </p:cNvPr>
                <p:cNvSpPr txBox="1"/>
                <p:nvPr/>
              </p:nvSpPr>
              <p:spPr>
                <a:xfrm>
                  <a:off x="787574" y="3362865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A0B82CF8-8A8E-0BEE-C2FE-BD2BC779BB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574" y="3362865"/>
                  <a:ext cx="273380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6098469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846C2-F50C-9C63-9661-04290A807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4DA35D3E-2EF9-E5E4-EE6D-5BF9DD4F638C}"/>
              </a:ext>
            </a:extLst>
          </p:cNvPr>
          <p:cNvGrpSpPr/>
          <p:nvPr/>
        </p:nvGrpSpPr>
        <p:grpSpPr>
          <a:xfrm>
            <a:off x="2785791" y="453183"/>
            <a:ext cx="972000" cy="658766"/>
            <a:chOff x="975600" y="2080173"/>
            <a:chExt cx="972000" cy="658766"/>
          </a:xfrm>
        </p:grpSpPr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08787CFB-42B2-AE00-A816-1FDF590D536F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F5A4BFA7-E5E9-50F4-6DB7-B2D0CC13382B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75EDF4F1-2BFF-0404-9750-3D7B7FFBC698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15F8CDD6-633F-054D-5A63-6B933A23B862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B7B72C77-4856-D9C0-4AA5-65F7138C1907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5D76653A-061A-EE7D-7E20-7816B4449C8B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5ACDE5E7-F25F-00D0-8738-A219AEA0416B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68CD2D83-E45A-B44C-B0D2-9EDC6E65AD5D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A2E74D89-CE0E-B6BF-2D03-F95400B7201A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3AA3FD16-36E7-7751-5F6B-3A417ABEC4C4}"/>
                </a:ext>
              </a:extLst>
            </p:cNvPr>
            <p:cNvCxnSpPr>
              <a:cxnSpLocks/>
              <a:endCxn id="13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005BAD59-F4A0-CF66-32B3-B3E82489C005}"/>
              </a:ext>
            </a:extLst>
          </p:cNvPr>
          <p:cNvGrpSpPr/>
          <p:nvPr/>
        </p:nvGrpSpPr>
        <p:grpSpPr>
          <a:xfrm>
            <a:off x="32781" y="1848885"/>
            <a:ext cx="12023968" cy="2527091"/>
            <a:chOff x="32781" y="1848885"/>
            <a:chExt cx="12023968" cy="2527091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8EA6CD86-B006-01FA-69D0-DA053091EE9C}"/>
                </a:ext>
              </a:extLst>
            </p:cNvPr>
            <p:cNvGrpSpPr/>
            <p:nvPr/>
          </p:nvGrpSpPr>
          <p:grpSpPr>
            <a:xfrm>
              <a:off x="2334296" y="2744031"/>
              <a:ext cx="974429" cy="524047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D9006D9-0A7E-C9E0-5C55-090413FEA91D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𝑠𝑝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𝑠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D9006D9-0A7E-C9E0-5C55-090413FEA91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D81B9D39-E24B-ABA3-200F-A54FA905BA3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BF3031BF-B8E3-5FB3-657C-2BD5638DED8B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937ADCB9-4922-9A54-8F9E-7AF60DDB40CE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6A836E2-AD13-68B6-2D59-8B3FC07C2585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D92775E-7127-0586-C794-0657F2E4E3DC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31F9E756-9582-DC40-1DD1-3A13546A33C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8A1C83F2-094C-66D8-04D0-476098A3322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0CB40E94-19CF-A8CC-39D9-E558F765F4D8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D311627D-A41A-489E-FD2C-83127FF3159F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" name="直接箭头连接符 12">
                <a:extLst>
                  <a:ext uri="{FF2B5EF4-FFF2-40B4-BE49-F238E27FC236}">
                    <a16:creationId xmlns:a16="http://schemas.microsoft.com/office/drawing/2014/main" id="{AF129AFC-A1B3-3448-3367-1E1E31E9B6DB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CD75FB27-E22A-4BAA-29A2-17EFB2DC7F84}"/>
                    </a:ext>
                  </a:extLst>
                </p:cNvPr>
                <p:cNvSpPr txBox="1"/>
                <p:nvPr/>
              </p:nvSpPr>
              <p:spPr>
                <a:xfrm>
                  <a:off x="868910" y="2603288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CD75FB27-E22A-4BAA-29A2-17EFB2DC7F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910" y="2603288"/>
                  <a:ext cx="41679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流程图: 汇总连接 17">
              <a:extLst>
                <a:ext uri="{FF2B5EF4-FFF2-40B4-BE49-F238E27FC236}">
                  <a16:creationId xmlns:a16="http://schemas.microsoft.com/office/drawing/2014/main" id="{26D30581-362A-F446-02B4-66BDA718B730}"/>
                </a:ext>
              </a:extLst>
            </p:cNvPr>
            <p:cNvSpPr/>
            <p:nvPr/>
          </p:nvSpPr>
          <p:spPr>
            <a:xfrm>
              <a:off x="535296" y="2872272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988033D0-927B-6AD4-2EFF-5C50DEEDA29B}"/>
                    </a:ext>
                  </a:extLst>
                </p:cNvPr>
                <p:cNvSpPr txBox="1"/>
                <p:nvPr/>
              </p:nvSpPr>
              <p:spPr>
                <a:xfrm>
                  <a:off x="5013120" y="2645446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988033D0-927B-6AD4-2EFF-5C50DEEDA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3120" y="2645446"/>
                  <a:ext cx="2733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5019CC93-5855-7A86-90E2-00FA88C2A767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32781" y="3014779"/>
              <a:ext cx="5025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CF60E67E-C23D-F6B1-C234-AE9D62410AD2}"/>
                </a:ext>
              </a:extLst>
            </p:cNvPr>
            <p:cNvGrpSpPr/>
            <p:nvPr/>
          </p:nvGrpSpPr>
          <p:grpSpPr>
            <a:xfrm>
              <a:off x="1271347" y="2748401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7307B731-120D-5932-8B04-42EC17520A08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𝑝𝐴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7307B731-120D-5932-8B04-42EC17520A0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E190A1B5-FAED-7F7B-A9D1-3196FF8DBFDB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7406EA1B-1A5C-3B59-8854-5B561851E86C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52B8605-DF58-EA2F-1BBE-15E3FBE77521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C64D8059-C4C9-D05E-678C-2D4DCDF57D17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21CA6C86-2CD4-E951-25B9-4E070F72CCF2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BC232C2A-F25D-B95B-68BD-4F35EE125657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B436B55E-EE61-5FAB-EF15-5F798668F015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697BE66D-D9A1-126B-8E3F-A87D53BCB89E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DB013EEC-323B-CB05-0DB2-EA3F170D828F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2" name="直接箭头连接符 31">
                <a:extLst>
                  <a:ext uri="{FF2B5EF4-FFF2-40B4-BE49-F238E27FC236}">
                    <a16:creationId xmlns:a16="http://schemas.microsoft.com/office/drawing/2014/main" id="{A9B26C34-E05F-1D37-92BB-B0FFA19A02C4}"/>
                  </a:ext>
                </a:extLst>
              </p:cNvPr>
              <p:cNvCxnSpPr>
                <a:cxnSpLocks/>
                <a:endCxn id="2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7E4DC1F6-309E-D699-8644-B7E9D965220A}"/>
                </a:ext>
              </a:extLst>
            </p:cNvPr>
            <p:cNvGrpSpPr/>
            <p:nvPr/>
          </p:nvGrpSpPr>
          <p:grpSpPr>
            <a:xfrm>
              <a:off x="3874790" y="2673558"/>
              <a:ext cx="1001641" cy="6849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50CF60C8-67D7-E2E4-05D1-6E1002E0D761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𝑝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𝜋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50CF60C8-67D7-E2E4-05D1-6E1002E0D7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A91377D8-F768-6E1B-4F96-0629B7FDDFD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D3BFE3FD-E961-8EB1-503F-B9C51B7FE90D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7A65727C-C486-57E2-B6A7-C537DECB57AA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B6DD6C17-36FB-A4EA-1C0D-06656BCE7BA2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794E5B9A-FE50-4C1C-A5FF-E1A5F6422CDF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A892EC7F-AE84-6437-A621-10A27C3DE206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E8281375-F117-8776-8A67-9E473485909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3047D5FD-D62E-86EE-5B26-370F35622AB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8F56E584-D233-155C-34C5-D80554A29881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E11B6E92-0D2E-3636-11E9-C9348D14D844}"/>
                  </a:ext>
                </a:extLst>
              </p:cNvPr>
              <p:cNvCxnSpPr>
                <a:cxnSpLocks/>
                <a:endCxn id="4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7" name="流程图: 汇总连接 56">
              <a:extLst>
                <a:ext uri="{FF2B5EF4-FFF2-40B4-BE49-F238E27FC236}">
                  <a16:creationId xmlns:a16="http://schemas.microsoft.com/office/drawing/2014/main" id="{977F77DA-91D8-465B-3CAE-F9D1A7FE1A89}"/>
                </a:ext>
              </a:extLst>
            </p:cNvPr>
            <p:cNvSpPr/>
            <p:nvPr/>
          </p:nvSpPr>
          <p:spPr>
            <a:xfrm>
              <a:off x="5320238" y="2853400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C2CA62D3-5508-4045-8DE6-F4BF58C8EBCB}"/>
                </a:ext>
              </a:extLst>
            </p:cNvPr>
            <p:cNvGrpSpPr/>
            <p:nvPr/>
          </p:nvGrpSpPr>
          <p:grpSpPr>
            <a:xfrm>
              <a:off x="5935183" y="2701462"/>
              <a:ext cx="1726396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5F2AD2B6-89D7-1B93-EFC5-B9036169274B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𝐿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𝑝𝑝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𝐿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/4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𝑒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5F2AD2B6-89D7-1B93-EFC5-B9036169274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2C43CCC0-91ED-64BA-F046-15BCB700A4CC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C656C81D-41CD-3EDA-B783-0EB7610B827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6943742-BEB4-3A5D-E2F6-D0E213DED494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B1E226E4-EECC-9C0B-0CBF-50839E06E85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934EAF2-9A7C-32EA-3056-B5885160696A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C4415B7B-2C14-2DF7-6F65-B4FD37F62AB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44C3F5A-EF49-3A3C-F84D-D19303F39BA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B4548DAA-0F9A-2F7F-5E52-3A87A537D7F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E372D062-C95B-05C3-5E8E-627907D68EF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0" name="直接箭头连接符 69">
                <a:extLst>
                  <a:ext uri="{FF2B5EF4-FFF2-40B4-BE49-F238E27FC236}">
                    <a16:creationId xmlns:a16="http://schemas.microsoft.com/office/drawing/2014/main" id="{4D9A0427-DFBF-2255-2157-9617E471AC17}"/>
                  </a:ext>
                </a:extLst>
              </p:cNvPr>
              <p:cNvCxnSpPr>
                <a:cxnSpLocks/>
                <a:endCxn id="6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4682FCB5-7A51-1E61-AB01-79D701D600A1}"/>
                </a:ext>
              </a:extLst>
            </p:cNvPr>
            <p:cNvGrpSpPr/>
            <p:nvPr/>
          </p:nvGrpSpPr>
          <p:grpSpPr>
            <a:xfrm>
              <a:off x="7336239" y="1848885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4CD8AD58-897F-968B-7645-6314BB1138D2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𝐿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4CD8AD58-897F-968B-7645-6314BB1138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498E53A3-CDD0-F01D-8978-21F3F5F71C0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E5923C53-D0E9-FE52-1E95-DDCC65F395C1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B4A10CC2-A213-4593-D551-18E9145BF0B8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1C97C351-5C01-FD99-172E-E2295074B86C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4AC555D6-5246-5D61-DABA-271BF3486FEE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8F0BF54F-E322-E06A-33A4-EBB2C5F7E1D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297B3B49-3FC9-1E7E-9CB8-53237C1F067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7CCFD28C-85DB-5DCA-B70C-3B9E657D434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7B55C975-FAA8-DCB9-5B95-52504F5DB37B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B7E4EF75-9BC1-525F-65F4-16532C33C21A}"/>
                  </a:ext>
                </a:extLst>
              </p:cNvPr>
              <p:cNvCxnSpPr>
                <a:cxnSpLocks/>
                <a:endCxn id="9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流程图: 汇总连接 106">
              <a:extLst>
                <a:ext uri="{FF2B5EF4-FFF2-40B4-BE49-F238E27FC236}">
                  <a16:creationId xmlns:a16="http://schemas.microsoft.com/office/drawing/2014/main" id="{A9ECC5A3-BAE2-4B5C-6877-EAD67B42EB81}"/>
                </a:ext>
              </a:extLst>
            </p:cNvPr>
            <p:cNvSpPr/>
            <p:nvPr/>
          </p:nvSpPr>
          <p:spPr>
            <a:xfrm>
              <a:off x="8012209" y="2863620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D55CF981-10E6-A2E4-F748-1E27806C4C45}"/>
                </a:ext>
              </a:extLst>
            </p:cNvPr>
            <p:cNvGrpSpPr/>
            <p:nvPr/>
          </p:nvGrpSpPr>
          <p:grpSpPr>
            <a:xfrm>
              <a:off x="8810316" y="2682590"/>
              <a:ext cx="1347945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矩形 108">
                    <a:extLst>
                      <a:ext uri="{FF2B5EF4-FFF2-40B4-BE49-F238E27FC236}">
                        <a16:creationId xmlns:a16="http://schemas.microsoft.com/office/drawing/2014/main" id="{738A250A-FC66-0E99-3134-8EFB2817FEC6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𝑡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9" name="矩形 108">
                    <a:extLst>
                      <a:ext uri="{FF2B5EF4-FFF2-40B4-BE49-F238E27FC236}">
                        <a16:creationId xmlns:a16="http://schemas.microsoft.com/office/drawing/2014/main" id="{738A250A-FC66-0E99-3134-8EFB2817FEC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312FD532-E590-D2E7-6CAC-FBC93388184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C38E1874-27F8-3068-9766-225666DB854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7E03A05F-A146-F4A9-156F-10943ED9AE2C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A2B48AE3-067E-8F55-A5D9-D8C72DCCC945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F852C849-4168-DDAE-E945-2AA730DD1038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66D5F218-035C-E589-EBD5-0E27300C362B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27CFC0CF-3384-9155-C93D-14995E5C219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F4B7B7E8-5C07-44F6-40C4-DE60542088FA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DCDB1C6B-B8F9-26D8-7286-794E5671EDF9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2" name="直接箭头连接符 121">
                <a:extLst>
                  <a:ext uri="{FF2B5EF4-FFF2-40B4-BE49-F238E27FC236}">
                    <a16:creationId xmlns:a16="http://schemas.microsoft.com/office/drawing/2014/main" id="{64A832C8-633C-89E8-B94E-C8CA984F1E41}"/>
                  </a:ext>
                </a:extLst>
              </p:cNvPr>
              <p:cNvCxnSpPr>
                <a:cxnSpLocks/>
                <a:endCxn id="11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BA5716F1-5F3F-3698-EC1D-AF3F50D9AC19}"/>
                </a:ext>
              </a:extLst>
            </p:cNvPr>
            <p:cNvGrpSpPr/>
            <p:nvPr/>
          </p:nvGrpSpPr>
          <p:grpSpPr>
            <a:xfrm>
              <a:off x="10712164" y="2732079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7" name="矩形 126">
                    <a:extLst>
                      <a:ext uri="{FF2B5EF4-FFF2-40B4-BE49-F238E27FC236}">
                        <a16:creationId xmlns:a16="http://schemas.microsoft.com/office/drawing/2014/main" id="{7EC7944F-F6EA-80D3-D38E-C9F7B272AFCA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7" name="矩形 126">
                    <a:extLst>
                      <a:ext uri="{FF2B5EF4-FFF2-40B4-BE49-F238E27FC236}">
                        <a16:creationId xmlns:a16="http://schemas.microsoft.com/office/drawing/2014/main" id="{7EC7944F-F6EA-80D3-D38E-C9F7B272AFC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C4A923CA-CBA3-B67F-979F-35B739693453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CBCA2205-4DB6-0249-2876-37D23F9B4C8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E9ABED51-1AC7-B37E-0CE6-35E23833A95E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A845BC92-A4A6-2C89-FC66-C6F13ED4B9C1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135894E3-A661-D484-57BB-3C60A1B23A9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908D8896-3B15-ED36-4427-90EDF0ED3D4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8BA995D8-00DD-7642-54F4-AD077BD3ED0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A3DF32DD-E8D8-1BBB-17A2-5C47F9E16F3F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69388EBA-4ABE-8DAF-CFF0-819272D8759A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3" name="直接箭头连接符 152">
                <a:extLst>
                  <a:ext uri="{FF2B5EF4-FFF2-40B4-BE49-F238E27FC236}">
                    <a16:creationId xmlns:a16="http://schemas.microsoft.com/office/drawing/2014/main" id="{4E2AAB5A-5CED-6D97-9380-2DAC306EB940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组合 155">
              <a:extLst>
                <a:ext uri="{FF2B5EF4-FFF2-40B4-BE49-F238E27FC236}">
                  <a16:creationId xmlns:a16="http://schemas.microsoft.com/office/drawing/2014/main" id="{3D271F00-1CE7-9037-D3B3-9F3295173B55}"/>
                </a:ext>
              </a:extLst>
            </p:cNvPr>
            <p:cNvGrpSpPr/>
            <p:nvPr/>
          </p:nvGrpSpPr>
          <p:grpSpPr>
            <a:xfrm>
              <a:off x="2481093" y="3843223"/>
              <a:ext cx="3801639" cy="532753"/>
              <a:chOff x="975600" y="2080173"/>
              <a:chExt cx="686920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82C85ACA-549C-A017-954F-55351B148AF4}"/>
                      </a:ext>
                    </a:extLst>
                  </p:cNvPr>
                  <p:cNvSpPr/>
                  <p:nvPr/>
                </p:nvSpPr>
                <p:spPr>
                  <a:xfrm>
                    <a:off x="6872808" y="2086504"/>
                    <a:ext cx="972001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82C85ACA-549C-A017-954F-55351B148A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72808" y="2086504"/>
                    <a:ext cx="972001" cy="6480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3D25A80B-C518-9085-A8BE-C8A304ABA32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A702ADFF-057E-A41F-E3C3-BBE4F477F0CD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9BDD1469-3806-2F56-1921-33C393DA929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42C29711-46AC-5A4B-A256-D25FCF5D982F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5942A1C0-E03D-99DB-D6E2-DD021AFB6F95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4D39DC4C-8721-17A8-A1C2-B5EDF940570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CB82102D-5997-11BD-5CD1-BB6B6273F63C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6A6F39A4-835D-1F38-9C73-E7ED82E22D31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56306CF8-CE8D-4D0C-6C70-89F57CA23AEF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5" name="直接箭头连接符 174">
                <a:extLst>
                  <a:ext uri="{FF2B5EF4-FFF2-40B4-BE49-F238E27FC236}">
                    <a16:creationId xmlns:a16="http://schemas.microsoft.com/office/drawing/2014/main" id="{42AB92E3-8989-6C62-7971-FF473B011E60}"/>
                  </a:ext>
                </a:extLst>
              </p:cNvPr>
              <p:cNvCxnSpPr>
                <a:cxnSpLocks/>
                <a:endCxn id="17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直接箭头连接符 176">
              <a:extLst>
                <a:ext uri="{FF2B5EF4-FFF2-40B4-BE49-F238E27FC236}">
                  <a16:creationId xmlns:a16="http://schemas.microsoft.com/office/drawing/2014/main" id="{B099B985-4926-5252-6CC6-AB11006F9359}"/>
                </a:ext>
              </a:extLst>
            </p:cNvPr>
            <p:cNvCxnSpPr>
              <a:cxnSpLocks/>
              <a:stCxn id="18" idx="6"/>
              <a:endCxn id="22" idx="1"/>
            </p:cNvCxnSpPr>
            <p:nvPr/>
          </p:nvCxnSpPr>
          <p:spPr>
            <a:xfrm flipV="1">
              <a:off x="808676" y="3010424"/>
              <a:ext cx="462671" cy="435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直接箭头连接符 185">
              <a:extLst>
                <a:ext uri="{FF2B5EF4-FFF2-40B4-BE49-F238E27FC236}">
                  <a16:creationId xmlns:a16="http://schemas.microsoft.com/office/drawing/2014/main" id="{122E406F-47EA-670B-3924-278C5A341114}"/>
                </a:ext>
              </a:extLst>
            </p:cNvPr>
            <p:cNvCxnSpPr>
              <a:cxnSpLocks/>
              <a:stCxn id="22" idx="3"/>
              <a:endCxn id="3" idx="1"/>
            </p:cNvCxnSpPr>
            <p:nvPr/>
          </p:nvCxnSpPr>
          <p:spPr>
            <a:xfrm flipV="1">
              <a:off x="1809283" y="3001773"/>
              <a:ext cx="525013" cy="86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CE191F40-FDF5-E7B5-FE28-014F8A3E41BC}"/>
                </a:ext>
              </a:extLst>
            </p:cNvPr>
            <p:cNvCxnSpPr>
              <a:cxnSpLocks/>
              <a:stCxn id="3" idx="3"/>
              <a:endCxn id="34" idx="1"/>
            </p:cNvCxnSpPr>
            <p:nvPr/>
          </p:nvCxnSpPr>
          <p:spPr>
            <a:xfrm>
              <a:off x="3306296" y="3001773"/>
              <a:ext cx="568494" cy="866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直接箭头连接符 222">
              <a:extLst>
                <a:ext uri="{FF2B5EF4-FFF2-40B4-BE49-F238E27FC236}">
                  <a16:creationId xmlns:a16="http://schemas.microsoft.com/office/drawing/2014/main" id="{F5066A04-DC3B-E9AF-CD2A-05BA9E4D7E89}"/>
                </a:ext>
              </a:extLst>
            </p:cNvPr>
            <p:cNvCxnSpPr>
              <a:cxnSpLocks/>
              <a:stCxn id="34" idx="3"/>
              <a:endCxn id="57" idx="2"/>
            </p:cNvCxnSpPr>
            <p:nvPr/>
          </p:nvCxnSpPr>
          <p:spPr>
            <a:xfrm flipV="1">
              <a:off x="4873934" y="2995907"/>
              <a:ext cx="446304" cy="1453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550C6358-7C3F-3F52-1991-1E0DDDCA282E}"/>
                </a:ext>
              </a:extLst>
            </p:cNvPr>
            <p:cNvCxnSpPr>
              <a:cxnSpLocks/>
              <a:stCxn id="57" idx="6"/>
              <a:endCxn id="60" idx="1"/>
            </p:cNvCxnSpPr>
            <p:nvPr/>
          </p:nvCxnSpPr>
          <p:spPr>
            <a:xfrm>
              <a:off x="5593618" y="2995907"/>
              <a:ext cx="341565" cy="137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直接箭头连接符 298">
              <a:extLst>
                <a:ext uri="{FF2B5EF4-FFF2-40B4-BE49-F238E27FC236}">
                  <a16:creationId xmlns:a16="http://schemas.microsoft.com/office/drawing/2014/main" id="{E63DB475-3D46-AB2C-0336-CB2363E11451}"/>
                </a:ext>
              </a:extLst>
            </p:cNvPr>
            <p:cNvCxnSpPr>
              <a:cxnSpLocks/>
              <a:stCxn id="60" idx="3"/>
              <a:endCxn id="107" idx="2"/>
            </p:cNvCxnSpPr>
            <p:nvPr/>
          </p:nvCxnSpPr>
          <p:spPr>
            <a:xfrm flipV="1">
              <a:off x="7657276" y="3006127"/>
              <a:ext cx="354933" cy="3531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直接箭头连接符 309">
              <a:extLst>
                <a:ext uri="{FF2B5EF4-FFF2-40B4-BE49-F238E27FC236}">
                  <a16:creationId xmlns:a16="http://schemas.microsoft.com/office/drawing/2014/main" id="{643E2F1C-EEB2-3D30-D596-790BFCE2FB20}"/>
                </a:ext>
              </a:extLst>
            </p:cNvPr>
            <p:cNvCxnSpPr>
              <a:cxnSpLocks/>
              <a:endCxn id="107" idx="4"/>
            </p:cNvCxnSpPr>
            <p:nvPr/>
          </p:nvCxnSpPr>
          <p:spPr>
            <a:xfrm flipV="1">
              <a:off x="8148899" y="3148633"/>
              <a:ext cx="0" cy="62906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直接箭头连接符 311">
              <a:extLst>
                <a:ext uri="{FF2B5EF4-FFF2-40B4-BE49-F238E27FC236}">
                  <a16:creationId xmlns:a16="http://schemas.microsoft.com/office/drawing/2014/main" id="{A2C78700-469F-6971-2EE5-5A7E300D72AD}"/>
                </a:ext>
              </a:extLst>
            </p:cNvPr>
            <p:cNvCxnSpPr>
              <a:cxnSpLocks/>
              <a:stCxn id="107" idx="6"/>
              <a:endCxn id="109" idx="1"/>
            </p:cNvCxnSpPr>
            <p:nvPr/>
          </p:nvCxnSpPr>
          <p:spPr>
            <a:xfrm flipV="1">
              <a:off x="8285589" y="2990786"/>
              <a:ext cx="524727" cy="1534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直接箭头连接符 316">
              <a:extLst>
                <a:ext uri="{FF2B5EF4-FFF2-40B4-BE49-F238E27FC236}">
                  <a16:creationId xmlns:a16="http://schemas.microsoft.com/office/drawing/2014/main" id="{977AC47A-7D24-320B-2B3A-EEC6212EBB95}"/>
                </a:ext>
              </a:extLst>
            </p:cNvPr>
            <p:cNvCxnSpPr>
              <a:cxnSpLocks/>
              <a:stCxn id="109" idx="3"/>
              <a:endCxn id="127" idx="1"/>
            </p:cNvCxnSpPr>
            <p:nvPr/>
          </p:nvCxnSpPr>
          <p:spPr>
            <a:xfrm>
              <a:off x="10154901" y="2990786"/>
              <a:ext cx="557263" cy="331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2" name="直接箭头连接符 321">
              <a:extLst>
                <a:ext uri="{FF2B5EF4-FFF2-40B4-BE49-F238E27FC236}">
                  <a16:creationId xmlns:a16="http://schemas.microsoft.com/office/drawing/2014/main" id="{BB8B5162-01A9-F6A4-4BE2-F7E25836D332}"/>
                </a:ext>
              </a:extLst>
            </p:cNvPr>
            <p:cNvCxnSpPr>
              <a:cxnSpLocks/>
              <a:stCxn id="127" idx="3"/>
            </p:cNvCxnSpPr>
            <p:nvPr/>
          </p:nvCxnSpPr>
          <p:spPr>
            <a:xfrm>
              <a:off x="11250100" y="2994102"/>
              <a:ext cx="806649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直接箭头连接符 298">
              <a:extLst>
                <a:ext uri="{FF2B5EF4-FFF2-40B4-BE49-F238E27FC236}">
                  <a16:creationId xmlns:a16="http://schemas.microsoft.com/office/drawing/2014/main" id="{A773E04F-F789-E48D-102F-5599EA5C122C}"/>
                </a:ext>
              </a:extLst>
            </p:cNvPr>
            <p:cNvCxnSpPr>
              <a:cxnSpLocks/>
              <a:stCxn id="109" idx="3"/>
              <a:endCxn id="84" idx="3"/>
            </p:cNvCxnSpPr>
            <p:nvPr/>
          </p:nvCxnSpPr>
          <p:spPr>
            <a:xfrm flipH="1" flipV="1">
              <a:off x="7874175" y="2110908"/>
              <a:ext cx="2280726" cy="879878"/>
            </a:xfrm>
            <a:prstGeom prst="bentConnector3">
              <a:avLst>
                <a:gd name="adj1" fmla="val -10023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1" name="直接箭头连接符 298">
              <a:extLst>
                <a:ext uri="{FF2B5EF4-FFF2-40B4-BE49-F238E27FC236}">
                  <a16:creationId xmlns:a16="http://schemas.microsoft.com/office/drawing/2014/main" id="{0A4BB63C-4B58-27D2-464E-FACF61FFC7D8}"/>
                </a:ext>
              </a:extLst>
            </p:cNvPr>
            <p:cNvCxnSpPr>
              <a:cxnSpLocks/>
              <a:stCxn id="84" idx="1"/>
              <a:endCxn id="57" idx="0"/>
            </p:cNvCxnSpPr>
            <p:nvPr/>
          </p:nvCxnSpPr>
          <p:spPr>
            <a:xfrm rot="10800000" flipV="1">
              <a:off x="5456929" y="2110908"/>
              <a:ext cx="1879311" cy="742492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1" name="直接箭头连接符 298">
              <a:extLst>
                <a:ext uri="{FF2B5EF4-FFF2-40B4-BE49-F238E27FC236}">
                  <a16:creationId xmlns:a16="http://schemas.microsoft.com/office/drawing/2014/main" id="{FED90E18-9DF3-29A3-B3AF-D9FF82DEFC56}"/>
                </a:ext>
              </a:extLst>
            </p:cNvPr>
            <p:cNvCxnSpPr>
              <a:cxnSpLocks/>
              <a:stCxn id="127" idx="3"/>
              <a:endCxn id="160" idx="3"/>
            </p:cNvCxnSpPr>
            <p:nvPr/>
          </p:nvCxnSpPr>
          <p:spPr>
            <a:xfrm flipH="1">
              <a:off x="6282732" y="2994102"/>
              <a:ext cx="4967368" cy="1116264"/>
            </a:xfrm>
            <a:prstGeom prst="bentConnector3">
              <a:avLst>
                <a:gd name="adj1" fmla="val -4602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5" name="直接箭头连接符 189">
              <a:extLst>
                <a:ext uri="{FF2B5EF4-FFF2-40B4-BE49-F238E27FC236}">
                  <a16:creationId xmlns:a16="http://schemas.microsoft.com/office/drawing/2014/main" id="{CD9A22BB-4CFF-06AA-A43F-B0606EAF4FA2}"/>
                </a:ext>
              </a:extLst>
            </p:cNvPr>
            <p:cNvCxnSpPr>
              <a:cxnSpLocks/>
              <a:stCxn id="160" idx="1"/>
              <a:endCxn id="18" idx="4"/>
            </p:cNvCxnSpPr>
            <p:nvPr/>
          </p:nvCxnSpPr>
          <p:spPr>
            <a:xfrm rot="10800000">
              <a:off x="671986" y="3157286"/>
              <a:ext cx="5072810" cy="953081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AA83C35A-8262-2E57-FD0D-0AA3D54D0B54}"/>
                    </a:ext>
                  </a:extLst>
                </p:cNvPr>
                <p:cNvSpPr txBox="1"/>
                <p:nvPr/>
              </p:nvSpPr>
              <p:spPr>
                <a:xfrm>
                  <a:off x="86109" y="2603288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AA83C35A-8262-2E57-FD0D-0AA3D54D0B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109" y="2603288"/>
                  <a:ext cx="41679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5E580CAB-E703-0154-16B0-6245267B15FE}"/>
                    </a:ext>
                  </a:extLst>
                </p:cNvPr>
                <p:cNvSpPr txBox="1"/>
                <p:nvPr/>
              </p:nvSpPr>
              <p:spPr>
                <a:xfrm>
                  <a:off x="3350115" y="2603288"/>
                  <a:ext cx="416797" cy="390748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5E580CAB-E703-0154-16B0-6245267B15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115" y="2603288"/>
                  <a:ext cx="416797" cy="390748"/>
                </a:xfrm>
                <a:prstGeom prst="rect">
                  <a:avLst/>
                </a:prstGeom>
                <a:blipFill>
                  <a:blip r:embed="rId13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EA63864C-E4F8-668C-E802-59F36A73F622}"/>
                    </a:ext>
                  </a:extLst>
                </p:cNvPr>
                <p:cNvSpPr txBox="1"/>
                <p:nvPr/>
              </p:nvSpPr>
              <p:spPr>
                <a:xfrm>
                  <a:off x="11428758" y="2621454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EA63864C-E4F8-668C-E802-59F36A73F6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8758" y="2621454"/>
                  <a:ext cx="41679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9FAF417B-D8E6-FA5C-3526-9E9CB9FC300C}"/>
                    </a:ext>
                  </a:extLst>
                </p:cNvPr>
                <p:cNvSpPr txBox="1"/>
                <p:nvPr/>
              </p:nvSpPr>
              <p:spPr>
                <a:xfrm>
                  <a:off x="5465679" y="2422976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9FAF417B-D8E6-FA5C-3526-9E9CB9FC30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5679" y="2422976"/>
                  <a:ext cx="273380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5CC4E414-5FA6-FA9B-D6CE-94E5682ECB0A}"/>
                    </a:ext>
                  </a:extLst>
                </p:cNvPr>
                <p:cNvSpPr txBox="1"/>
                <p:nvPr/>
              </p:nvSpPr>
              <p:spPr>
                <a:xfrm>
                  <a:off x="7738829" y="2542132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5CC4E414-5FA6-FA9B-D6CE-94E5682ECB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8829" y="2542132"/>
                  <a:ext cx="273380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91EAC020-FF52-2792-2266-6B59EE6F7A49}"/>
                    </a:ext>
                  </a:extLst>
                </p:cNvPr>
                <p:cNvSpPr txBox="1"/>
                <p:nvPr/>
              </p:nvSpPr>
              <p:spPr>
                <a:xfrm>
                  <a:off x="7827651" y="3118487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91EAC020-FF52-2792-2266-6B59EE6F7A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7651" y="3118487"/>
                  <a:ext cx="27338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9010B50A-AAB4-974A-D32C-B12C947F3520}"/>
                    </a:ext>
                  </a:extLst>
                </p:cNvPr>
                <p:cNvSpPr txBox="1"/>
                <p:nvPr/>
              </p:nvSpPr>
              <p:spPr>
                <a:xfrm>
                  <a:off x="8116987" y="3202214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9010B50A-AAB4-974A-D32C-B12C947F35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6987" y="3202214"/>
                  <a:ext cx="416797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0A1F14D5-1F4F-EF16-AF48-170C72E3FDB3}"/>
                    </a:ext>
                  </a:extLst>
                </p:cNvPr>
                <p:cNvSpPr txBox="1"/>
                <p:nvPr/>
              </p:nvSpPr>
              <p:spPr>
                <a:xfrm>
                  <a:off x="230606" y="3033706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0A1F14D5-1F4F-EF16-AF48-170C72E3F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606" y="3033706"/>
                  <a:ext cx="273380" cy="369332"/>
                </a:xfrm>
                <a:prstGeom prst="rect">
                  <a:avLst/>
                </a:prstGeom>
                <a:blipFill>
                  <a:blip r:embed="rId19"/>
                  <a:stretch>
                    <a:fillRect l="-11111" r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AADB70AA-9E38-CC67-7281-3BCBDCC35022}"/>
                    </a:ext>
                  </a:extLst>
                </p:cNvPr>
                <p:cNvSpPr txBox="1"/>
                <p:nvPr/>
              </p:nvSpPr>
              <p:spPr>
                <a:xfrm>
                  <a:off x="387220" y="3358511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AADB70AA-9E38-CC67-7281-3BCBDCC350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220" y="3358511"/>
                  <a:ext cx="27338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55899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16DD0-A217-F93C-2E6E-F8D36094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97E0C777-2159-717A-E97E-D251B2F9F64C}"/>
              </a:ext>
            </a:extLst>
          </p:cNvPr>
          <p:cNvGrpSpPr/>
          <p:nvPr/>
        </p:nvGrpSpPr>
        <p:grpSpPr>
          <a:xfrm>
            <a:off x="3122675" y="998615"/>
            <a:ext cx="972000" cy="658766"/>
            <a:chOff x="975600" y="2080173"/>
            <a:chExt cx="972000" cy="658766"/>
          </a:xfrm>
        </p:grpSpPr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5508DA42-3E8B-E85E-9C5B-26733832D9CE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A52D5320-019A-93DB-52C4-A1334E09D1C1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D1148B62-202D-5F00-2674-DE5FF0310BB3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A7AFFBF5-BFB4-A3E2-DD76-0E09AB047D50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4BC3A5E0-EAF5-9566-F531-27323A54E992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922683C4-F2C2-A087-5F01-53C97020D204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F7856F9D-24C3-4B2A-8AC1-1375F197D923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5B0172E3-CD92-CE64-CE29-F2F463EE8D12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270135B7-529B-8071-6E77-DC953F72EB94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7E3E9154-F522-B9FD-DAD7-B1F90754C710}"/>
                </a:ext>
              </a:extLst>
            </p:cNvPr>
            <p:cNvCxnSpPr>
              <a:cxnSpLocks/>
              <a:endCxn id="13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16E37F8A-74F4-8605-C28E-810D4C37CEAD}"/>
              </a:ext>
            </a:extLst>
          </p:cNvPr>
          <p:cNvGrpSpPr/>
          <p:nvPr/>
        </p:nvGrpSpPr>
        <p:grpSpPr>
          <a:xfrm>
            <a:off x="168032" y="2346191"/>
            <a:ext cx="12023968" cy="2527091"/>
            <a:chOff x="369665" y="2394317"/>
            <a:chExt cx="12023968" cy="2527091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7F1A30C8-A347-1DD9-CF94-50AFE30C272D}"/>
                </a:ext>
              </a:extLst>
            </p:cNvPr>
            <p:cNvGrpSpPr/>
            <p:nvPr/>
          </p:nvGrpSpPr>
          <p:grpSpPr>
            <a:xfrm>
              <a:off x="2671180" y="3289463"/>
              <a:ext cx="974429" cy="524047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B7A5A089-E22E-6D04-14DE-FD093C7D5B5C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𝑠𝑝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𝑠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B7A5A089-E22E-6D04-14DE-FD093C7D5B5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01E379BF-80D7-A0AA-C779-7AA2C1D86BC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2D39B141-049F-CE24-34D6-ADF980ABE229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4EDE614C-120F-2261-053A-08D8030126F1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6C0440F-24C3-AC19-306E-0FD2247B7511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0C0ECF55-8D24-D574-B053-1B8730D97D2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11B8725D-3621-4720-B405-F8D8B0B800F2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6E50836-7F8A-D7C0-A9F4-1179EC086B8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35145334-AFA8-69E5-6D1E-E703BD1092A7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282DCB11-0BF1-618D-0FFF-A0F388E2C2C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" name="直接箭头连接符 12">
                <a:extLst>
                  <a:ext uri="{FF2B5EF4-FFF2-40B4-BE49-F238E27FC236}">
                    <a16:creationId xmlns:a16="http://schemas.microsoft.com/office/drawing/2014/main" id="{59B61007-BBD7-7B84-9240-AE59CABB5F72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6BB47C37-F925-BD70-A42D-80DC4AB9904E}"/>
                    </a:ext>
                  </a:extLst>
                </p:cNvPr>
                <p:cNvSpPr txBox="1"/>
                <p:nvPr/>
              </p:nvSpPr>
              <p:spPr>
                <a:xfrm>
                  <a:off x="1205794" y="3148720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6BB47C37-F925-BD70-A42D-80DC4AB990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5794" y="3148720"/>
                  <a:ext cx="416797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流程图: 汇总连接 17">
              <a:extLst>
                <a:ext uri="{FF2B5EF4-FFF2-40B4-BE49-F238E27FC236}">
                  <a16:creationId xmlns:a16="http://schemas.microsoft.com/office/drawing/2014/main" id="{5504096C-304D-5681-7ACB-D09220ECE8A8}"/>
                </a:ext>
              </a:extLst>
            </p:cNvPr>
            <p:cNvSpPr/>
            <p:nvPr/>
          </p:nvSpPr>
          <p:spPr>
            <a:xfrm>
              <a:off x="872180" y="3417704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61BDCB39-1DFF-F42E-8DFD-738913850878}"/>
                    </a:ext>
                  </a:extLst>
                </p:cNvPr>
                <p:cNvSpPr txBox="1"/>
                <p:nvPr/>
              </p:nvSpPr>
              <p:spPr>
                <a:xfrm>
                  <a:off x="5350004" y="3190878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61BDCB39-1DFF-F42E-8DFD-738913850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50004" y="3190878"/>
                  <a:ext cx="273380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11364" r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E571AB6B-5396-AEC2-2E85-323854D452F3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369665" y="3560211"/>
              <a:ext cx="5025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027ADFC0-20A4-25D7-F45B-72D20D0521B3}"/>
                </a:ext>
              </a:extLst>
            </p:cNvPr>
            <p:cNvGrpSpPr/>
            <p:nvPr/>
          </p:nvGrpSpPr>
          <p:grpSpPr>
            <a:xfrm>
              <a:off x="1608231" y="3293833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AAD2DFC5-2F5E-3971-05EB-C18EB2EE9CBD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𝑝𝐴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AAD2DFC5-2F5E-3971-05EB-C18EB2EE9CB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003A5805-ECDA-B061-413B-ED89B2D5121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D2CC7991-7B77-9B6A-48EF-14F243234E84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B50E84C1-2366-22DE-9DA0-2DC8440A9B8D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7AFBC774-C23E-EC80-B497-43A4C56FCAF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F9CB9CC2-25BE-0689-498E-B71ED89F4F45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B1A367C0-B5F7-302A-6C7C-32BE62BDD01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8F61DAAE-9A3C-034A-06EC-F4E84CEA70AE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3A5E76C9-B7C1-89F5-F413-1EF882D04794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EE9A5416-1098-56D4-84B8-D6A4D2FA282D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2" name="直接箭头连接符 31">
                <a:extLst>
                  <a:ext uri="{FF2B5EF4-FFF2-40B4-BE49-F238E27FC236}">
                    <a16:creationId xmlns:a16="http://schemas.microsoft.com/office/drawing/2014/main" id="{8BCC5B7C-2AB6-E798-A40D-99F08BAFC7BA}"/>
                  </a:ext>
                </a:extLst>
              </p:cNvPr>
              <p:cNvCxnSpPr>
                <a:cxnSpLocks/>
                <a:endCxn id="2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A21FBDC6-FE75-E7D2-4B00-427A39BF01EE}"/>
                </a:ext>
              </a:extLst>
            </p:cNvPr>
            <p:cNvGrpSpPr/>
            <p:nvPr/>
          </p:nvGrpSpPr>
          <p:grpSpPr>
            <a:xfrm>
              <a:off x="4211674" y="3218990"/>
              <a:ext cx="1001641" cy="6849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39723BB8-BDB0-4545-6E70-97FA98D753E4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𝑑𝑝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𝑝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𝜋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39723BB8-BDB0-4545-6E70-97FA98D753E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60AFF16A-F645-A2FE-E6A4-6E99EEB6477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0C62F175-EBC7-27A5-0E49-0194A9247931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94E0245D-4BB0-611C-711C-58C4B12B7673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42F37AB-B78A-774B-38CC-5CF58803E8A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7657A1B2-076D-1553-51E1-A8FE1403F631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DFA4FDB1-9694-4EA9-1879-94E70D08BD8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DEC0D4AC-A6E3-BAAB-FE48-E09177E56E4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B075C351-C964-445D-3520-563B6E66CB78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709915AC-1E11-5865-26DE-AC5DA2446279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0DF5532D-BF41-61B3-2682-37482565B465}"/>
                  </a:ext>
                </a:extLst>
              </p:cNvPr>
              <p:cNvCxnSpPr>
                <a:cxnSpLocks/>
                <a:endCxn id="4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7" name="流程图: 汇总连接 56">
              <a:extLst>
                <a:ext uri="{FF2B5EF4-FFF2-40B4-BE49-F238E27FC236}">
                  <a16:creationId xmlns:a16="http://schemas.microsoft.com/office/drawing/2014/main" id="{51B51B20-8268-69ED-FA38-1D64A00190A2}"/>
                </a:ext>
              </a:extLst>
            </p:cNvPr>
            <p:cNvSpPr/>
            <p:nvPr/>
          </p:nvSpPr>
          <p:spPr>
            <a:xfrm>
              <a:off x="5657122" y="3398832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0711F906-CA3E-F790-C045-CF92828B9CE4}"/>
                </a:ext>
              </a:extLst>
            </p:cNvPr>
            <p:cNvGrpSpPr/>
            <p:nvPr/>
          </p:nvGrpSpPr>
          <p:grpSpPr>
            <a:xfrm>
              <a:off x="6272067" y="3246894"/>
              <a:ext cx="1726396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75E18E24-76B2-B185-7941-F5BD435B0EF8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𝑝𝑝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𝑝𝑚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𝐿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/4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𝑒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75E18E24-76B2-B185-7941-F5BD435B0EF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404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C72699D0-7FF6-D7F3-FFE8-E8B9EF7FEA2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75792FB2-2F26-48E4-2DE2-49D2AB53052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A8483BB-A462-5743-691C-62F1D8617E9A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47DD54FA-2EFF-7CA2-025F-8FFC9F740C5C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E3190B81-EA17-BA98-261F-31046E9A8A49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0108D180-7583-7A95-3301-EB6FCA88B9F3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319D2984-C989-A378-8C90-160A4C7A926D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00403B50-E99B-512C-3F12-EB62D9864389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A783047C-1543-F31E-B621-ACAEA49CE8F4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0" name="直接箭头连接符 69">
                <a:extLst>
                  <a:ext uri="{FF2B5EF4-FFF2-40B4-BE49-F238E27FC236}">
                    <a16:creationId xmlns:a16="http://schemas.microsoft.com/office/drawing/2014/main" id="{083541EC-8E09-5B28-7A70-6F084352694B}"/>
                  </a:ext>
                </a:extLst>
              </p:cNvPr>
              <p:cNvCxnSpPr>
                <a:cxnSpLocks/>
                <a:endCxn id="6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C62A01EA-571B-ABA3-BA26-022A3F67C4E1}"/>
                </a:ext>
              </a:extLst>
            </p:cNvPr>
            <p:cNvGrpSpPr/>
            <p:nvPr/>
          </p:nvGrpSpPr>
          <p:grpSpPr>
            <a:xfrm>
              <a:off x="7673123" y="2394317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DDB02C02-F858-53F1-F0DC-4A0515527D37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𝑚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DDB02C02-F858-53F1-F0DC-4A0515527D3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616DD1B9-2A66-3263-45EB-652EE92B549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25BA5798-37BF-9B6B-5D21-25C76E4D5386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7F227056-BEC7-86F1-5387-38D39CFFEBAB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F617B4E4-FC49-6F95-EE6A-14CB30A229F2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F3445991-B69C-D9C5-2A91-A9E122C25A2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F2ED505F-B0B4-583E-0974-D65085BCB80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E9DDD9CF-9920-F15F-662B-B22FCD5AF709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B2691D74-51F9-6C03-23FD-FACFD8C728E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5972773F-31F2-569E-36CD-8FC74FB96A8D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F21608F1-6A1F-5ADB-791A-B96653EC6595}"/>
                  </a:ext>
                </a:extLst>
              </p:cNvPr>
              <p:cNvCxnSpPr>
                <a:cxnSpLocks/>
                <a:endCxn id="9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流程图: 汇总连接 106">
              <a:extLst>
                <a:ext uri="{FF2B5EF4-FFF2-40B4-BE49-F238E27FC236}">
                  <a16:creationId xmlns:a16="http://schemas.microsoft.com/office/drawing/2014/main" id="{D254EA50-D9B6-027B-1EDC-622414BD0D79}"/>
                </a:ext>
              </a:extLst>
            </p:cNvPr>
            <p:cNvSpPr/>
            <p:nvPr/>
          </p:nvSpPr>
          <p:spPr>
            <a:xfrm>
              <a:off x="8349093" y="3409052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83574806-4C63-9E81-59CE-3565FF2CE966}"/>
                </a:ext>
              </a:extLst>
            </p:cNvPr>
            <p:cNvGrpSpPr/>
            <p:nvPr/>
          </p:nvGrpSpPr>
          <p:grpSpPr>
            <a:xfrm>
              <a:off x="9147200" y="3228022"/>
              <a:ext cx="1347945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矩形 108">
                    <a:extLst>
                      <a:ext uri="{FF2B5EF4-FFF2-40B4-BE49-F238E27FC236}">
                        <a16:creationId xmlns:a16="http://schemas.microsoft.com/office/drawing/2014/main" id="{7F6239E1-1DA2-BE81-0C51-EEE431606FC6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𝐽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𝑚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9" name="矩形 108">
                    <a:extLst>
                      <a:ext uri="{FF2B5EF4-FFF2-40B4-BE49-F238E27FC236}">
                        <a16:creationId xmlns:a16="http://schemas.microsoft.com/office/drawing/2014/main" id="{7F6239E1-1DA2-BE81-0C51-EEE431606FC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D94BCF14-E5D3-89AC-0848-3D19D2BDC27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5100CDAF-2CF2-21F8-B1D8-39E48FAC2C2D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E2F97735-49EE-52D1-DFF6-4C6D47E10BC6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8A2160E4-FF64-F43B-33DF-41107DFB6E39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F84DBF33-E798-5847-D220-55B8B0B9C179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2D869D32-62B5-31E9-DE15-C968533E6CA5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C69732AC-B812-C6AE-8A86-D8E9028518E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093CDBAC-850B-3B6F-D916-9EE17AF3E9C0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BC786FD7-0304-46E6-A84F-A0D1A0691CE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2" name="直接箭头连接符 121">
                <a:extLst>
                  <a:ext uri="{FF2B5EF4-FFF2-40B4-BE49-F238E27FC236}">
                    <a16:creationId xmlns:a16="http://schemas.microsoft.com/office/drawing/2014/main" id="{83DDDC7E-6973-3FD9-2A78-CC90C06A9294}"/>
                  </a:ext>
                </a:extLst>
              </p:cNvPr>
              <p:cNvCxnSpPr>
                <a:cxnSpLocks/>
                <a:endCxn id="11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3DAA306A-B30E-E954-9D89-E2D5CF05234A}"/>
                </a:ext>
              </a:extLst>
            </p:cNvPr>
            <p:cNvGrpSpPr/>
            <p:nvPr/>
          </p:nvGrpSpPr>
          <p:grpSpPr>
            <a:xfrm>
              <a:off x="11049048" y="3277511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7" name="矩形 126">
                    <a:extLst>
                      <a:ext uri="{FF2B5EF4-FFF2-40B4-BE49-F238E27FC236}">
                        <a16:creationId xmlns:a16="http://schemas.microsoft.com/office/drawing/2014/main" id="{252C7039-3EFE-2A10-7AE6-47478E001047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7" name="矩形 126">
                    <a:extLst>
                      <a:ext uri="{FF2B5EF4-FFF2-40B4-BE49-F238E27FC236}">
                        <a16:creationId xmlns:a16="http://schemas.microsoft.com/office/drawing/2014/main" id="{252C7039-3EFE-2A10-7AE6-47478E00104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F2F08D3E-D2A5-1112-BA95-0BE7CA23434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EC67837A-5CB4-1C97-C806-52136A293AA2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E4A24109-466B-6DC9-2CD2-B01574352F9B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5DA534BC-7C24-D7FE-3845-27A495E2C45A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9E32B5F3-6AE0-71CF-32D6-5BD5B5921AF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B7781CF8-31C0-4690-328A-356D45ED46C9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48510978-F902-FA7A-1A9B-142424E06D03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7A1DFCA7-7F17-7584-F77B-37F0A7BF095D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3C7936A1-3F7B-0562-7E77-B5B9451EED53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3" name="直接箭头连接符 152">
                <a:extLst>
                  <a:ext uri="{FF2B5EF4-FFF2-40B4-BE49-F238E27FC236}">
                    <a16:creationId xmlns:a16="http://schemas.microsoft.com/office/drawing/2014/main" id="{A62F615D-A828-1B41-422F-3276FBCDFC70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组合 155">
              <a:extLst>
                <a:ext uri="{FF2B5EF4-FFF2-40B4-BE49-F238E27FC236}">
                  <a16:creationId xmlns:a16="http://schemas.microsoft.com/office/drawing/2014/main" id="{201E123E-554A-6E7C-9695-C32465E4BE7D}"/>
                </a:ext>
              </a:extLst>
            </p:cNvPr>
            <p:cNvGrpSpPr/>
            <p:nvPr/>
          </p:nvGrpSpPr>
          <p:grpSpPr>
            <a:xfrm>
              <a:off x="2817977" y="4388655"/>
              <a:ext cx="3801639" cy="532753"/>
              <a:chOff x="975600" y="2080173"/>
              <a:chExt cx="686920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EF6B3CE5-BC80-6FC1-3F85-F558EE024A9C}"/>
                      </a:ext>
                    </a:extLst>
                  </p:cNvPr>
                  <p:cNvSpPr/>
                  <p:nvPr/>
                </p:nvSpPr>
                <p:spPr>
                  <a:xfrm>
                    <a:off x="6872808" y="2086504"/>
                    <a:ext cx="972001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𝑚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𝜃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EF6B3CE5-BC80-6FC1-3F85-F558EE024A9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72808" y="2086504"/>
                    <a:ext cx="972001" cy="64800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A56E8CBD-5372-9EBF-A2BB-BD697464D72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7DF41C8C-B0D3-C9DA-B568-B6FC1BC41A4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FE98D6AC-A670-A33F-ECB4-C54F572D6D7A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CF72B3B0-9D47-CC65-BEFE-60C6B182B5AA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FB632BD8-847B-A62B-4025-9C151A918453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7FE3E305-D0F2-DC6C-0922-EA5A7B920AEF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93DA530F-E55D-B038-F310-372D74A61B1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3A203CF7-29F5-B3B9-4499-729255ACDF5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EDFD7280-7771-D01C-A205-1049C637AD17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5" name="直接箭头连接符 174">
                <a:extLst>
                  <a:ext uri="{FF2B5EF4-FFF2-40B4-BE49-F238E27FC236}">
                    <a16:creationId xmlns:a16="http://schemas.microsoft.com/office/drawing/2014/main" id="{6EFCEC09-888F-BFC3-6460-DB5CD798607C}"/>
                  </a:ext>
                </a:extLst>
              </p:cNvPr>
              <p:cNvCxnSpPr>
                <a:cxnSpLocks/>
                <a:endCxn id="17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直接箭头连接符 176">
              <a:extLst>
                <a:ext uri="{FF2B5EF4-FFF2-40B4-BE49-F238E27FC236}">
                  <a16:creationId xmlns:a16="http://schemas.microsoft.com/office/drawing/2014/main" id="{6DC06A5A-78CA-401E-8C00-91D6F4F7BD8C}"/>
                </a:ext>
              </a:extLst>
            </p:cNvPr>
            <p:cNvCxnSpPr>
              <a:cxnSpLocks/>
              <a:stCxn id="18" idx="6"/>
              <a:endCxn id="22" idx="1"/>
            </p:cNvCxnSpPr>
            <p:nvPr/>
          </p:nvCxnSpPr>
          <p:spPr>
            <a:xfrm flipV="1">
              <a:off x="1145560" y="3555856"/>
              <a:ext cx="462671" cy="435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直接箭头连接符 185">
              <a:extLst>
                <a:ext uri="{FF2B5EF4-FFF2-40B4-BE49-F238E27FC236}">
                  <a16:creationId xmlns:a16="http://schemas.microsoft.com/office/drawing/2014/main" id="{9A29C2B6-A000-35D0-D827-E11879093CB2}"/>
                </a:ext>
              </a:extLst>
            </p:cNvPr>
            <p:cNvCxnSpPr>
              <a:cxnSpLocks/>
              <a:stCxn id="22" idx="3"/>
              <a:endCxn id="3" idx="1"/>
            </p:cNvCxnSpPr>
            <p:nvPr/>
          </p:nvCxnSpPr>
          <p:spPr>
            <a:xfrm flipV="1">
              <a:off x="2146167" y="3547205"/>
              <a:ext cx="525013" cy="86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ADE3467F-3290-88ED-110C-EAB9D575C34F}"/>
                </a:ext>
              </a:extLst>
            </p:cNvPr>
            <p:cNvCxnSpPr>
              <a:cxnSpLocks/>
              <a:stCxn id="3" idx="3"/>
              <a:endCxn id="34" idx="1"/>
            </p:cNvCxnSpPr>
            <p:nvPr/>
          </p:nvCxnSpPr>
          <p:spPr>
            <a:xfrm>
              <a:off x="3643180" y="3547205"/>
              <a:ext cx="568494" cy="866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直接箭头连接符 222">
              <a:extLst>
                <a:ext uri="{FF2B5EF4-FFF2-40B4-BE49-F238E27FC236}">
                  <a16:creationId xmlns:a16="http://schemas.microsoft.com/office/drawing/2014/main" id="{14F21E9F-BC50-3CA1-A5E2-EFAE65CA8AF4}"/>
                </a:ext>
              </a:extLst>
            </p:cNvPr>
            <p:cNvCxnSpPr>
              <a:cxnSpLocks/>
              <a:stCxn id="34" idx="3"/>
              <a:endCxn id="57" idx="2"/>
            </p:cNvCxnSpPr>
            <p:nvPr/>
          </p:nvCxnSpPr>
          <p:spPr>
            <a:xfrm flipV="1">
              <a:off x="5210818" y="3541339"/>
              <a:ext cx="446304" cy="1453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0591E908-B7EE-70CD-C50E-C35A13046419}"/>
                </a:ext>
              </a:extLst>
            </p:cNvPr>
            <p:cNvCxnSpPr>
              <a:cxnSpLocks/>
              <a:stCxn id="57" idx="6"/>
              <a:endCxn id="60" idx="1"/>
            </p:cNvCxnSpPr>
            <p:nvPr/>
          </p:nvCxnSpPr>
          <p:spPr>
            <a:xfrm>
              <a:off x="5930502" y="3541339"/>
              <a:ext cx="341565" cy="137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直接箭头连接符 298">
              <a:extLst>
                <a:ext uri="{FF2B5EF4-FFF2-40B4-BE49-F238E27FC236}">
                  <a16:creationId xmlns:a16="http://schemas.microsoft.com/office/drawing/2014/main" id="{B0C0DC57-CFFE-AD09-2EDA-A15B335AEFC5}"/>
                </a:ext>
              </a:extLst>
            </p:cNvPr>
            <p:cNvCxnSpPr>
              <a:cxnSpLocks/>
              <a:stCxn id="60" idx="3"/>
              <a:endCxn id="107" idx="2"/>
            </p:cNvCxnSpPr>
            <p:nvPr/>
          </p:nvCxnSpPr>
          <p:spPr>
            <a:xfrm flipV="1">
              <a:off x="7994160" y="3551559"/>
              <a:ext cx="354933" cy="3531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直接箭头连接符 309">
              <a:extLst>
                <a:ext uri="{FF2B5EF4-FFF2-40B4-BE49-F238E27FC236}">
                  <a16:creationId xmlns:a16="http://schemas.microsoft.com/office/drawing/2014/main" id="{6F3E2CD0-DFD0-ACED-57B0-FA6B0AD5773B}"/>
                </a:ext>
              </a:extLst>
            </p:cNvPr>
            <p:cNvCxnSpPr>
              <a:cxnSpLocks/>
              <a:endCxn id="107" idx="4"/>
            </p:cNvCxnSpPr>
            <p:nvPr/>
          </p:nvCxnSpPr>
          <p:spPr>
            <a:xfrm flipV="1">
              <a:off x="8485783" y="3694065"/>
              <a:ext cx="0" cy="62906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直接箭头连接符 311">
              <a:extLst>
                <a:ext uri="{FF2B5EF4-FFF2-40B4-BE49-F238E27FC236}">
                  <a16:creationId xmlns:a16="http://schemas.microsoft.com/office/drawing/2014/main" id="{66928DFF-8520-E064-E536-11C325871659}"/>
                </a:ext>
              </a:extLst>
            </p:cNvPr>
            <p:cNvCxnSpPr>
              <a:cxnSpLocks/>
              <a:stCxn id="107" idx="6"/>
              <a:endCxn id="109" idx="1"/>
            </p:cNvCxnSpPr>
            <p:nvPr/>
          </p:nvCxnSpPr>
          <p:spPr>
            <a:xfrm flipV="1">
              <a:off x="8622473" y="3536218"/>
              <a:ext cx="524727" cy="1534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直接箭头连接符 316">
              <a:extLst>
                <a:ext uri="{FF2B5EF4-FFF2-40B4-BE49-F238E27FC236}">
                  <a16:creationId xmlns:a16="http://schemas.microsoft.com/office/drawing/2014/main" id="{8FAB1189-E0EC-0326-939D-03DC4183A343}"/>
                </a:ext>
              </a:extLst>
            </p:cNvPr>
            <p:cNvCxnSpPr>
              <a:cxnSpLocks/>
              <a:stCxn id="109" idx="3"/>
              <a:endCxn id="127" idx="1"/>
            </p:cNvCxnSpPr>
            <p:nvPr/>
          </p:nvCxnSpPr>
          <p:spPr>
            <a:xfrm>
              <a:off x="10491785" y="3536218"/>
              <a:ext cx="557263" cy="331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2" name="直接箭头连接符 321">
              <a:extLst>
                <a:ext uri="{FF2B5EF4-FFF2-40B4-BE49-F238E27FC236}">
                  <a16:creationId xmlns:a16="http://schemas.microsoft.com/office/drawing/2014/main" id="{B0906D95-FED9-FED7-D706-38725E7EA45D}"/>
                </a:ext>
              </a:extLst>
            </p:cNvPr>
            <p:cNvCxnSpPr>
              <a:cxnSpLocks/>
              <a:stCxn id="127" idx="3"/>
            </p:cNvCxnSpPr>
            <p:nvPr/>
          </p:nvCxnSpPr>
          <p:spPr>
            <a:xfrm>
              <a:off x="11586984" y="3539534"/>
              <a:ext cx="806649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直接箭头连接符 298">
              <a:extLst>
                <a:ext uri="{FF2B5EF4-FFF2-40B4-BE49-F238E27FC236}">
                  <a16:creationId xmlns:a16="http://schemas.microsoft.com/office/drawing/2014/main" id="{6BAA5146-F42E-B64F-B539-3CB0487A8EAF}"/>
                </a:ext>
              </a:extLst>
            </p:cNvPr>
            <p:cNvCxnSpPr>
              <a:cxnSpLocks/>
              <a:stCxn id="109" idx="3"/>
              <a:endCxn id="84" idx="3"/>
            </p:cNvCxnSpPr>
            <p:nvPr/>
          </p:nvCxnSpPr>
          <p:spPr>
            <a:xfrm flipH="1" flipV="1">
              <a:off x="8211059" y="2656340"/>
              <a:ext cx="2280726" cy="879878"/>
            </a:xfrm>
            <a:prstGeom prst="bentConnector3">
              <a:avLst>
                <a:gd name="adj1" fmla="val -10023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1" name="直接箭头连接符 298">
              <a:extLst>
                <a:ext uri="{FF2B5EF4-FFF2-40B4-BE49-F238E27FC236}">
                  <a16:creationId xmlns:a16="http://schemas.microsoft.com/office/drawing/2014/main" id="{B4ED5E05-D228-F844-9764-A2EF19ED3B2A}"/>
                </a:ext>
              </a:extLst>
            </p:cNvPr>
            <p:cNvCxnSpPr>
              <a:cxnSpLocks/>
              <a:stCxn id="84" idx="1"/>
              <a:endCxn id="57" idx="0"/>
            </p:cNvCxnSpPr>
            <p:nvPr/>
          </p:nvCxnSpPr>
          <p:spPr>
            <a:xfrm rot="10800000" flipV="1">
              <a:off x="5793813" y="2656340"/>
              <a:ext cx="1879311" cy="742492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1" name="直接箭头连接符 298">
              <a:extLst>
                <a:ext uri="{FF2B5EF4-FFF2-40B4-BE49-F238E27FC236}">
                  <a16:creationId xmlns:a16="http://schemas.microsoft.com/office/drawing/2014/main" id="{BE8004F4-E971-AC2A-12C5-EF5461579666}"/>
                </a:ext>
              </a:extLst>
            </p:cNvPr>
            <p:cNvCxnSpPr>
              <a:cxnSpLocks/>
              <a:stCxn id="127" idx="3"/>
              <a:endCxn id="160" idx="3"/>
            </p:cNvCxnSpPr>
            <p:nvPr/>
          </p:nvCxnSpPr>
          <p:spPr>
            <a:xfrm flipH="1">
              <a:off x="6619616" y="3539534"/>
              <a:ext cx="4967368" cy="1116264"/>
            </a:xfrm>
            <a:prstGeom prst="bentConnector3">
              <a:avLst>
                <a:gd name="adj1" fmla="val -4602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5" name="直接箭头连接符 189">
              <a:extLst>
                <a:ext uri="{FF2B5EF4-FFF2-40B4-BE49-F238E27FC236}">
                  <a16:creationId xmlns:a16="http://schemas.microsoft.com/office/drawing/2014/main" id="{A859C6B6-CBC4-F907-2520-9A7063181CCF}"/>
                </a:ext>
              </a:extLst>
            </p:cNvPr>
            <p:cNvCxnSpPr>
              <a:cxnSpLocks/>
              <a:stCxn id="160" idx="1"/>
              <a:endCxn id="18" idx="4"/>
            </p:cNvCxnSpPr>
            <p:nvPr/>
          </p:nvCxnSpPr>
          <p:spPr>
            <a:xfrm rot="10800000">
              <a:off x="1008870" y="3702718"/>
              <a:ext cx="5072810" cy="953081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DAFA642D-AC63-A7F1-483A-E205733DD9D2}"/>
                    </a:ext>
                  </a:extLst>
                </p:cNvPr>
                <p:cNvSpPr txBox="1"/>
                <p:nvPr/>
              </p:nvSpPr>
              <p:spPr>
                <a:xfrm>
                  <a:off x="422993" y="3148720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DAFA642D-AC63-A7F1-483A-E205733DD9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993" y="3148720"/>
                  <a:ext cx="41679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03DDFBBB-F640-F6FA-6420-CB947939E839}"/>
                    </a:ext>
                  </a:extLst>
                </p:cNvPr>
                <p:cNvSpPr txBox="1"/>
                <p:nvPr/>
              </p:nvSpPr>
              <p:spPr>
                <a:xfrm>
                  <a:off x="3686999" y="3148720"/>
                  <a:ext cx="416797" cy="390748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03DDFBBB-F640-F6FA-6420-CB947939E8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6999" y="3148720"/>
                  <a:ext cx="416797" cy="390748"/>
                </a:xfrm>
                <a:prstGeom prst="rect">
                  <a:avLst/>
                </a:prstGeom>
                <a:blipFill>
                  <a:blip r:embed="rId13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68F8EC8C-0C3F-10EB-5EBA-3C8B0D84870C}"/>
                    </a:ext>
                  </a:extLst>
                </p:cNvPr>
                <p:cNvSpPr txBox="1"/>
                <p:nvPr/>
              </p:nvSpPr>
              <p:spPr>
                <a:xfrm>
                  <a:off x="11765642" y="3166886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68F8EC8C-0C3F-10EB-5EBA-3C8B0D8487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65642" y="3166886"/>
                  <a:ext cx="416797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441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31EFD9C7-169C-FF85-5482-9D17B48DFBC6}"/>
                    </a:ext>
                  </a:extLst>
                </p:cNvPr>
                <p:cNvSpPr txBox="1"/>
                <p:nvPr/>
              </p:nvSpPr>
              <p:spPr>
                <a:xfrm>
                  <a:off x="5802563" y="2968408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31EFD9C7-169C-FF85-5482-9D17B48DFB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02563" y="2968408"/>
                  <a:ext cx="273380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90BE60AF-C755-A9C5-B634-CA04A46B5A06}"/>
                    </a:ext>
                  </a:extLst>
                </p:cNvPr>
                <p:cNvSpPr txBox="1"/>
                <p:nvPr/>
              </p:nvSpPr>
              <p:spPr>
                <a:xfrm>
                  <a:off x="8075713" y="3087564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5" name="文本框 384">
                  <a:extLst>
                    <a:ext uri="{FF2B5EF4-FFF2-40B4-BE49-F238E27FC236}">
                      <a16:creationId xmlns:a16="http://schemas.microsoft.com/office/drawing/2014/main" id="{90BE60AF-C755-A9C5-B634-CA04A46B5A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5713" y="3087564"/>
                  <a:ext cx="273380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11111" r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AC9903F8-E6FE-C285-D692-F36E4BC9DD50}"/>
                    </a:ext>
                  </a:extLst>
                </p:cNvPr>
                <p:cNvSpPr txBox="1"/>
                <p:nvPr/>
              </p:nvSpPr>
              <p:spPr>
                <a:xfrm>
                  <a:off x="8164535" y="3663919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6" name="文本框 385">
                  <a:extLst>
                    <a:ext uri="{FF2B5EF4-FFF2-40B4-BE49-F238E27FC236}">
                      <a16:creationId xmlns:a16="http://schemas.microsoft.com/office/drawing/2014/main" id="{AC9903F8-E6FE-C285-D692-F36E4BC9DD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535" y="3663919"/>
                  <a:ext cx="27338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07754810-405B-F445-B558-F6A1CDB9E059}"/>
                    </a:ext>
                  </a:extLst>
                </p:cNvPr>
                <p:cNvSpPr txBox="1"/>
                <p:nvPr/>
              </p:nvSpPr>
              <p:spPr>
                <a:xfrm>
                  <a:off x="8453871" y="3747646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7" name="文本框 386">
                  <a:extLst>
                    <a:ext uri="{FF2B5EF4-FFF2-40B4-BE49-F238E27FC236}">
                      <a16:creationId xmlns:a16="http://schemas.microsoft.com/office/drawing/2014/main" id="{07754810-405B-F445-B558-F6A1CDB9E0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53871" y="3747646"/>
                  <a:ext cx="416797" cy="369332"/>
                </a:xfrm>
                <a:prstGeom prst="rect">
                  <a:avLst/>
                </a:prstGeom>
                <a:blipFill>
                  <a:blip r:embed="rId18"/>
                  <a:stretch>
                    <a:fillRect l="-294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952FBDB4-12E7-4FFD-4DE4-CCAF7E0945C0}"/>
                    </a:ext>
                  </a:extLst>
                </p:cNvPr>
                <p:cNvSpPr txBox="1"/>
                <p:nvPr/>
              </p:nvSpPr>
              <p:spPr>
                <a:xfrm>
                  <a:off x="567490" y="3579138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952FBDB4-12E7-4FFD-4DE4-CCAF7E0945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7490" y="3579138"/>
                  <a:ext cx="273380" cy="369332"/>
                </a:xfrm>
                <a:prstGeom prst="rect">
                  <a:avLst/>
                </a:prstGeom>
                <a:blipFill>
                  <a:blip r:embed="rId19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1AC399DF-FCD4-F945-CBC5-C20F48C0A090}"/>
                    </a:ext>
                  </a:extLst>
                </p:cNvPr>
                <p:cNvSpPr txBox="1"/>
                <p:nvPr/>
              </p:nvSpPr>
              <p:spPr>
                <a:xfrm>
                  <a:off x="724104" y="3903943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1AC399DF-FCD4-F945-CBC5-C20F48C0A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4104" y="3903943"/>
                  <a:ext cx="27338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9100629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508DB-0C4D-ABF4-D5EA-2191B422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EEF48707-6DE1-38E7-6D18-5291ED5DE585}"/>
              </a:ext>
            </a:extLst>
          </p:cNvPr>
          <p:cNvGrpSpPr/>
          <p:nvPr/>
        </p:nvGrpSpPr>
        <p:grpSpPr>
          <a:xfrm>
            <a:off x="8997826" y="2796890"/>
            <a:ext cx="1344585" cy="626632"/>
            <a:chOff x="975600" y="2080173"/>
            <a:chExt cx="972000" cy="65876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38B6E518-0268-6CE3-BCBB-0C35F48EED65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8D51FE96-AB9E-6F86-8138-E66BB73448DB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33266E71-4EC7-C046-0C26-BFFD9C64B28A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8F4B53FB-43A6-7265-02DC-F4E4B90332FB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30D09EB1-0B13-41E9-63D8-F686459F6EE6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4A961413-CA4B-B7FB-798E-54C2E093E591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4FF27E36-4E98-D611-4459-4249AA1C2B4D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矩形 117">
              <a:extLst>
                <a:ext uri="{FF2B5EF4-FFF2-40B4-BE49-F238E27FC236}">
                  <a16:creationId xmlns:a16="http://schemas.microsoft.com/office/drawing/2014/main" id="{135A9138-E88B-EF0C-CD81-8B2EC74A639A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7065E13E-E266-9B0B-E085-D426EAD75937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005DB5-3879-259D-9F5B-53E0F51A1EFD}"/>
              </a:ext>
            </a:extLst>
          </p:cNvPr>
          <p:cNvGrpSpPr/>
          <p:nvPr/>
        </p:nvGrpSpPr>
        <p:grpSpPr>
          <a:xfrm>
            <a:off x="1185595" y="1958746"/>
            <a:ext cx="8932718" cy="2724088"/>
            <a:chOff x="617285" y="1766188"/>
            <a:chExt cx="8932718" cy="2724088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9C466654-4E4B-D8E6-089C-4981690BA7A3}"/>
                </a:ext>
              </a:extLst>
            </p:cNvPr>
            <p:cNvGrpSpPr/>
            <p:nvPr/>
          </p:nvGrpSpPr>
          <p:grpSpPr>
            <a:xfrm>
              <a:off x="2918800" y="2862685"/>
              <a:ext cx="974429" cy="524047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4736AA08-D69B-D8E9-A6B9-179CDDE3B9B2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𝑠𝑣</m:t>
                              </m:r>
                            </m:sub>
                          </m:sSub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𝑠</m:t>
                          </m:r>
                          <m: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4736AA08-D69B-D8E9-A6B9-179CDDE3B9B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5D34821D-4961-1800-EE9B-F9638033B0B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03BCE694-9436-12A7-0615-EC970B00A09F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CF311AF7-CF91-F205-6074-CE86DA2B625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C4DB617B-A37E-574A-4A0D-863ECF6D81C4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1EF651BF-E955-6CC8-3F4C-B842A67ED5DD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B9AD871A-BD20-B324-A3B3-4A5D84E1C6E3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64FDD49-AF5D-5241-FFF4-B5D4363C8976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E122E162-0D07-29B5-BE90-24B65398C8B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24432C93-4CD6-2FB9-5187-5D32E8A0E3B2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" name="直接箭头连接符 12">
                <a:extLst>
                  <a:ext uri="{FF2B5EF4-FFF2-40B4-BE49-F238E27FC236}">
                    <a16:creationId xmlns:a16="http://schemas.microsoft.com/office/drawing/2014/main" id="{D39742D0-B809-2FA5-2064-54C2FABBA4A1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810EA567-FCE2-F0C5-BC8C-CFCE2695F1BA}"/>
                    </a:ext>
                  </a:extLst>
                </p:cNvPr>
                <p:cNvSpPr txBox="1"/>
                <p:nvPr/>
              </p:nvSpPr>
              <p:spPr>
                <a:xfrm>
                  <a:off x="1453414" y="272194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810EA567-FCE2-F0C5-BC8C-CFCE2695F1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3414" y="2721942"/>
                  <a:ext cx="41679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流程图: 汇总连接 17">
              <a:extLst>
                <a:ext uri="{FF2B5EF4-FFF2-40B4-BE49-F238E27FC236}">
                  <a16:creationId xmlns:a16="http://schemas.microsoft.com/office/drawing/2014/main" id="{AD44C888-BB70-8638-2483-B798B2C2B4B6}"/>
                </a:ext>
              </a:extLst>
            </p:cNvPr>
            <p:cNvSpPr/>
            <p:nvPr/>
          </p:nvSpPr>
          <p:spPr>
            <a:xfrm>
              <a:off x="1119800" y="2990926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8E777B79-AA2C-2279-D3C5-CF95A81F3F5C}"/>
                    </a:ext>
                  </a:extLst>
                </p:cNvPr>
                <p:cNvSpPr txBox="1"/>
                <p:nvPr/>
              </p:nvSpPr>
              <p:spPr>
                <a:xfrm>
                  <a:off x="5197270" y="2759746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8E777B79-AA2C-2279-D3C5-CF95A81F3F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7270" y="2759746"/>
                  <a:ext cx="273380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11111" r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B2BDB1F3-A713-92AF-3C78-6158ED1DFF4A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617285" y="3133433"/>
              <a:ext cx="5025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E3D99F74-C431-2925-9A01-2DE202D73F07}"/>
                </a:ext>
              </a:extLst>
            </p:cNvPr>
            <p:cNvGrpSpPr/>
            <p:nvPr/>
          </p:nvGrpSpPr>
          <p:grpSpPr>
            <a:xfrm>
              <a:off x="1855851" y="2867055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7E832A70-18D2-2119-7D86-7F48D466D67C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7E832A70-18D2-2119-7D86-7F48D466D67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79D1D164-B1A4-73EF-EE60-BF142A654AB1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512F61B9-4B71-39DF-8197-C86E58338D37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BFD6F67D-137B-4563-3F78-D6685EB2F16B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EEB50098-5CB3-B033-3545-B49B6D7177D1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EEA06940-8552-CCEA-BCB3-297675C1938B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0C5C31B0-68F0-BD92-C494-96725F555929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66FDA58C-4AAD-BA01-AFF5-147AD794DA64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C9E3E3EA-397A-DE61-7205-E452325015B3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2AE925DA-F340-1B6C-733E-9607E178D69F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2" name="直接箭头连接符 31">
                <a:extLst>
                  <a:ext uri="{FF2B5EF4-FFF2-40B4-BE49-F238E27FC236}">
                    <a16:creationId xmlns:a16="http://schemas.microsoft.com/office/drawing/2014/main" id="{DFD6436B-9E6F-527F-9949-A19742547C84}"/>
                  </a:ext>
                </a:extLst>
              </p:cNvPr>
              <p:cNvCxnSpPr>
                <a:cxnSpLocks/>
                <a:endCxn id="29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B35969BE-19CF-E738-9D78-580FB8DEFB94}"/>
                </a:ext>
              </a:extLst>
            </p:cNvPr>
            <p:cNvGrpSpPr/>
            <p:nvPr/>
          </p:nvGrpSpPr>
          <p:grpSpPr>
            <a:xfrm>
              <a:off x="4459294" y="2862701"/>
              <a:ext cx="539280" cy="532753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FF201DC2-0120-70BC-7560-5E259ECEF0E7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𝑞𝑥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FF201DC2-0120-70BC-7560-5E259ECEF0E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109F259-21E1-9DE9-475A-FD51CE0E453B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B774CA4-8918-0A51-E42E-503436F02D0D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8C630AC3-750B-7149-CE26-8A998E1BD465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68693CB-1CEA-B8D1-0BFD-ACD0532B9600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89B241B7-0FB9-4367-3FB0-ACA952867B21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7E898043-9129-DFFD-1098-60B0535F5DE6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59C5B69-912C-3488-1103-7BE8A19FDA3B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CAD10617-0CE2-FFD9-647D-B38625E9A1CC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EE2B1992-C1A9-DA88-9F04-8C84775CE2F2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BE36B311-8899-79FA-4CFF-2C32B3832AE0}"/>
                  </a:ext>
                </a:extLst>
              </p:cNvPr>
              <p:cNvCxnSpPr>
                <a:cxnSpLocks/>
                <a:endCxn id="4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7" name="流程图: 汇总连接 56">
              <a:extLst>
                <a:ext uri="{FF2B5EF4-FFF2-40B4-BE49-F238E27FC236}">
                  <a16:creationId xmlns:a16="http://schemas.microsoft.com/office/drawing/2014/main" id="{39623370-FB58-CE08-39E4-6B09BD0DBB36}"/>
                </a:ext>
              </a:extLst>
            </p:cNvPr>
            <p:cNvSpPr/>
            <p:nvPr/>
          </p:nvSpPr>
          <p:spPr>
            <a:xfrm>
              <a:off x="5504388" y="2967700"/>
              <a:ext cx="273380" cy="285013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6B889341-7D4E-D04C-4D01-62DB6BB6E850}"/>
                </a:ext>
              </a:extLst>
            </p:cNvPr>
            <p:cNvGrpSpPr/>
            <p:nvPr/>
          </p:nvGrpSpPr>
          <p:grpSpPr>
            <a:xfrm>
              <a:off x="6119333" y="2815762"/>
              <a:ext cx="1726396" cy="626632"/>
              <a:chOff x="973171" y="2080173"/>
              <a:chExt cx="97442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99B95835-8B59-DB99-6EBF-ABA53B6514DB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/</m:t>
                              </m:r>
                              <m:sSubSup>
                                <m:sSubSup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𝜉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+1</m:t>
                              </m:r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99B95835-8B59-DB99-6EBF-ABA53B6514D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54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F432463-7AE3-7F5B-9835-81062E4FF3A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F73D7CE4-87ED-8CC8-9CE0-D4906A1AAC52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7F6A68D2-D549-ADD4-4640-57522F43F47C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38BAA762-F3C7-9FB0-9D86-E2710CE73C4D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810FE559-2928-A1E4-A35B-0C1EB2F42497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1D088999-F722-CB7D-3CDC-CAA3B878EB9D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0BAACB71-111E-808E-2661-FC9595E501B7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DFCCA4C2-6144-4AF2-A632-01BA363BC410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A8C2C9D-92C6-6E3E-A582-07003B2F3BFC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0" name="直接箭头连接符 69">
                <a:extLst>
                  <a:ext uri="{FF2B5EF4-FFF2-40B4-BE49-F238E27FC236}">
                    <a16:creationId xmlns:a16="http://schemas.microsoft.com/office/drawing/2014/main" id="{FAC2A422-5089-D66C-DBD8-8E8DB320FA3A}"/>
                  </a:ext>
                </a:extLst>
              </p:cNvPr>
              <p:cNvCxnSpPr>
                <a:cxnSpLocks/>
                <a:endCxn id="67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3016804B-4027-42BB-C900-84E2C2B89BA7}"/>
                </a:ext>
              </a:extLst>
            </p:cNvPr>
            <p:cNvGrpSpPr/>
            <p:nvPr/>
          </p:nvGrpSpPr>
          <p:grpSpPr>
            <a:xfrm>
              <a:off x="4602704" y="1766188"/>
              <a:ext cx="3456965" cy="729750"/>
              <a:chOff x="-4298815" y="1836580"/>
              <a:chExt cx="6246415" cy="90235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8E00675A-05A7-EC7E-2AA6-70567776A901}"/>
                      </a:ext>
                    </a:extLst>
                  </p:cNvPr>
                  <p:cNvSpPr/>
                  <p:nvPr/>
                </p:nvSpPr>
                <p:spPr>
                  <a:xfrm>
                    <a:off x="-4298815" y="1836580"/>
                    <a:ext cx="3729547" cy="648001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𝑞𝑝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𝐿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𝑠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/(4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𝑒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)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𝐿</m:t>
                                  </m:r>
                                </m:sub>
                                <m:sup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4" name="矩形 83">
                    <a:extLst>
                      <a:ext uri="{FF2B5EF4-FFF2-40B4-BE49-F238E27FC236}">
                        <a16:creationId xmlns:a16="http://schemas.microsoft.com/office/drawing/2014/main" id="{8E00675A-05A7-EC7E-2AA6-70567776A90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4298815" y="1836580"/>
                    <a:ext cx="3729547" cy="64800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1124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A538BCF4-E2CD-1AF4-097B-105F861FFAC9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702FB0DC-F299-D3F0-4C39-F9A9B8CC7F93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BCCE5C5B-C320-9DF6-171C-0785FD0D1638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4A84F0C1-3760-30F6-299C-51312382E366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91B5F814-2F4D-D3F2-C055-D2E5DF14A748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B70E2296-4036-0F69-258F-E98D74EC86F1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48FD8631-487D-172F-4673-D8F9156D983A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0E0C6207-E552-C067-FCD0-73E6C08609DA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FE6C0F00-256F-5DD0-4F48-3E81AC3F52B0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4" name="直接箭头连接符 93">
                <a:extLst>
                  <a:ext uri="{FF2B5EF4-FFF2-40B4-BE49-F238E27FC236}">
                    <a16:creationId xmlns:a16="http://schemas.microsoft.com/office/drawing/2014/main" id="{1E00976E-1C8B-934C-0CA3-40B3E8C156C8}"/>
                  </a:ext>
                </a:extLst>
              </p:cNvPr>
              <p:cNvCxnSpPr>
                <a:cxnSpLocks/>
                <a:endCxn id="91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组合 155">
              <a:extLst>
                <a:ext uri="{FF2B5EF4-FFF2-40B4-BE49-F238E27FC236}">
                  <a16:creationId xmlns:a16="http://schemas.microsoft.com/office/drawing/2014/main" id="{A03A4857-31C0-8BA3-E88D-35AF215F70BB}"/>
                </a:ext>
              </a:extLst>
            </p:cNvPr>
            <p:cNvGrpSpPr/>
            <p:nvPr/>
          </p:nvGrpSpPr>
          <p:grpSpPr>
            <a:xfrm>
              <a:off x="2665243" y="3957523"/>
              <a:ext cx="3801639" cy="532753"/>
              <a:chOff x="975600" y="2080173"/>
              <a:chExt cx="6869209" cy="65876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67226DB0-C85B-421D-424B-7FABE68D1C6C}"/>
                      </a:ext>
                    </a:extLst>
                  </p:cNvPr>
                  <p:cNvSpPr/>
                  <p:nvPr/>
                </p:nvSpPr>
                <p:spPr>
                  <a:xfrm>
                    <a:off x="6872808" y="2086504"/>
                    <a:ext cx="972001" cy="64800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solidFill>
                        <a:schemeClr val="tx1"/>
                      </a:solidFill>
                      <a:latin typeface="Calibri" panose="020F0502020204030204" pitchFamily="34" charset="0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0" name="矩形 159">
                    <a:extLst>
                      <a:ext uri="{FF2B5EF4-FFF2-40B4-BE49-F238E27FC236}">
                        <a16:creationId xmlns:a16="http://schemas.microsoft.com/office/drawing/2014/main" id="{67226DB0-C85B-421D-424B-7FABE68D1C6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72808" y="2086504"/>
                    <a:ext cx="972001" cy="64800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B2FB8468-218E-6580-9330-6715AAF3CC8A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F2069628-1378-A112-399C-FAC688695F68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33A03B04-22C6-DA9E-51AD-7B5A68540A88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A1CD4930-D3F0-95A6-E9CB-48C607818803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D4BFDB46-140C-0675-ACDE-864190C877F0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E5E7F638-48D3-8A8A-A349-0F4AF1E6C37C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2AC2A8DA-F071-23B1-4E17-21777F1538B0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4B8248A0-6DE7-2903-7E10-1852AF56A932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E8CA3EF3-8584-D65B-FF1B-B1071A0C7188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5" name="直接箭头连接符 174">
                <a:extLst>
                  <a:ext uri="{FF2B5EF4-FFF2-40B4-BE49-F238E27FC236}">
                    <a16:creationId xmlns:a16="http://schemas.microsoft.com/office/drawing/2014/main" id="{94F241DD-D935-CA64-FACD-345CDB6D9FD1}"/>
                  </a:ext>
                </a:extLst>
              </p:cNvPr>
              <p:cNvCxnSpPr>
                <a:cxnSpLocks/>
                <a:endCxn id="172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直接箭头连接符 176">
              <a:extLst>
                <a:ext uri="{FF2B5EF4-FFF2-40B4-BE49-F238E27FC236}">
                  <a16:creationId xmlns:a16="http://schemas.microsoft.com/office/drawing/2014/main" id="{1228075E-E203-DD5E-E6DA-B6DE16FEA60E}"/>
                </a:ext>
              </a:extLst>
            </p:cNvPr>
            <p:cNvCxnSpPr>
              <a:cxnSpLocks/>
              <a:stCxn id="18" idx="6"/>
              <a:endCxn id="22" idx="1"/>
            </p:cNvCxnSpPr>
            <p:nvPr/>
          </p:nvCxnSpPr>
          <p:spPr>
            <a:xfrm flipV="1">
              <a:off x="1393180" y="3129078"/>
              <a:ext cx="462671" cy="435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6" name="直接箭头连接符 185">
              <a:extLst>
                <a:ext uri="{FF2B5EF4-FFF2-40B4-BE49-F238E27FC236}">
                  <a16:creationId xmlns:a16="http://schemas.microsoft.com/office/drawing/2014/main" id="{BF54303E-ECD1-6486-6ED1-DA4793DD8C22}"/>
                </a:ext>
              </a:extLst>
            </p:cNvPr>
            <p:cNvCxnSpPr>
              <a:cxnSpLocks/>
              <a:stCxn id="22" idx="3"/>
              <a:endCxn id="3" idx="1"/>
            </p:cNvCxnSpPr>
            <p:nvPr/>
          </p:nvCxnSpPr>
          <p:spPr>
            <a:xfrm flipV="1">
              <a:off x="2393787" y="3120427"/>
              <a:ext cx="525013" cy="86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0" name="直接箭头连接符 189">
              <a:extLst>
                <a:ext uri="{FF2B5EF4-FFF2-40B4-BE49-F238E27FC236}">
                  <a16:creationId xmlns:a16="http://schemas.microsoft.com/office/drawing/2014/main" id="{0D762B8B-5767-8999-A739-C4D7E1942D1F}"/>
                </a:ext>
              </a:extLst>
            </p:cNvPr>
            <p:cNvCxnSpPr>
              <a:cxnSpLocks/>
              <a:stCxn id="3" idx="3"/>
              <a:endCxn id="34" idx="1"/>
            </p:cNvCxnSpPr>
            <p:nvPr/>
          </p:nvCxnSpPr>
          <p:spPr>
            <a:xfrm>
              <a:off x="3890800" y="3120427"/>
              <a:ext cx="568494" cy="429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3" name="直接箭头连接符 222">
              <a:extLst>
                <a:ext uri="{FF2B5EF4-FFF2-40B4-BE49-F238E27FC236}">
                  <a16:creationId xmlns:a16="http://schemas.microsoft.com/office/drawing/2014/main" id="{E226A7AC-8042-E436-B6EA-3095089FC3D2}"/>
                </a:ext>
              </a:extLst>
            </p:cNvPr>
            <p:cNvCxnSpPr>
              <a:cxnSpLocks/>
              <a:stCxn id="34" idx="3"/>
              <a:endCxn id="57" idx="2"/>
            </p:cNvCxnSpPr>
            <p:nvPr/>
          </p:nvCxnSpPr>
          <p:spPr>
            <a:xfrm flipV="1">
              <a:off x="4997230" y="3110207"/>
              <a:ext cx="507158" cy="14517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DEFB11F8-38D5-BEEF-39FD-32D96ABEB99C}"/>
                </a:ext>
              </a:extLst>
            </p:cNvPr>
            <p:cNvCxnSpPr>
              <a:cxnSpLocks/>
              <a:stCxn id="57" idx="6"/>
              <a:endCxn id="60" idx="1"/>
            </p:cNvCxnSpPr>
            <p:nvPr/>
          </p:nvCxnSpPr>
          <p:spPr>
            <a:xfrm>
              <a:off x="5777768" y="3110207"/>
              <a:ext cx="341565" cy="137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直接箭头连接符 298">
              <a:extLst>
                <a:ext uri="{FF2B5EF4-FFF2-40B4-BE49-F238E27FC236}">
                  <a16:creationId xmlns:a16="http://schemas.microsoft.com/office/drawing/2014/main" id="{30DE7358-BEA5-4B42-05E1-8CE2367CE1B3}"/>
                </a:ext>
              </a:extLst>
            </p:cNvPr>
            <p:cNvCxnSpPr>
              <a:cxnSpLocks/>
              <a:stCxn id="60" idx="3"/>
              <a:endCxn id="15" idx="1"/>
            </p:cNvCxnSpPr>
            <p:nvPr/>
          </p:nvCxnSpPr>
          <p:spPr>
            <a:xfrm flipV="1">
              <a:off x="7841426" y="3110206"/>
              <a:ext cx="352230" cy="13752"/>
            </a:xfrm>
            <a:prstGeom prst="bentConnector3">
              <a:avLst>
                <a:gd name="adj1" fmla="val 50000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2" name="直接箭头连接符 321">
              <a:extLst>
                <a:ext uri="{FF2B5EF4-FFF2-40B4-BE49-F238E27FC236}">
                  <a16:creationId xmlns:a16="http://schemas.microsoft.com/office/drawing/2014/main" id="{6ED3CC23-5F5C-1A09-2B1B-F255E5CB8DB7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8731592" y="3110206"/>
              <a:ext cx="818411" cy="1887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1" name="直接箭头连接符 298">
              <a:extLst>
                <a:ext uri="{FF2B5EF4-FFF2-40B4-BE49-F238E27FC236}">
                  <a16:creationId xmlns:a16="http://schemas.microsoft.com/office/drawing/2014/main" id="{37BB6F44-2F82-2781-FFAA-F5BC8ED4F3DA}"/>
                </a:ext>
              </a:extLst>
            </p:cNvPr>
            <p:cNvCxnSpPr>
              <a:cxnSpLocks/>
              <a:stCxn id="84" idx="2"/>
              <a:endCxn id="57" idx="0"/>
            </p:cNvCxnSpPr>
            <p:nvPr/>
          </p:nvCxnSpPr>
          <p:spPr>
            <a:xfrm>
              <a:off x="5634729" y="2290235"/>
              <a:ext cx="6349" cy="677465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1" name="直接箭头连接符 298">
              <a:extLst>
                <a:ext uri="{FF2B5EF4-FFF2-40B4-BE49-F238E27FC236}">
                  <a16:creationId xmlns:a16="http://schemas.microsoft.com/office/drawing/2014/main" id="{5B2D33DF-75FF-9656-3E5A-98197A2CA917}"/>
                </a:ext>
              </a:extLst>
            </p:cNvPr>
            <p:cNvCxnSpPr>
              <a:cxnSpLocks/>
              <a:stCxn id="15" idx="3"/>
              <a:endCxn id="160" idx="3"/>
            </p:cNvCxnSpPr>
            <p:nvPr/>
          </p:nvCxnSpPr>
          <p:spPr>
            <a:xfrm flipH="1">
              <a:off x="6466882" y="3110206"/>
              <a:ext cx="2264710" cy="1114460"/>
            </a:xfrm>
            <a:prstGeom prst="bentConnector3">
              <a:avLst>
                <a:gd name="adj1" fmla="val -10094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5" name="直接箭头连接符 189">
              <a:extLst>
                <a:ext uri="{FF2B5EF4-FFF2-40B4-BE49-F238E27FC236}">
                  <a16:creationId xmlns:a16="http://schemas.microsoft.com/office/drawing/2014/main" id="{477ED1C1-B7E9-F616-1312-4C05649E58DE}"/>
                </a:ext>
              </a:extLst>
            </p:cNvPr>
            <p:cNvCxnSpPr>
              <a:cxnSpLocks/>
              <a:stCxn id="160" idx="1"/>
              <a:endCxn id="18" idx="4"/>
            </p:cNvCxnSpPr>
            <p:nvPr/>
          </p:nvCxnSpPr>
          <p:spPr>
            <a:xfrm rot="10800000">
              <a:off x="1256490" y="3275940"/>
              <a:ext cx="4672456" cy="948727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E1313E80-EBB3-448F-5AC8-A0807288E565}"/>
                    </a:ext>
                  </a:extLst>
                </p:cNvPr>
                <p:cNvSpPr txBox="1"/>
                <p:nvPr/>
              </p:nvSpPr>
              <p:spPr>
                <a:xfrm>
                  <a:off x="670613" y="272194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5" name="文本框 364">
                  <a:extLst>
                    <a:ext uri="{FF2B5EF4-FFF2-40B4-BE49-F238E27FC236}">
                      <a16:creationId xmlns:a16="http://schemas.microsoft.com/office/drawing/2014/main" id="{E1313E80-EBB3-448F-5AC8-A0807288E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613" y="2721942"/>
                  <a:ext cx="416797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6" name="文本框 365">
                  <a:extLst>
                    <a:ext uri="{FF2B5EF4-FFF2-40B4-BE49-F238E27FC236}">
                      <a16:creationId xmlns:a16="http://schemas.microsoft.com/office/drawing/2014/main" id="{40F0D773-357B-B547-C848-BDCDF1E98EB8}"/>
                    </a:ext>
                  </a:extLst>
                </p:cNvPr>
                <p:cNvSpPr txBox="1"/>
                <p:nvPr/>
              </p:nvSpPr>
              <p:spPr>
                <a:xfrm>
                  <a:off x="2455501" y="2740875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6" name="文本框 365">
                  <a:extLst>
                    <a:ext uri="{FF2B5EF4-FFF2-40B4-BE49-F238E27FC236}">
                      <a16:creationId xmlns:a16="http://schemas.microsoft.com/office/drawing/2014/main" id="{40F0D773-357B-B547-C848-BDCDF1E98E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5501" y="2740875"/>
                  <a:ext cx="41679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8ED7D1C6-5C8F-84B3-1AAE-D9C050800D67}"/>
                    </a:ext>
                  </a:extLst>
                </p:cNvPr>
                <p:cNvSpPr txBox="1"/>
                <p:nvPr/>
              </p:nvSpPr>
              <p:spPr>
                <a:xfrm>
                  <a:off x="3934619" y="2721942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8" name="文本框 367">
                  <a:extLst>
                    <a:ext uri="{FF2B5EF4-FFF2-40B4-BE49-F238E27FC236}">
                      <a16:creationId xmlns:a16="http://schemas.microsoft.com/office/drawing/2014/main" id="{8ED7D1C6-5C8F-84B3-1AAE-D9C050800D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4619" y="2721942"/>
                  <a:ext cx="4167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7BEA8FEB-F4DB-22D9-D275-6220E6528A15}"/>
                    </a:ext>
                  </a:extLst>
                </p:cNvPr>
                <p:cNvSpPr txBox="1"/>
                <p:nvPr/>
              </p:nvSpPr>
              <p:spPr>
                <a:xfrm>
                  <a:off x="8818370" y="2754626"/>
                  <a:ext cx="416797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69" name="文本框 368">
                  <a:extLst>
                    <a:ext uri="{FF2B5EF4-FFF2-40B4-BE49-F238E27FC236}">
                      <a16:creationId xmlns:a16="http://schemas.microsoft.com/office/drawing/2014/main" id="{7BEA8FEB-F4DB-22D9-D275-6220E6528A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18370" y="2754626"/>
                  <a:ext cx="416797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9956091D-A964-7505-F843-A75421D31237}"/>
                    </a:ext>
                  </a:extLst>
                </p:cNvPr>
                <p:cNvSpPr txBox="1"/>
                <p:nvPr/>
              </p:nvSpPr>
              <p:spPr>
                <a:xfrm>
                  <a:off x="5649829" y="2537276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79" name="文本框 378">
                  <a:extLst>
                    <a:ext uri="{FF2B5EF4-FFF2-40B4-BE49-F238E27FC236}">
                      <a16:creationId xmlns:a16="http://schemas.microsoft.com/office/drawing/2014/main" id="{9956091D-A964-7505-F843-A75421D31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49829" y="2537276"/>
                  <a:ext cx="273380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1A4F015D-C2CA-EED0-B280-2F3F14191E6A}"/>
                    </a:ext>
                  </a:extLst>
                </p:cNvPr>
                <p:cNvSpPr txBox="1"/>
                <p:nvPr/>
              </p:nvSpPr>
              <p:spPr>
                <a:xfrm>
                  <a:off x="815110" y="3152360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8" name="文本框 387">
                  <a:extLst>
                    <a:ext uri="{FF2B5EF4-FFF2-40B4-BE49-F238E27FC236}">
                      <a16:creationId xmlns:a16="http://schemas.microsoft.com/office/drawing/2014/main" id="{1A4F015D-C2CA-EED0-B280-2F3F14191E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110" y="3152360"/>
                  <a:ext cx="273380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11111" r="-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28783328-BC1C-1FDC-4AE5-66FB2971E8A6}"/>
                    </a:ext>
                  </a:extLst>
                </p:cNvPr>
                <p:cNvSpPr txBox="1"/>
                <p:nvPr/>
              </p:nvSpPr>
              <p:spPr>
                <a:xfrm>
                  <a:off x="971724" y="3477165"/>
                  <a:ext cx="273380" cy="369332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389" name="文本框 388">
                  <a:extLst>
                    <a:ext uri="{FF2B5EF4-FFF2-40B4-BE49-F238E27FC236}">
                      <a16:creationId xmlns:a16="http://schemas.microsoft.com/office/drawing/2014/main" id="{28783328-BC1C-1FDC-4AE5-66FB2971E8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1724" y="3477165"/>
                  <a:ext cx="27338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2DADFD0D-498E-17AB-CBB2-C3DA73BB3630}"/>
                    </a:ext>
                  </a:extLst>
                </p:cNvPr>
                <p:cNvSpPr/>
                <p:nvPr/>
              </p:nvSpPr>
              <p:spPr>
                <a:xfrm>
                  <a:off x="8193656" y="2848183"/>
                  <a:ext cx="537936" cy="524046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Pr>
                          <m:num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den>
                        </m:f>
                      </m:oMath>
                    </m:oMathPara>
                  </a14:m>
                  <a:endParaRPr lang="zh-CN" altLang="en-US" sz="1400" dirty="0">
                    <a:solidFill>
                      <a:schemeClr val="tx1"/>
                    </a:solidFill>
                    <a:latin typeface="Calibri" panose="020F0502020204030204" pitchFamily="34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2DADFD0D-498E-17AB-CBB2-C3DA73BB36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3656" y="2848183"/>
                  <a:ext cx="537936" cy="524046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6945164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BAE1D-3C5F-77EB-9BBA-D43B24E5B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组合 143">
            <a:extLst>
              <a:ext uri="{FF2B5EF4-FFF2-40B4-BE49-F238E27FC236}">
                <a16:creationId xmlns:a16="http://schemas.microsoft.com/office/drawing/2014/main" id="{6BD81CB1-4D45-E579-D7BF-94DA7F3AC914}"/>
              </a:ext>
            </a:extLst>
          </p:cNvPr>
          <p:cNvGrpSpPr/>
          <p:nvPr/>
        </p:nvGrpSpPr>
        <p:grpSpPr>
          <a:xfrm>
            <a:off x="2221646" y="957297"/>
            <a:ext cx="3980199" cy="3047013"/>
            <a:chOff x="2419766" y="934437"/>
            <a:chExt cx="3980199" cy="3047013"/>
          </a:xfrm>
        </p:grpSpPr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94E423B-9A35-1D08-8226-1A8E557AD58F}"/>
                </a:ext>
              </a:extLst>
            </p:cNvPr>
            <p:cNvCxnSpPr>
              <a:cxnSpLocks/>
            </p:cNvCxnSpPr>
            <p:nvPr/>
          </p:nvCxnSpPr>
          <p:spPr>
            <a:xfrm>
              <a:off x="2514600" y="2450499"/>
              <a:ext cx="3884279" cy="14889"/>
            </a:xfrm>
            <a:prstGeom prst="straightConnector1">
              <a:avLst/>
            </a:prstGeom>
            <a:ln w="952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0C0A70E8-07A7-1F9A-984F-331C19076E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4281" y="979237"/>
              <a:ext cx="2172" cy="3002213"/>
            </a:xfrm>
            <a:prstGeom prst="straightConnector1">
              <a:avLst/>
            </a:prstGeom>
            <a:ln w="952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任意多边形: 形状 49">
              <a:extLst>
                <a:ext uri="{FF2B5EF4-FFF2-40B4-BE49-F238E27FC236}">
                  <a16:creationId xmlns:a16="http://schemas.microsoft.com/office/drawing/2014/main" id="{0B0D5865-F952-A6A4-5C8F-E5D0A7D4FCB7}"/>
                </a:ext>
              </a:extLst>
            </p:cNvPr>
            <p:cNvSpPr/>
            <p:nvPr/>
          </p:nvSpPr>
          <p:spPr>
            <a:xfrm>
              <a:off x="4238625" y="1618519"/>
              <a:ext cx="1123950" cy="378897"/>
            </a:xfrm>
            <a:custGeom>
              <a:avLst/>
              <a:gdLst>
                <a:gd name="connsiteX0" fmla="*/ 0 w 1123950"/>
                <a:gd name="connsiteY0" fmla="*/ 86456 h 378897"/>
                <a:gd name="connsiteX1" fmla="*/ 161925 w 1123950"/>
                <a:gd name="connsiteY1" fmla="*/ 731 h 378897"/>
                <a:gd name="connsiteX2" fmla="*/ 376238 w 1123950"/>
                <a:gd name="connsiteY2" fmla="*/ 129319 h 378897"/>
                <a:gd name="connsiteX3" fmla="*/ 671513 w 1123950"/>
                <a:gd name="connsiteY3" fmla="*/ 376969 h 378897"/>
                <a:gd name="connsiteX4" fmla="*/ 1123950 w 1123950"/>
                <a:gd name="connsiteY4" fmla="*/ 243619 h 378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3950" h="378897">
                  <a:moveTo>
                    <a:pt x="0" y="86456"/>
                  </a:moveTo>
                  <a:cubicBezTo>
                    <a:pt x="49609" y="40021"/>
                    <a:pt x="99219" y="-6413"/>
                    <a:pt x="161925" y="731"/>
                  </a:cubicBezTo>
                  <a:cubicBezTo>
                    <a:pt x="224631" y="7875"/>
                    <a:pt x="291307" y="66613"/>
                    <a:pt x="376238" y="129319"/>
                  </a:cubicBezTo>
                  <a:cubicBezTo>
                    <a:pt x="461169" y="192025"/>
                    <a:pt x="546894" y="357919"/>
                    <a:pt x="671513" y="376969"/>
                  </a:cubicBezTo>
                  <a:cubicBezTo>
                    <a:pt x="796132" y="396019"/>
                    <a:pt x="1042988" y="268225"/>
                    <a:pt x="1123950" y="243619"/>
                  </a:cubicBezTo>
                </a:path>
              </a:pathLst>
            </a:custGeom>
            <a:noFill/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D16FCE0D-3597-0883-A389-CEF7843226AB}"/>
                </a:ext>
              </a:extLst>
            </p:cNvPr>
            <p:cNvCxnSpPr>
              <a:stCxn id="50" idx="4"/>
            </p:cNvCxnSpPr>
            <p:nvPr/>
          </p:nvCxnSpPr>
          <p:spPr>
            <a:xfrm flipV="1">
              <a:off x="5362575" y="1776413"/>
              <a:ext cx="690563" cy="857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411D5DC-D3FF-70F9-DA9E-F25851A0F801}"/>
                </a:ext>
              </a:extLst>
            </p:cNvPr>
            <p:cNvCxnSpPr/>
            <p:nvPr/>
          </p:nvCxnSpPr>
          <p:spPr>
            <a:xfrm flipV="1">
              <a:off x="4236452" y="1385888"/>
              <a:ext cx="0" cy="107950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F1BD0EF8-FBC7-6EAE-04D6-3B59CD681555}"/>
                </a:ext>
              </a:extLst>
            </p:cNvPr>
            <p:cNvGrpSpPr/>
            <p:nvPr/>
          </p:nvGrpSpPr>
          <p:grpSpPr>
            <a:xfrm rot="10800000">
              <a:off x="2419766" y="2450565"/>
              <a:ext cx="1816686" cy="1079500"/>
              <a:chOff x="3283952" y="1385888"/>
              <a:chExt cx="1816686" cy="1079500"/>
            </a:xfrm>
          </p:grpSpPr>
          <p:sp>
            <p:nvSpPr>
              <p:cNvPr id="55" name="任意多边形: 形状 54">
                <a:extLst>
                  <a:ext uri="{FF2B5EF4-FFF2-40B4-BE49-F238E27FC236}">
                    <a16:creationId xmlns:a16="http://schemas.microsoft.com/office/drawing/2014/main" id="{0B96F989-8E4E-E9A9-B182-B3488B3F117A}"/>
                  </a:ext>
                </a:extLst>
              </p:cNvPr>
              <p:cNvSpPr/>
              <p:nvPr/>
            </p:nvSpPr>
            <p:spPr>
              <a:xfrm>
                <a:off x="3286125" y="1618519"/>
                <a:ext cx="1123950" cy="378897"/>
              </a:xfrm>
              <a:custGeom>
                <a:avLst/>
                <a:gdLst>
                  <a:gd name="connsiteX0" fmla="*/ 0 w 1123950"/>
                  <a:gd name="connsiteY0" fmla="*/ 86456 h 378897"/>
                  <a:gd name="connsiteX1" fmla="*/ 161925 w 1123950"/>
                  <a:gd name="connsiteY1" fmla="*/ 731 h 378897"/>
                  <a:gd name="connsiteX2" fmla="*/ 376238 w 1123950"/>
                  <a:gd name="connsiteY2" fmla="*/ 129319 h 378897"/>
                  <a:gd name="connsiteX3" fmla="*/ 671513 w 1123950"/>
                  <a:gd name="connsiteY3" fmla="*/ 376969 h 378897"/>
                  <a:gd name="connsiteX4" fmla="*/ 1123950 w 1123950"/>
                  <a:gd name="connsiteY4" fmla="*/ 243619 h 3788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23950" h="378897">
                    <a:moveTo>
                      <a:pt x="0" y="86456"/>
                    </a:moveTo>
                    <a:cubicBezTo>
                      <a:pt x="49609" y="40021"/>
                      <a:pt x="99219" y="-6413"/>
                      <a:pt x="161925" y="731"/>
                    </a:cubicBezTo>
                    <a:cubicBezTo>
                      <a:pt x="224631" y="7875"/>
                      <a:pt x="291307" y="66613"/>
                      <a:pt x="376238" y="129319"/>
                    </a:cubicBezTo>
                    <a:cubicBezTo>
                      <a:pt x="461169" y="192025"/>
                      <a:pt x="546894" y="357919"/>
                      <a:pt x="671513" y="376969"/>
                    </a:cubicBezTo>
                    <a:cubicBezTo>
                      <a:pt x="796132" y="396019"/>
                      <a:pt x="1042988" y="268225"/>
                      <a:pt x="1123950" y="243619"/>
                    </a:cubicBezTo>
                  </a:path>
                </a:pathLst>
              </a:custGeom>
              <a:noFill/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BDD67BF6-D44A-6A90-47EE-11FBBA0734FC}"/>
                  </a:ext>
                </a:extLst>
              </p:cNvPr>
              <p:cNvCxnSpPr>
                <a:stCxn id="55" idx="4"/>
              </p:cNvCxnSpPr>
              <p:nvPr/>
            </p:nvCxnSpPr>
            <p:spPr>
              <a:xfrm flipV="1">
                <a:off x="4410075" y="1776413"/>
                <a:ext cx="690563" cy="8572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直接连接符 57">
                <a:extLst>
                  <a:ext uri="{FF2B5EF4-FFF2-40B4-BE49-F238E27FC236}">
                    <a16:creationId xmlns:a16="http://schemas.microsoft.com/office/drawing/2014/main" id="{E90FC4E8-73B2-8C72-EBBE-E27E1294CB43}"/>
                  </a:ext>
                </a:extLst>
              </p:cNvPr>
              <p:cNvCxnSpPr/>
              <p:nvPr/>
            </p:nvCxnSpPr>
            <p:spPr>
              <a:xfrm flipV="1">
                <a:off x="3283952" y="1385888"/>
                <a:ext cx="0" cy="1079500"/>
              </a:xfrm>
              <a:prstGeom prst="line">
                <a:avLst/>
              </a:prstGeom>
              <a:ln w="190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5FEB0C69-D4CF-8CB5-C317-2AC0430F731F}"/>
                </a:ext>
              </a:extLst>
            </p:cNvPr>
            <p:cNvCxnSpPr>
              <a:cxnSpLocks/>
            </p:cNvCxnSpPr>
            <p:nvPr/>
          </p:nvCxnSpPr>
          <p:spPr>
            <a:xfrm>
              <a:off x="4456739" y="1625963"/>
              <a:ext cx="0" cy="831980"/>
            </a:xfrm>
            <a:prstGeom prst="line">
              <a:avLst/>
            </a:prstGeom>
            <a:ln w="9525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50DBDFE3-6CA8-EEBB-18F7-479B89AEDE3A}"/>
                </a:ext>
              </a:extLst>
            </p:cNvPr>
            <p:cNvCxnSpPr>
              <a:cxnSpLocks/>
            </p:cNvCxnSpPr>
            <p:nvPr/>
          </p:nvCxnSpPr>
          <p:spPr>
            <a:xfrm>
              <a:off x="4948238" y="1995488"/>
              <a:ext cx="0" cy="484855"/>
            </a:xfrm>
            <a:prstGeom prst="line">
              <a:avLst/>
            </a:prstGeom>
            <a:ln w="9525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直接连接符 95">
              <a:extLst>
                <a:ext uri="{FF2B5EF4-FFF2-40B4-BE49-F238E27FC236}">
                  <a16:creationId xmlns:a16="http://schemas.microsoft.com/office/drawing/2014/main" id="{8B2F3410-6861-1966-3741-34771D67750C}"/>
                </a:ext>
              </a:extLst>
            </p:cNvPr>
            <p:cNvCxnSpPr>
              <a:cxnSpLocks/>
            </p:cNvCxnSpPr>
            <p:nvPr/>
          </p:nvCxnSpPr>
          <p:spPr>
            <a:xfrm>
              <a:off x="5362575" y="1862138"/>
              <a:ext cx="0" cy="603250"/>
            </a:xfrm>
            <a:prstGeom prst="line">
              <a:avLst/>
            </a:prstGeom>
            <a:ln w="9525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接连接符 99">
              <a:extLst>
                <a:ext uri="{FF2B5EF4-FFF2-40B4-BE49-F238E27FC236}">
                  <a16:creationId xmlns:a16="http://schemas.microsoft.com/office/drawing/2014/main" id="{D59C4FC1-AE55-E370-774A-AF2DCD1BFC0B}"/>
                </a:ext>
              </a:extLst>
            </p:cNvPr>
            <p:cNvCxnSpPr>
              <a:cxnSpLocks/>
            </p:cNvCxnSpPr>
            <p:nvPr/>
          </p:nvCxnSpPr>
          <p:spPr>
            <a:xfrm>
              <a:off x="4234279" y="1995488"/>
              <a:ext cx="713959" cy="0"/>
            </a:xfrm>
            <a:prstGeom prst="line">
              <a:avLst/>
            </a:prstGeom>
            <a:ln w="9525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2AAAFD60-D2EC-C500-37C3-FCB75696649B}"/>
                    </a:ext>
                  </a:extLst>
                </p:cNvPr>
                <p:cNvSpPr txBox="1"/>
                <p:nvPr/>
              </p:nvSpPr>
              <p:spPr>
                <a:xfrm>
                  <a:off x="3850661" y="934437"/>
                  <a:ext cx="326668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2AAAFD60-D2EC-C500-37C3-FCB7569664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0661" y="934437"/>
                  <a:ext cx="326668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4815" r="-20370" b="-8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5BA2060C-81BE-091F-CDEB-BAD29D225D1A}"/>
                    </a:ext>
                  </a:extLst>
                </p:cNvPr>
                <p:cNvSpPr txBox="1"/>
                <p:nvPr/>
              </p:nvSpPr>
              <p:spPr>
                <a:xfrm>
                  <a:off x="6136202" y="2457943"/>
                  <a:ext cx="263763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5BA2060C-81BE-091F-CDEB-BAD29D225D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36202" y="2457943"/>
                  <a:ext cx="263763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E89D1035-527A-D369-A938-3EDE2F30F56F}"/>
                    </a:ext>
                  </a:extLst>
                </p:cNvPr>
                <p:cNvSpPr txBox="1"/>
                <p:nvPr/>
              </p:nvSpPr>
              <p:spPr>
                <a:xfrm>
                  <a:off x="4800600" y="2430848"/>
                  <a:ext cx="263763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E89D1035-527A-D369-A938-3EDE2F30F5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0600" y="2430848"/>
                  <a:ext cx="263763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C9CEC036-5F6E-DDBA-EC16-8CA7D3067C09}"/>
                    </a:ext>
                  </a:extLst>
                </p:cNvPr>
                <p:cNvSpPr txBox="1"/>
                <p:nvPr/>
              </p:nvSpPr>
              <p:spPr>
                <a:xfrm>
                  <a:off x="5212001" y="2430848"/>
                  <a:ext cx="263763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C9CEC036-5F6E-DDBA-EC16-8CA7D3067C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2001" y="2430848"/>
                  <a:ext cx="263763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文本框 108">
                  <a:extLst>
                    <a:ext uri="{FF2B5EF4-FFF2-40B4-BE49-F238E27FC236}">
                      <a16:creationId xmlns:a16="http://schemas.microsoft.com/office/drawing/2014/main" id="{920C33F1-5AD6-9167-8CD4-E001A44C40AC}"/>
                    </a:ext>
                  </a:extLst>
                </p:cNvPr>
                <p:cNvSpPr txBox="1"/>
                <p:nvPr/>
              </p:nvSpPr>
              <p:spPr>
                <a:xfrm>
                  <a:off x="3427363" y="1850718"/>
                  <a:ext cx="855904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r>
                    <a:rPr lang="zh-CN" altLang="en-US" sz="1200" b="0" dirty="0"/>
                    <a:t>库仑摩擦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09" name="文本框 108">
                  <a:extLst>
                    <a:ext uri="{FF2B5EF4-FFF2-40B4-BE49-F238E27FC236}">
                      <a16:creationId xmlns:a16="http://schemas.microsoft.com/office/drawing/2014/main" id="{920C33F1-5AD6-9167-8CD4-E001A44C40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7363" y="1850718"/>
                  <a:ext cx="855904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1429" b="-1521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CA43E50B-86A7-BC67-D0EB-3B32654B5C44}"/>
                    </a:ext>
                  </a:extLst>
                </p:cNvPr>
                <p:cNvSpPr txBox="1"/>
                <p:nvPr/>
              </p:nvSpPr>
              <p:spPr>
                <a:xfrm>
                  <a:off x="3274398" y="1269811"/>
                  <a:ext cx="973376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r>
                    <a:rPr lang="zh-CN" altLang="en-US" sz="1200" dirty="0"/>
                    <a:t>最大静</a:t>
                  </a:r>
                  <a:r>
                    <a:rPr lang="zh-CN" altLang="en-US" sz="1200" b="0" dirty="0"/>
                    <a:t>摩擦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CA43E50B-86A7-BC67-D0EB-3B32654B5C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4398" y="1269811"/>
                  <a:ext cx="97337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0063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0" name="文本框 119">
              <a:extLst>
                <a:ext uri="{FF2B5EF4-FFF2-40B4-BE49-F238E27FC236}">
                  <a16:creationId xmlns:a16="http://schemas.microsoft.com/office/drawing/2014/main" id="{002B6020-303A-6F96-0E30-FAF2FAF3F805}"/>
                </a:ext>
              </a:extLst>
            </p:cNvPr>
            <p:cNvSpPr txBox="1"/>
            <p:nvPr/>
          </p:nvSpPr>
          <p:spPr>
            <a:xfrm>
              <a:off x="5368698" y="1549284"/>
              <a:ext cx="632452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黏性</a:t>
              </a:r>
              <a:r>
                <a:rPr lang="zh-CN" altLang="en-US" sz="1200" b="0" dirty="0"/>
                <a:t>摩擦</a:t>
              </a:r>
              <a:endParaRPr lang="zh-CN" altLang="en-US" sz="1200" dirty="0"/>
            </a:p>
          </p:txBody>
        </p:sp>
        <p:sp>
          <p:nvSpPr>
            <p:cNvPr id="122" name="文本框 121">
              <a:extLst>
                <a:ext uri="{FF2B5EF4-FFF2-40B4-BE49-F238E27FC236}">
                  <a16:creationId xmlns:a16="http://schemas.microsoft.com/office/drawing/2014/main" id="{2A7DA258-F2E3-AEB2-A08D-066698104508}"/>
                </a:ext>
              </a:extLst>
            </p:cNvPr>
            <p:cNvSpPr txBox="1"/>
            <p:nvPr/>
          </p:nvSpPr>
          <p:spPr>
            <a:xfrm>
              <a:off x="4252842" y="1208223"/>
              <a:ext cx="197241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①</a:t>
              </a:r>
            </a:p>
          </p:txBody>
        </p:sp>
        <p:sp>
          <p:nvSpPr>
            <p:cNvPr id="124" name="文本框 123">
              <a:extLst>
                <a:ext uri="{FF2B5EF4-FFF2-40B4-BE49-F238E27FC236}">
                  <a16:creationId xmlns:a16="http://schemas.microsoft.com/office/drawing/2014/main" id="{7A2028C6-5279-42E4-F75F-8C943D96D3F3}"/>
                </a:ext>
              </a:extLst>
            </p:cNvPr>
            <p:cNvSpPr txBox="1"/>
            <p:nvPr/>
          </p:nvSpPr>
          <p:spPr>
            <a:xfrm>
              <a:off x="4276451" y="1625963"/>
              <a:ext cx="197241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②</a:t>
              </a:r>
            </a:p>
          </p:txBody>
        </p: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7878CB45-F360-F292-17E8-981954844205}"/>
                </a:ext>
              </a:extLst>
            </p:cNvPr>
            <p:cNvSpPr txBox="1"/>
            <p:nvPr/>
          </p:nvSpPr>
          <p:spPr>
            <a:xfrm>
              <a:off x="4729368" y="1668504"/>
              <a:ext cx="197241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③</a:t>
              </a:r>
            </a:p>
          </p:txBody>
        </p:sp>
        <p:sp>
          <p:nvSpPr>
            <p:cNvPr id="130" name="文本框 129">
              <a:extLst>
                <a:ext uri="{FF2B5EF4-FFF2-40B4-BE49-F238E27FC236}">
                  <a16:creationId xmlns:a16="http://schemas.microsoft.com/office/drawing/2014/main" id="{62F8DE5C-DB9F-6D44-AA04-19A798610FA4}"/>
                </a:ext>
              </a:extLst>
            </p:cNvPr>
            <p:cNvSpPr txBox="1"/>
            <p:nvPr/>
          </p:nvSpPr>
          <p:spPr>
            <a:xfrm>
              <a:off x="5220866" y="1887297"/>
              <a:ext cx="197241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④</a:t>
              </a:r>
            </a:p>
          </p:txBody>
        </p:sp>
        <p:sp>
          <p:nvSpPr>
            <p:cNvPr id="133" name="文本框 132">
              <a:extLst>
                <a:ext uri="{FF2B5EF4-FFF2-40B4-BE49-F238E27FC236}">
                  <a16:creationId xmlns:a16="http://schemas.microsoft.com/office/drawing/2014/main" id="{21BB59E3-123D-5C3F-0D21-84352CFD057B}"/>
                </a:ext>
              </a:extLst>
            </p:cNvPr>
            <p:cNvSpPr txBox="1"/>
            <p:nvPr/>
          </p:nvSpPr>
          <p:spPr>
            <a:xfrm>
              <a:off x="4603359" y="2788170"/>
              <a:ext cx="197241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①</a:t>
              </a:r>
            </a:p>
          </p:txBody>
        </p:sp>
        <p:sp>
          <p:nvSpPr>
            <p:cNvPr id="136" name="文本框 135">
              <a:extLst>
                <a:ext uri="{FF2B5EF4-FFF2-40B4-BE49-F238E27FC236}">
                  <a16:creationId xmlns:a16="http://schemas.microsoft.com/office/drawing/2014/main" id="{92C0F28A-240F-6E1C-6EF7-E76CF12F8782}"/>
                </a:ext>
              </a:extLst>
            </p:cNvPr>
            <p:cNvSpPr txBox="1"/>
            <p:nvPr/>
          </p:nvSpPr>
          <p:spPr>
            <a:xfrm>
              <a:off x="4598127" y="3067158"/>
              <a:ext cx="197241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②</a:t>
              </a:r>
            </a:p>
          </p:txBody>
        </p:sp>
        <p:sp>
          <p:nvSpPr>
            <p:cNvPr id="138" name="文本框 137">
              <a:extLst>
                <a:ext uri="{FF2B5EF4-FFF2-40B4-BE49-F238E27FC236}">
                  <a16:creationId xmlns:a16="http://schemas.microsoft.com/office/drawing/2014/main" id="{9B75D3ED-4462-9E95-DD04-61895082825B}"/>
                </a:ext>
              </a:extLst>
            </p:cNvPr>
            <p:cNvSpPr txBox="1"/>
            <p:nvPr/>
          </p:nvSpPr>
          <p:spPr>
            <a:xfrm>
              <a:off x="4591258" y="3344157"/>
              <a:ext cx="197241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③</a:t>
              </a:r>
            </a:p>
          </p:txBody>
        </p: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91EC451F-FC2F-4FCF-756B-BEF1A970078B}"/>
                </a:ext>
              </a:extLst>
            </p:cNvPr>
            <p:cNvSpPr txBox="1"/>
            <p:nvPr/>
          </p:nvSpPr>
          <p:spPr>
            <a:xfrm>
              <a:off x="4605334" y="3654332"/>
              <a:ext cx="197241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④</a:t>
              </a:r>
            </a:p>
          </p:txBody>
        </p:sp>
        <p:sp>
          <p:nvSpPr>
            <p:cNvPr id="140" name="文本框 139">
              <a:extLst>
                <a:ext uri="{FF2B5EF4-FFF2-40B4-BE49-F238E27FC236}">
                  <a16:creationId xmlns:a16="http://schemas.microsoft.com/office/drawing/2014/main" id="{14209C97-8F06-A221-E0DB-D1F64C6F31AB}"/>
                </a:ext>
              </a:extLst>
            </p:cNvPr>
            <p:cNvSpPr txBox="1"/>
            <p:nvPr/>
          </p:nvSpPr>
          <p:spPr>
            <a:xfrm>
              <a:off x="4802575" y="2781228"/>
              <a:ext cx="632452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b="0" dirty="0"/>
                <a:t>静摩擦区</a:t>
              </a:r>
              <a:endParaRPr lang="zh-CN" altLang="en-US" sz="1200" dirty="0"/>
            </a:p>
          </p:txBody>
        </p:sp>
        <p:sp>
          <p:nvSpPr>
            <p:cNvPr id="141" name="文本框 140">
              <a:extLst>
                <a:ext uri="{FF2B5EF4-FFF2-40B4-BE49-F238E27FC236}">
                  <a16:creationId xmlns:a16="http://schemas.microsoft.com/office/drawing/2014/main" id="{12995269-7177-AFAD-F21D-2BD7EB0FD994}"/>
                </a:ext>
              </a:extLst>
            </p:cNvPr>
            <p:cNvSpPr txBox="1"/>
            <p:nvPr/>
          </p:nvSpPr>
          <p:spPr>
            <a:xfrm>
              <a:off x="4795367" y="3067158"/>
              <a:ext cx="767231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边界润滑</a:t>
              </a:r>
              <a:r>
                <a:rPr lang="zh-CN" altLang="en-US" sz="1200" b="0" dirty="0"/>
                <a:t>区</a:t>
              </a:r>
              <a:endParaRPr lang="zh-CN" altLang="en-US" sz="1200" dirty="0"/>
            </a:p>
          </p:txBody>
        </p: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A4701D1-6F2E-0D49-E209-73A55BA10F6A}"/>
                </a:ext>
              </a:extLst>
            </p:cNvPr>
            <p:cNvSpPr txBox="1"/>
            <p:nvPr/>
          </p:nvSpPr>
          <p:spPr>
            <a:xfrm>
              <a:off x="4807110" y="3384032"/>
              <a:ext cx="1140336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部分液体润滑</a:t>
              </a:r>
              <a:r>
                <a:rPr lang="zh-CN" altLang="en-US" sz="1200" b="0" dirty="0"/>
                <a:t>区</a:t>
              </a:r>
              <a:endParaRPr lang="zh-CN" altLang="en-US" sz="1200" dirty="0"/>
            </a:p>
          </p:txBody>
        </p:sp>
        <p:sp>
          <p:nvSpPr>
            <p:cNvPr id="143" name="文本框 142">
              <a:extLst>
                <a:ext uri="{FF2B5EF4-FFF2-40B4-BE49-F238E27FC236}">
                  <a16:creationId xmlns:a16="http://schemas.microsoft.com/office/drawing/2014/main" id="{5B623018-12C5-EC8D-C797-0DA560FEF0F6}"/>
                </a:ext>
              </a:extLst>
            </p:cNvPr>
            <p:cNvSpPr txBox="1"/>
            <p:nvPr/>
          </p:nvSpPr>
          <p:spPr>
            <a:xfrm>
              <a:off x="4807110" y="3668928"/>
              <a:ext cx="1140336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液体润滑</a:t>
              </a:r>
              <a:r>
                <a:rPr lang="zh-CN" altLang="en-US" sz="1200" b="0" dirty="0"/>
                <a:t>区</a:t>
              </a:r>
              <a:endParaRPr lang="zh-CN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4288058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6012B8C5-0382-FC29-2484-3FB41B43599C}"/>
              </a:ext>
            </a:extLst>
          </p:cNvPr>
          <p:cNvGrpSpPr/>
          <p:nvPr/>
        </p:nvGrpSpPr>
        <p:grpSpPr>
          <a:xfrm>
            <a:off x="3851731" y="2975429"/>
            <a:ext cx="459011" cy="1669142"/>
            <a:chOff x="973171" y="2080173"/>
            <a:chExt cx="974429" cy="65876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013ADE16-DE69-FC9E-9575-5FF7BDFC033C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Calibri" panose="020F050202020403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236E645-1355-4ED7-6007-20333236FC91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A749CB4-509B-CFB6-F38B-11E87BDC92BB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6DDB7C9-EF73-EE74-1E15-D62496111F11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4439703-61FC-22C5-F96B-F69945254A99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6200370-139D-5B84-FAD4-C3A836EA9293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6607B04-CD0A-51C7-9E93-301D3C4ED153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9CB09DAF-E98B-52F5-072F-2EF0481F724B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778330B-C41D-848E-3D0B-DF6C52B5C53F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4B8129C0-A8A8-A1DF-FC80-932C97A8FF96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21188651-4D30-C631-85EF-FF220B9EEE82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流程图: 接点 16">
            <a:extLst>
              <a:ext uri="{FF2B5EF4-FFF2-40B4-BE49-F238E27FC236}">
                <a16:creationId xmlns:a16="http://schemas.microsoft.com/office/drawing/2014/main" id="{E948664F-D0DB-6D2E-7C7A-6C9DC6E29E63}"/>
              </a:ext>
            </a:extLst>
          </p:cNvPr>
          <p:cNvSpPr/>
          <p:nvPr/>
        </p:nvSpPr>
        <p:spPr>
          <a:xfrm>
            <a:off x="3501190" y="3602605"/>
            <a:ext cx="335824" cy="335824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7B706127-4F58-81D1-6EE4-654569DC68EE}"/>
              </a:ext>
            </a:extLst>
          </p:cNvPr>
          <p:cNvCxnSpPr>
            <a:stCxn id="17" idx="2"/>
          </p:cNvCxnSpPr>
          <p:nvPr/>
        </p:nvCxnSpPr>
        <p:spPr>
          <a:xfrm flipH="1">
            <a:off x="2569028" y="3770517"/>
            <a:ext cx="932162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6C9BC39B-22DB-AB93-0FFB-8CDC7C112CF7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310742" y="3249073"/>
            <a:ext cx="464456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F1F6DF05-DD98-D7A1-6B0C-87D459720A26}"/>
              </a:ext>
            </a:extLst>
          </p:cNvPr>
          <p:cNvCxnSpPr>
            <a:cxnSpLocks/>
            <a:stCxn id="14" idx="3"/>
            <a:endCxn id="30" idx="1"/>
          </p:cNvCxnSpPr>
          <p:nvPr/>
        </p:nvCxnSpPr>
        <p:spPr>
          <a:xfrm>
            <a:off x="4310742" y="4370927"/>
            <a:ext cx="1499858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D2003DFA-42D1-5E0C-6B6E-E7A07CDC0D6F}"/>
              </a:ext>
            </a:extLst>
          </p:cNvPr>
          <p:cNvGrpSpPr/>
          <p:nvPr/>
        </p:nvGrpSpPr>
        <p:grpSpPr>
          <a:xfrm>
            <a:off x="4775198" y="2889805"/>
            <a:ext cx="1844808" cy="712800"/>
            <a:chOff x="3669102" y="1290171"/>
            <a:chExt cx="1844808" cy="712800"/>
          </a:xfrm>
        </p:grpSpPr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55AD9C80-2151-9E2A-3D0A-2E762FBA1B27}"/>
                </a:ext>
              </a:extLst>
            </p:cNvPr>
            <p:cNvCxnSpPr/>
            <p:nvPr/>
          </p:nvCxnSpPr>
          <p:spPr>
            <a:xfrm flipV="1">
              <a:off x="4688113" y="1291771"/>
              <a:ext cx="174171" cy="7112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BB09B47B-4A6E-1C84-11E4-5535A1B623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62284" y="1291771"/>
              <a:ext cx="174171" cy="7112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F19C204E-49FF-FF83-EC36-A06D1DF10F79}"/>
                </a:ext>
              </a:extLst>
            </p:cNvPr>
            <p:cNvCxnSpPr/>
            <p:nvPr/>
          </p:nvCxnSpPr>
          <p:spPr>
            <a:xfrm flipV="1">
              <a:off x="4331389" y="1290971"/>
              <a:ext cx="174171" cy="7112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EEC2A1A2-E24B-EED6-935F-6E081C3871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09751" y="1290971"/>
              <a:ext cx="174171" cy="7112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B227E732-15D5-6324-0BB1-053AEE3F45B9}"/>
                </a:ext>
              </a:extLst>
            </p:cNvPr>
            <p:cNvCxnSpPr/>
            <p:nvPr/>
          </p:nvCxnSpPr>
          <p:spPr>
            <a:xfrm flipV="1">
              <a:off x="3977736" y="1290971"/>
              <a:ext cx="174171" cy="7112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69297887-B141-6F86-A789-20F3132209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53027" y="1290971"/>
              <a:ext cx="174171" cy="7112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0772690D-9EAA-06EE-4917-E691628D241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85986" y="1646571"/>
              <a:ext cx="86400" cy="3564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48741E01-86F5-93E0-45B8-095B43DF403E}"/>
                </a:ext>
              </a:extLst>
            </p:cNvPr>
            <p:cNvCxnSpPr/>
            <p:nvPr/>
          </p:nvCxnSpPr>
          <p:spPr>
            <a:xfrm flipV="1">
              <a:off x="5036455" y="1290971"/>
              <a:ext cx="174171" cy="7112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EE404FE5-5627-5A20-61DB-C70C91B310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10626" y="1290171"/>
              <a:ext cx="86400" cy="3564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02111A5F-6A6E-C410-91F9-0FA7356697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69102" y="1650806"/>
              <a:ext cx="216884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27A04EA8-FCF0-6D1B-C7DF-252839568F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97026" y="1646571"/>
              <a:ext cx="216884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407EC5E-D5EA-7366-F0A0-2302AB87A9D6}"/>
              </a:ext>
            </a:extLst>
          </p:cNvPr>
          <p:cNvCxnSpPr>
            <a:cxnSpLocks/>
          </p:cNvCxnSpPr>
          <p:nvPr/>
        </p:nvCxnSpPr>
        <p:spPr>
          <a:xfrm>
            <a:off x="6620006" y="3249073"/>
            <a:ext cx="755435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A5B9FC9D-E146-FB07-39E3-58678C1ABFE2}"/>
              </a:ext>
            </a:extLst>
          </p:cNvPr>
          <p:cNvGrpSpPr/>
          <p:nvPr/>
        </p:nvGrpSpPr>
        <p:grpSpPr>
          <a:xfrm>
            <a:off x="5543900" y="4233768"/>
            <a:ext cx="476050" cy="274317"/>
            <a:chOff x="5313968" y="4233768"/>
            <a:chExt cx="476050" cy="274317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FA77965-778F-AF87-2C99-058D4C8A0386}"/>
                </a:ext>
              </a:extLst>
            </p:cNvPr>
            <p:cNvSpPr/>
            <p:nvPr/>
          </p:nvSpPr>
          <p:spPr>
            <a:xfrm>
              <a:off x="5580668" y="4233768"/>
              <a:ext cx="209350" cy="27431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DE243B6F-2F65-91EC-2F67-2E6EF862FA2F}"/>
                </a:ext>
              </a:extLst>
            </p:cNvPr>
            <p:cNvCxnSpPr>
              <a:stCxn id="30" idx="0"/>
            </p:cNvCxnSpPr>
            <p:nvPr/>
          </p:nvCxnSpPr>
          <p:spPr>
            <a:xfrm flipH="1">
              <a:off x="5313968" y="4233768"/>
              <a:ext cx="371375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770436B0-8F3B-370A-6AAD-D46B938248FC}"/>
                </a:ext>
              </a:extLst>
            </p:cNvPr>
            <p:cNvCxnSpPr>
              <a:cxnSpLocks/>
              <a:stCxn id="30" idx="2"/>
            </p:cNvCxnSpPr>
            <p:nvPr/>
          </p:nvCxnSpPr>
          <p:spPr>
            <a:xfrm flipH="1">
              <a:off x="5329208" y="4508085"/>
              <a:ext cx="356135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D1358196-9A10-9135-B1E6-1BBCB82338EF}"/>
              </a:ext>
            </a:extLst>
          </p:cNvPr>
          <p:cNvCxnSpPr>
            <a:cxnSpLocks/>
            <a:stCxn id="30" idx="3"/>
          </p:cNvCxnSpPr>
          <p:nvPr/>
        </p:nvCxnSpPr>
        <p:spPr>
          <a:xfrm flipV="1">
            <a:off x="6019950" y="4370926"/>
            <a:ext cx="1354725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534EA0C4-28E6-0DF1-5A7F-6D363B27FC78}"/>
              </a:ext>
            </a:extLst>
          </p:cNvPr>
          <p:cNvGrpSpPr/>
          <p:nvPr/>
        </p:nvGrpSpPr>
        <p:grpSpPr>
          <a:xfrm>
            <a:off x="7376853" y="3139616"/>
            <a:ext cx="873913" cy="1358883"/>
            <a:chOff x="973171" y="2080173"/>
            <a:chExt cx="974429" cy="658766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B2788B8F-C4FC-F81A-CD0F-7B5A467784BD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rPr>
                <a:t>负载</a:t>
              </a: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1EFC5E7E-B62B-9D80-C2BA-7B8B470D90E7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C7A22B4A-3213-41F1-BF5C-0318DA78C721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8FD5BAF-DF16-5302-BFCA-3D7F81D9F341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0B8CB28D-D23E-39BF-32C0-8878C590FAD2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0E958B56-FBF1-29DC-40DE-5777C68D179D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1240E08D-1F90-21FB-1916-2687E36B78D3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798D94C9-3F03-8F4E-F439-CDC160DA3BA9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EF984E74-2334-2574-1621-2820EB19106A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636CF8FE-ED85-A6AB-CC50-8FA81631B91D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D8CA5FF9-14E4-6C02-4884-984C2E9539EA}"/>
                </a:ext>
              </a:extLst>
            </p:cNvPr>
            <p:cNvCxnSpPr>
              <a:cxnSpLocks/>
              <a:endCxn id="54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D244E06-06A4-05D3-6A60-3637A9FD42B9}"/>
              </a:ext>
            </a:extLst>
          </p:cNvPr>
          <p:cNvCxnSpPr>
            <a:cxnSpLocks/>
            <a:endCxn id="47" idx="2"/>
          </p:cNvCxnSpPr>
          <p:nvPr/>
        </p:nvCxnSpPr>
        <p:spPr>
          <a:xfrm>
            <a:off x="7185660" y="4476291"/>
            <a:ext cx="62706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9B49B716-B971-3EB1-1076-610370887212}"/>
              </a:ext>
            </a:extLst>
          </p:cNvPr>
          <p:cNvCxnSpPr>
            <a:cxnSpLocks/>
            <a:stCxn id="47" idx="2"/>
          </p:cNvCxnSpPr>
          <p:nvPr/>
        </p:nvCxnSpPr>
        <p:spPr>
          <a:xfrm>
            <a:off x="7812721" y="4476291"/>
            <a:ext cx="727616" cy="186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3E0C4F7F-1278-D258-B55E-A93ED95E710B}"/>
              </a:ext>
            </a:extLst>
          </p:cNvPr>
          <p:cNvCxnSpPr/>
          <p:nvPr/>
        </p:nvCxnSpPr>
        <p:spPr>
          <a:xfrm flipH="1">
            <a:off x="7281863" y="4480805"/>
            <a:ext cx="93578" cy="10510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CB418F91-34E7-5E53-1D5A-3594A53E6E22}"/>
              </a:ext>
            </a:extLst>
          </p:cNvPr>
          <p:cNvCxnSpPr/>
          <p:nvPr/>
        </p:nvCxnSpPr>
        <p:spPr>
          <a:xfrm flipH="1">
            <a:off x="7424855" y="4476291"/>
            <a:ext cx="93578" cy="10510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F75061D9-1E05-E563-3FF5-57DE143DB780}"/>
              </a:ext>
            </a:extLst>
          </p:cNvPr>
          <p:cNvCxnSpPr/>
          <p:nvPr/>
        </p:nvCxnSpPr>
        <p:spPr>
          <a:xfrm flipH="1">
            <a:off x="7573063" y="4476291"/>
            <a:ext cx="93578" cy="10510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47D2B3B2-27D2-3E92-6851-CBFB9975CBBB}"/>
              </a:ext>
            </a:extLst>
          </p:cNvPr>
          <p:cNvCxnSpPr/>
          <p:nvPr/>
        </p:nvCxnSpPr>
        <p:spPr>
          <a:xfrm flipH="1">
            <a:off x="7718353" y="4476291"/>
            <a:ext cx="93578" cy="10510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3944874-DDB7-0C77-0CB1-659050058BC9}"/>
              </a:ext>
            </a:extLst>
          </p:cNvPr>
          <p:cNvCxnSpPr/>
          <p:nvPr/>
        </p:nvCxnSpPr>
        <p:spPr>
          <a:xfrm flipH="1">
            <a:off x="7866736" y="4476291"/>
            <a:ext cx="93578" cy="10510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6EDBE73A-A0E3-8121-78E9-A6AD739103C9}"/>
              </a:ext>
            </a:extLst>
          </p:cNvPr>
          <p:cNvCxnSpPr/>
          <p:nvPr/>
        </p:nvCxnSpPr>
        <p:spPr>
          <a:xfrm flipH="1">
            <a:off x="8001202" y="4480021"/>
            <a:ext cx="93578" cy="10510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5D16074E-6CCE-A166-A4A0-F84E3EA74166}"/>
              </a:ext>
            </a:extLst>
          </p:cNvPr>
          <p:cNvCxnSpPr/>
          <p:nvPr/>
        </p:nvCxnSpPr>
        <p:spPr>
          <a:xfrm flipH="1">
            <a:off x="8144194" y="4482202"/>
            <a:ext cx="93578" cy="10510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922383F-3803-10FE-2F62-B1342D16BA86}"/>
              </a:ext>
            </a:extLst>
          </p:cNvPr>
          <p:cNvCxnSpPr/>
          <p:nvPr/>
        </p:nvCxnSpPr>
        <p:spPr>
          <a:xfrm flipH="1">
            <a:off x="8301119" y="4476291"/>
            <a:ext cx="93578" cy="10510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DA5D477A-8CB7-38C2-76B6-9647DED11D53}"/>
                  </a:ext>
                </a:extLst>
              </p:cNvPr>
              <p:cNvSpPr txBox="1"/>
              <p:nvPr/>
            </p:nvSpPr>
            <p:spPr>
              <a:xfrm>
                <a:off x="2966315" y="3417139"/>
                <a:ext cx="416797" cy="369332"/>
              </a:xfrm>
              <a:prstGeom prst="rect">
                <a:avLst/>
              </a:prstGeom>
              <a:noFill/>
            </p:spPr>
            <p:txBody>
              <a:bodyPr wrap="square" lIns="0" r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DA5D477A-8CB7-38C2-76B6-9647DED11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315" y="3417139"/>
                <a:ext cx="41679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文本框 82">
            <a:extLst>
              <a:ext uri="{FF2B5EF4-FFF2-40B4-BE49-F238E27FC236}">
                <a16:creationId xmlns:a16="http://schemas.microsoft.com/office/drawing/2014/main" id="{E80EEA1D-CDE2-DCD0-AE96-ACBCEEAFC0D2}"/>
              </a:ext>
            </a:extLst>
          </p:cNvPr>
          <p:cNvSpPr txBox="1"/>
          <p:nvPr/>
        </p:nvSpPr>
        <p:spPr>
          <a:xfrm>
            <a:off x="5222146" y="2390935"/>
            <a:ext cx="1125473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zh-CN" altLang="en-US" dirty="0"/>
              <a:t>液压弹簧</a:t>
            </a:r>
            <a:r>
              <a:rPr lang="en-US" altLang="zh-CN" dirty="0"/>
              <a:t>K</a:t>
            </a:r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95B0AFB4-9439-C015-545D-BF3425D093F3}"/>
              </a:ext>
            </a:extLst>
          </p:cNvPr>
          <p:cNvSpPr txBox="1"/>
          <p:nvPr/>
        </p:nvSpPr>
        <p:spPr>
          <a:xfrm>
            <a:off x="5313725" y="4528843"/>
            <a:ext cx="1125473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zh-CN" altLang="en-US" dirty="0"/>
              <a:t>黏性阻尼</a:t>
            </a:r>
            <a:r>
              <a:rPr lang="en-US" altLang="zh-CN" dirty="0"/>
              <a:t>B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6631043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组合 66">
            <a:extLst>
              <a:ext uri="{FF2B5EF4-FFF2-40B4-BE49-F238E27FC236}">
                <a16:creationId xmlns:a16="http://schemas.microsoft.com/office/drawing/2014/main" id="{697BDAD0-CEDB-624A-FDB4-B5A996AA9AE0}"/>
              </a:ext>
            </a:extLst>
          </p:cNvPr>
          <p:cNvGrpSpPr/>
          <p:nvPr/>
        </p:nvGrpSpPr>
        <p:grpSpPr>
          <a:xfrm>
            <a:off x="1358900" y="406821"/>
            <a:ext cx="6010272" cy="6231955"/>
            <a:chOff x="228600" y="495721"/>
            <a:chExt cx="6010272" cy="6231955"/>
          </a:xfrm>
        </p:grpSpPr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BAFD9EC0-EDC6-9E36-1F4D-752999A481D3}"/>
                </a:ext>
              </a:extLst>
            </p:cNvPr>
            <p:cNvCxnSpPr>
              <a:cxnSpLocks/>
            </p:cNvCxnSpPr>
            <p:nvPr/>
          </p:nvCxnSpPr>
          <p:spPr>
            <a:xfrm>
              <a:off x="228600" y="1880728"/>
              <a:ext cx="2752725" cy="0"/>
            </a:xfrm>
            <a:prstGeom prst="straightConnector1">
              <a:avLst/>
            </a:prstGeom>
            <a:ln w="952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E6CCC6DB-E703-3631-EDCC-31B6135381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28508" y="634221"/>
              <a:ext cx="0" cy="2509029"/>
            </a:xfrm>
            <a:prstGeom prst="straightConnector1">
              <a:avLst/>
            </a:prstGeom>
            <a:ln w="952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B5E62E7F-FD72-12AF-826C-EC4C0BF2FB4E}"/>
                    </a:ext>
                  </a:extLst>
                </p:cNvPr>
                <p:cNvSpPr txBox="1"/>
                <p:nvPr/>
              </p:nvSpPr>
              <p:spPr>
                <a:xfrm>
                  <a:off x="742600" y="495721"/>
                  <a:ext cx="862362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r>
                    <a:rPr lang="zh-CN" altLang="en-US" sz="1200" b="0" dirty="0"/>
                    <a:t>摩擦力</a:t>
                  </a:r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B5E62E7F-FD72-12AF-826C-EC4C0BF2FB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00" y="495721"/>
                  <a:ext cx="86236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0563" t="-2222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4D658F04-3C51-4BFB-859C-6AC380C64004}"/>
                    </a:ext>
                  </a:extLst>
                </p:cNvPr>
                <p:cNvSpPr txBox="1"/>
                <p:nvPr/>
              </p:nvSpPr>
              <p:spPr>
                <a:xfrm>
                  <a:off x="2527400" y="1903128"/>
                  <a:ext cx="453925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r>
                    <a:rPr lang="zh-CN" altLang="en-US" sz="1200" b="0" dirty="0"/>
                    <a:t>速度</a:t>
                  </a:r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4D658F04-3C51-4BFB-859C-6AC380C640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7400" y="1903128"/>
                  <a:ext cx="453925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20270" t="-2222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339D9840-B419-67C3-FC10-1F6E6F0F5863}"/>
                </a:ext>
              </a:extLst>
            </p:cNvPr>
            <p:cNvCxnSpPr/>
            <p:nvPr/>
          </p:nvCxnSpPr>
          <p:spPr>
            <a:xfrm>
              <a:off x="1628508" y="1262152"/>
              <a:ext cx="0" cy="1237152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F0006171-455B-EFAF-AF81-5496117D4A87}"/>
                </a:ext>
              </a:extLst>
            </p:cNvPr>
            <p:cNvCxnSpPr>
              <a:cxnSpLocks/>
            </p:cNvCxnSpPr>
            <p:nvPr/>
          </p:nvCxnSpPr>
          <p:spPr>
            <a:xfrm>
              <a:off x="1628508" y="1266183"/>
              <a:ext cx="898892" cy="768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1B45F92B-DE5D-0044-80AA-FF0A6CD964DE}"/>
                </a:ext>
              </a:extLst>
            </p:cNvPr>
            <p:cNvSpPr txBox="1"/>
            <p:nvPr/>
          </p:nvSpPr>
          <p:spPr>
            <a:xfrm>
              <a:off x="1318812" y="3290500"/>
              <a:ext cx="693118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库仑</a:t>
              </a:r>
              <a:r>
                <a:rPr lang="zh-CN" altLang="en-US" sz="1200" b="0" dirty="0"/>
                <a:t>摩擦</a:t>
              </a:r>
              <a:endParaRPr lang="zh-CN" altLang="en-US" sz="1200" dirty="0"/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3F8A80A5-D557-AF26-D170-6ED9C685C0CF}"/>
                </a:ext>
              </a:extLst>
            </p:cNvPr>
            <p:cNvCxnSpPr>
              <a:cxnSpLocks/>
            </p:cNvCxnSpPr>
            <p:nvPr/>
          </p:nvCxnSpPr>
          <p:spPr>
            <a:xfrm>
              <a:off x="3291021" y="1880728"/>
              <a:ext cx="2752725" cy="0"/>
            </a:xfrm>
            <a:prstGeom prst="straightConnector1">
              <a:avLst/>
            </a:prstGeom>
            <a:ln w="952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1B3CE381-29D0-F1C3-028A-E6DA2DA8FD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90929" y="634221"/>
              <a:ext cx="0" cy="2509029"/>
            </a:xfrm>
            <a:prstGeom prst="straightConnector1">
              <a:avLst/>
            </a:prstGeom>
            <a:ln w="952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6D497E5E-99E4-540D-32D3-EA71865A326C}"/>
                    </a:ext>
                  </a:extLst>
                </p:cNvPr>
                <p:cNvSpPr txBox="1"/>
                <p:nvPr/>
              </p:nvSpPr>
              <p:spPr>
                <a:xfrm>
                  <a:off x="3805021" y="495721"/>
                  <a:ext cx="862362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r>
                    <a:rPr lang="zh-CN" altLang="en-US" sz="1200" b="0" dirty="0"/>
                    <a:t>摩擦力</a:t>
                  </a:r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6D497E5E-99E4-540D-32D3-EA71865A32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5021" y="495721"/>
                  <a:ext cx="862362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1348" t="-2222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24AA11D9-26E0-AF76-BF3E-838B0B3B227E}"/>
                    </a:ext>
                  </a:extLst>
                </p:cNvPr>
                <p:cNvSpPr txBox="1"/>
                <p:nvPr/>
              </p:nvSpPr>
              <p:spPr>
                <a:xfrm>
                  <a:off x="5589821" y="1903128"/>
                  <a:ext cx="453925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r>
                    <a:rPr lang="zh-CN" altLang="en-US" sz="1200" b="0" dirty="0"/>
                    <a:t>速度</a:t>
                  </a:r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24AA11D9-26E0-AF76-BF3E-838B0B3B22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9821" y="1903128"/>
                  <a:ext cx="45392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0000" t="-2222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75CA26A9-8901-C5F9-013C-E633AEEC90ED}"/>
                </a:ext>
              </a:extLst>
            </p:cNvPr>
            <p:cNvCxnSpPr/>
            <p:nvPr/>
          </p:nvCxnSpPr>
          <p:spPr>
            <a:xfrm>
              <a:off x="4690929" y="1262152"/>
              <a:ext cx="0" cy="1237152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DE0D2715-7727-F9EA-DDDB-A282930B9D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90929" y="1061864"/>
              <a:ext cx="1052646" cy="20431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5B98F6B4-9428-FBE0-8AA0-2B48D46A3A45}"/>
                </a:ext>
              </a:extLst>
            </p:cNvPr>
            <p:cNvSpPr txBox="1"/>
            <p:nvPr/>
          </p:nvSpPr>
          <p:spPr>
            <a:xfrm>
              <a:off x="4381232" y="3290500"/>
              <a:ext cx="1052643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库仑</a:t>
              </a:r>
              <a:r>
                <a:rPr lang="en-US" altLang="zh-CN" sz="1200" dirty="0"/>
                <a:t>+</a:t>
              </a:r>
              <a:r>
                <a:rPr lang="zh-CN" altLang="en-US" sz="1200" dirty="0"/>
                <a:t>黏性</a:t>
              </a:r>
              <a:r>
                <a:rPr lang="zh-CN" altLang="en-US" sz="1200" b="0" dirty="0"/>
                <a:t>摩擦</a:t>
              </a:r>
              <a:endParaRPr lang="zh-CN" altLang="en-US" sz="1200" dirty="0"/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2E2EF66A-1F53-D716-D037-0264BA48D5D3}"/>
                </a:ext>
              </a:extLst>
            </p:cNvPr>
            <p:cNvCxnSpPr>
              <a:cxnSpLocks/>
            </p:cNvCxnSpPr>
            <p:nvPr/>
          </p:nvCxnSpPr>
          <p:spPr>
            <a:xfrm>
              <a:off x="729617" y="2503145"/>
              <a:ext cx="898892" cy="768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1F0EFE00-0D39-2F98-998E-E153E10E2E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38283" y="2516297"/>
              <a:ext cx="1052646" cy="20431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6C387E36-4619-35CC-E7E4-FC027984DA6B}"/>
                </a:ext>
              </a:extLst>
            </p:cNvPr>
            <p:cNvCxnSpPr>
              <a:cxnSpLocks/>
            </p:cNvCxnSpPr>
            <p:nvPr/>
          </p:nvCxnSpPr>
          <p:spPr>
            <a:xfrm>
              <a:off x="228600" y="5111326"/>
              <a:ext cx="2752725" cy="0"/>
            </a:xfrm>
            <a:prstGeom prst="straightConnector1">
              <a:avLst/>
            </a:prstGeom>
            <a:ln w="952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69C3B69B-FCF9-86E2-F456-979EB8F38C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28508" y="3864819"/>
              <a:ext cx="0" cy="2509029"/>
            </a:xfrm>
            <a:prstGeom prst="straightConnector1">
              <a:avLst/>
            </a:prstGeom>
            <a:ln w="952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E3937003-8C12-32CA-E2C7-EAB89977003D}"/>
                    </a:ext>
                  </a:extLst>
                </p:cNvPr>
                <p:cNvSpPr txBox="1"/>
                <p:nvPr/>
              </p:nvSpPr>
              <p:spPr>
                <a:xfrm>
                  <a:off x="742600" y="3726319"/>
                  <a:ext cx="862362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r>
                    <a:rPr lang="zh-CN" altLang="en-US" sz="1200" b="0" dirty="0"/>
                    <a:t>摩擦力</a:t>
                  </a:r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E3937003-8C12-32CA-E2C7-EAB8997700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600" y="3726319"/>
                  <a:ext cx="86236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0563" t="-2222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D5A2EED2-E676-6C46-8EFC-1BA66B68B8B7}"/>
                    </a:ext>
                  </a:extLst>
                </p:cNvPr>
                <p:cNvSpPr txBox="1"/>
                <p:nvPr/>
              </p:nvSpPr>
              <p:spPr>
                <a:xfrm>
                  <a:off x="2527400" y="5133726"/>
                  <a:ext cx="453925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r>
                    <a:rPr lang="zh-CN" altLang="en-US" sz="1200" b="0" dirty="0"/>
                    <a:t>速度</a:t>
                  </a:r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D5A2EED2-E676-6C46-8EFC-1BA66B68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27400" y="5133726"/>
                  <a:ext cx="453925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20270" t="-2222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4730491-450C-2041-F48F-6B5DF37176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28507" y="4135122"/>
              <a:ext cx="1" cy="196215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AECF697B-A669-26F2-C6F1-91D41D100D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28508" y="4292462"/>
              <a:ext cx="1052646" cy="20431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3563DA27-BB96-2238-EF63-1D251657309E}"/>
                </a:ext>
              </a:extLst>
            </p:cNvPr>
            <p:cNvSpPr txBox="1"/>
            <p:nvPr/>
          </p:nvSpPr>
          <p:spPr>
            <a:xfrm>
              <a:off x="850942" y="6448282"/>
              <a:ext cx="1628855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静摩擦</a:t>
              </a:r>
              <a:r>
                <a:rPr lang="en-US" altLang="zh-CN" sz="1200" dirty="0"/>
                <a:t>+</a:t>
              </a:r>
              <a:r>
                <a:rPr lang="zh-CN" altLang="en-US" sz="1200" dirty="0"/>
                <a:t>库仑</a:t>
              </a:r>
              <a:r>
                <a:rPr lang="en-US" altLang="zh-CN" sz="1200" dirty="0"/>
                <a:t>+</a:t>
              </a:r>
              <a:r>
                <a:rPr lang="zh-CN" altLang="en-US" sz="1200" dirty="0"/>
                <a:t>黏性</a:t>
              </a:r>
              <a:r>
                <a:rPr lang="zh-CN" altLang="en-US" sz="1200" b="0" dirty="0"/>
                <a:t>摩擦</a:t>
              </a:r>
              <a:endParaRPr lang="zh-CN" altLang="en-US" sz="1200" dirty="0"/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CC8404AC-330A-D1E6-9AE0-345C6BE858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5862" y="5746895"/>
              <a:ext cx="1052646" cy="20431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93CEF63C-F93A-13D1-85CD-4F86F9DE5514}"/>
                </a:ext>
              </a:extLst>
            </p:cNvPr>
            <p:cNvCxnSpPr>
              <a:cxnSpLocks/>
            </p:cNvCxnSpPr>
            <p:nvPr/>
          </p:nvCxnSpPr>
          <p:spPr>
            <a:xfrm>
              <a:off x="3291021" y="5110125"/>
              <a:ext cx="2752725" cy="0"/>
            </a:xfrm>
            <a:prstGeom prst="straightConnector1">
              <a:avLst/>
            </a:prstGeom>
            <a:ln w="952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B49D6A7E-CB1B-18D8-D869-A99C2DBCA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90929" y="3863618"/>
              <a:ext cx="0" cy="2509029"/>
            </a:xfrm>
            <a:prstGeom prst="straightConnector1">
              <a:avLst/>
            </a:prstGeom>
            <a:ln w="9525">
              <a:prstDash val="soli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703436F7-1069-9AC2-591D-F9AE289263A6}"/>
                    </a:ext>
                  </a:extLst>
                </p:cNvPr>
                <p:cNvSpPr txBox="1"/>
                <p:nvPr/>
              </p:nvSpPr>
              <p:spPr>
                <a:xfrm>
                  <a:off x="3805021" y="3725118"/>
                  <a:ext cx="862362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r>
                    <a:rPr lang="zh-CN" altLang="en-US" sz="1200" b="0" dirty="0"/>
                    <a:t>摩擦力</a:t>
                  </a:r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703436F7-1069-9AC2-591D-F9AE289263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5021" y="3725118"/>
                  <a:ext cx="862362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11348" b="-1521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F56A6E31-DDD5-7A15-AE6A-7AB71F427A15}"/>
                    </a:ext>
                  </a:extLst>
                </p:cNvPr>
                <p:cNvSpPr txBox="1"/>
                <p:nvPr/>
              </p:nvSpPr>
              <p:spPr>
                <a:xfrm>
                  <a:off x="5589821" y="5132525"/>
                  <a:ext cx="453925" cy="276999"/>
                </a:xfrm>
                <a:prstGeom prst="rect">
                  <a:avLst/>
                </a:prstGeom>
                <a:noFill/>
              </p:spPr>
              <p:txBody>
                <a:bodyPr wrap="square" lIns="0" rIns="0" rtlCol="0">
                  <a:spAutoFit/>
                </a:bodyPr>
                <a:lstStyle/>
                <a:p>
                  <a:r>
                    <a:rPr lang="zh-CN" altLang="en-US" sz="1200" b="0" dirty="0"/>
                    <a:t>速度</a:t>
                  </a:r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a14:m>
                  <a:endParaRPr lang="zh-CN" altLang="en-US" sz="1200" dirty="0"/>
                </a:p>
              </p:txBody>
            </p:sp>
          </mc:Choice>
          <mc:Fallback xmlns="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F56A6E31-DDD5-7A15-AE6A-7AB71F427A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9821" y="5132525"/>
                  <a:ext cx="453925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0000" b="-1521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46DD8E61-4001-1BD0-7272-9A83F8F1CDA7}"/>
                </a:ext>
              </a:extLst>
            </p:cNvPr>
            <p:cNvCxnSpPr/>
            <p:nvPr/>
          </p:nvCxnSpPr>
          <p:spPr>
            <a:xfrm>
              <a:off x="4690929" y="4491549"/>
              <a:ext cx="0" cy="1237152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2F35D49C-0333-AC70-280C-3D53C5649DED}"/>
                </a:ext>
              </a:extLst>
            </p:cNvPr>
            <p:cNvSpPr txBox="1"/>
            <p:nvPr/>
          </p:nvSpPr>
          <p:spPr>
            <a:xfrm>
              <a:off x="3638282" y="6450677"/>
              <a:ext cx="2546613" cy="276999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r>
                <a:rPr lang="zh-CN" altLang="en-US" sz="1200" dirty="0"/>
                <a:t>静摩擦</a:t>
              </a:r>
              <a:r>
                <a:rPr lang="en-US" altLang="zh-CN" sz="1200" dirty="0"/>
                <a:t>+</a:t>
              </a:r>
              <a:r>
                <a:rPr lang="zh-CN" altLang="en-US" sz="1200" dirty="0"/>
                <a:t>库仑</a:t>
              </a:r>
              <a:r>
                <a:rPr lang="en-US" altLang="zh-CN" sz="1200" dirty="0"/>
                <a:t>+</a:t>
              </a:r>
              <a:r>
                <a:rPr lang="zh-CN" altLang="en-US" sz="1200" dirty="0"/>
                <a:t>黏性</a:t>
              </a:r>
              <a:r>
                <a:rPr lang="zh-CN" altLang="en-US" sz="1200" b="0" dirty="0"/>
                <a:t>摩擦</a:t>
              </a:r>
              <a:r>
                <a:rPr lang="en-US" altLang="zh-CN" sz="1200" b="0" dirty="0"/>
                <a:t>+</a:t>
              </a:r>
              <a:r>
                <a:rPr lang="en-US" altLang="zh-CN" sz="1200" b="0" dirty="0" err="1"/>
                <a:t>Stribeck</a:t>
              </a:r>
              <a:r>
                <a:rPr lang="zh-CN" altLang="en-US" sz="1200" b="0" dirty="0"/>
                <a:t>摩擦</a:t>
              </a:r>
              <a:endParaRPr lang="zh-CN" altLang="en-US" sz="1200" dirty="0"/>
            </a:p>
          </p:txBody>
        </p:sp>
        <p:sp>
          <p:nvSpPr>
            <p:cNvPr id="58" name="任意多边形: 形状 57">
              <a:extLst>
                <a:ext uri="{FF2B5EF4-FFF2-40B4-BE49-F238E27FC236}">
                  <a16:creationId xmlns:a16="http://schemas.microsoft.com/office/drawing/2014/main" id="{66B3E098-23D7-6ECF-A950-2CFBFB8FC903}"/>
                </a:ext>
              </a:extLst>
            </p:cNvPr>
            <p:cNvSpPr/>
            <p:nvPr/>
          </p:nvSpPr>
          <p:spPr>
            <a:xfrm>
              <a:off x="4690928" y="4402561"/>
              <a:ext cx="1123950" cy="378897"/>
            </a:xfrm>
            <a:custGeom>
              <a:avLst/>
              <a:gdLst>
                <a:gd name="connsiteX0" fmla="*/ 0 w 1123950"/>
                <a:gd name="connsiteY0" fmla="*/ 86456 h 378897"/>
                <a:gd name="connsiteX1" fmla="*/ 161925 w 1123950"/>
                <a:gd name="connsiteY1" fmla="*/ 731 h 378897"/>
                <a:gd name="connsiteX2" fmla="*/ 376238 w 1123950"/>
                <a:gd name="connsiteY2" fmla="*/ 129319 h 378897"/>
                <a:gd name="connsiteX3" fmla="*/ 671513 w 1123950"/>
                <a:gd name="connsiteY3" fmla="*/ 376969 h 378897"/>
                <a:gd name="connsiteX4" fmla="*/ 1123950 w 1123950"/>
                <a:gd name="connsiteY4" fmla="*/ 243619 h 378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3950" h="378897">
                  <a:moveTo>
                    <a:pt x="0" y="86456"/>
                  </a:moveTo>
                  <a:cubicBezTo>
                    <a:pt x="49609" y="40021"/>
                    <a:pt x="99219" y="-6413"/>
                    <a:pt x="161925" y="731"/>
                  </a:cubicBezTo>
                  <a:cubicBezTo>
                    <a:pt x="224631" y="7875"/>
                    <a:pt x="291307" y="66613"/>
                    <a:pt x="376238" y="129319"/>
                  </a:cubicBezTo>
                  <a:cubicBezTo>
                    <a:pt x="461169" y="192025"/>
                    <a:pt x="546894" y="357919"/>
                    <a:pt x="671513" y="376969"/>
                  </a:cubicBezTo>
                  <a:cubicBezTo>
                    <a:pt x="796132" y="396019"/>
                    <a:pt x="1042988" y="268225"/>
                    <a:pt x="1123950" y="243619"/>
                  </a:cubicBezTo>
                </a:path>
              </a:pathLst>
            </a:custGeom>
            <a:noFill/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986EF68C-8960-2C24-94B5-AFC19B0842BE}"/>
                </a:ext>
              </a:extLst>
            </p:cNvPr>
            <p:cNvCxnSpPr>
              <a:cxnSpLocks/>
              <a:stCxn id="58" idx="4"/>
            </p:cNvCxnSpPr>
            <p:nvPr/>
          </p:nvCxnSpPr>
          <p:spPr>
            <a:xfrm flipV="1">
              <a:off x="5814878" y="4569636"/>
              <a:ext cx="423994" cy="7654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任意多边形: 形状 59">
              <a:extLst>
                <a:ext uri="{FF2B5EF4-FFF2-40B4-BE49-F238E27FC236}">
                  <a16:creationId xmlns:a16="http://schemas.microsoft.com/office/drawing/2014/main" id="{83223A26-6441-547B-6EDF-F088B1350B95}"/>
                </a:ext>
              </a:extLst>
            </p:cNvPr>
            <p:cNvSpPr/>
            <p:nvPr/>
          </p:nvSpPr>
          <p:spPr>
            <a:xfrm rot="10800000">
              <a:off x="3566978" y="5434217"/>
              <a:ext cx="1123950" cy="378897"/>
            </a:xfrm>
            <a:custGeom>
              <a:avLst/>
              <a:gdLst>
                <a:gd name="connsiteX0" fmla="*/ 0 w 1123950"/>
                <a:gd name="connsiteY0" fmla="*/ 86456 h 378897"/>
                <a:gd name="connsiteX1" fmla="*/ 161925 w 1123950"/>
                <a:gd name="connsiteY1" fmla="*/ 731 h 378897"/>
                <a:gd name="connsiteX2" fmla="*/ 376238 w 1123950"/>
                <a:gd name="connsiteY2" fmla="*/ 129319 h 378897"/>
                <a:gd name="connsiteX3" fmla="*/ 671513 w 1123950"/>
                <a:gd name="connsiteY3" fmla="*/ 376969 h 378897"/>
                <a:gd name="connsiteX4" fmla="*/ 1123950 w 1123950"/>
                <a:gd name="connsiteY4" fmla="*/ 243619 h 378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3950" h="378897">
                  <a:moveTo>
                    <a:pt x="0" y="86456"/>
                  </a:moveTo>
                  <a:cubicBezTo>
                    <a:pt x="49609" y="40021"/>
                    <a:pt x="99219" y="-6413"/>
                    <a:pt x="161925" y="731"/>
                  </a:cubicBezTo>
                  <a:cubicBezTo>
                    <a:pt x="224631" y="7875"/>
                    <a:pt x="291307" y="66613"/>
                    <a:pt x="376238" y="129319"/>
                  </a:cubicBezTo>
                  <a:cubicBezTo>
                    <a:pt x="461169" y="192025"/>
                    <a:pt x="546894" y="357919"/>
                    <a:pt x="671513" y="376969"/>
                  </a:cubicBezTo>
                  <a:cubicBezTo>
                    <a:pt x="796132" y="396019"/>
                    <a:pt x="1042988" y="268225"/>
                    <a:pt x="1123950" y="243619"/>
                  </a:cubicBezTo>
                </a:path>
              </a:pathLst>
            </a:custGeom>
            <a:noFill/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5162A2FB-6962-9E63-DCAE-C9995BA2E49A}"/>
                </a:ext>
              </a:extLst>
            </p:cNvPr>
            <p:cNvCxnSpPr>
              <a:cxnSpLocks/>
              <a:stCxn id="60" idx="4"/>
            </p:cNvCxnSpPr>
            <p:nvPr/>
          </p:nvCxnSpPr>
          <p:spPr>
            <a:xfrm flipH="1">
              <a:off x="3155950" y="5569495"/>
              <a:ext cx="411028" cy="4702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0796303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E55464A1-4F5C-A1C0-6356-527BA4517A50}"/>
              </a:ext>
            </a:extLst>
          </p:cNvPr>
          <p:cNvGrpSpPr/>
          <p:nvPr/>
        </p:nvGrpSpPr>
        <p:grpSpPr>
          <a:xfrm>
            <a:off x="241968" y="166055"/>
            <a:ext cx="1200752" cy="570999"/>
            <a:chOff x="1283368" y="2181726"/>
            <a:chExt cx="1200752" cy="570999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1D95DB07-32A6-006A-F1B4-14AD87EE0884}"/>
                </a:ext>
              </a:extLst>
            </p:cNvPr>
            <p:cNvSpPr/>
            <p:nvPr/>
          </p:nvSpPr>
          <p:spPr>
            <a:xfrm>
              <a:off x="1283368" y="2181726"/>
              <a:ext cx="570999" cy="57099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2A7CDBBB-AABB-7E19-3F92-6C7B11DD8D6B}"/>
                </a:ext>
              </a:extLst>
            </p:cNvPr>
            <p:cNvCxnSpPr>
              <a:cxnSpLocks/>
            </p:cNvCxnSpPr>
            <p:nvPr/>
          </p:nvCxnSpPr>
          <p:spPr>
            <a:xfrm>
              <a:off x="1854367" y="2392680"/>
              <a:ext cx="629753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62D5A7EF-B765-2F4B-781D-89C33CB510BC}"/>
                </a:ext>
              </a:extLst>
            </p:cNvPr>
            <p:cNvCxnSpPr>
              <a:cxnSpLocks/>
            </p:cNvCxnSpPr>
            <p:nvPr/>
          </p:nvCxnSpPr>
          <p:spPr>
            <a:xfrm>
              <a:off x="1854367" y="2529840"/>
              <a:ext cx="629753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" name="文本框 19">
            <a:extLst>
              <a:ext uri="{FF2B5EF4-FFF2-40B4-BE49-F238E27FC236}">
                <a16:creationId xmlns:a16="http://schemas.microsoft.com/office/drawing/2014/main" id="{A5C66FB7-FE1B-62D9-B44B-6AB6BE512E22}"/>
              </a:ext>
            </a:extLst>
          </p:cNvPr>
          <p:cNvSpPr txBox="1"/>
          <p:nvPr/>
        </p:nvSpPr>
        <p:spPr>
          <a:xfrm>
            <a:off x="213454" y="83594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电动机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5E5DB2E-C54B-CCCD-CD7F-CDF440DD10F2}"/>
              </a:ext>
            </a:extLst>
          </p:cNvPr>
          <p:cNvGrpSpPr/>
          <p:nvPr/>
        </p:nvGrpSpPr>
        <p:grpSpPr>
          <a:xfrm>
            <a:off x="309938" y="1242607"/>
            <a:ext cx="1226976" cy="1025525"/>
            <a:chOff x="137193" y="1949450"/>
            <a:chExt cx="1226976" cy="1025525"/>
          </a:xfrm>
        </p:grpSpPr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BA6FD68E-57C2-6F8B-66F0-89509790E8DD}"/>
                </a:ext>
              </a:extLst>
            </p:cNvPr>
            <p:cNvSpPr/>
            <p:nvPr/>
          </p:nvSpPr>
          <p:spPr>
            <a:xfrm>
              <a:off x="137193" y="2194426"/>
              <a:ext cx="570999" cy="57099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7ABA1A29-61BE-51B1-E822-1057469023B9}"/>
                </a:ext>
              </a:extLst>
            </p:cNvPr>
            <p:cNvGrpSpPr/>
            <p:nvPr/>
          </p:nvGrpSpPr>
          <p:grpSpPr>
            <a:xfrm>
              <a:off x="422692" y="1949450"/>
              <a:ext cx="1" cy="316976"/>
              <a:chOff x="422692" y="1949450"/>
              <a:chExt cx="1" cy="316976"/>
            </a:xfrm>
          </p:grpSpPr>
          <p:cxnSp>
            <p:nvCxnSpPr>
              <p:cNvPr id="24" name="直接连接符 23">
                <a:extLst>
                  <a:ext uri="{FF2B5EF4-FFF2-40B4-BE49-F238E27FC236}">
                    <a16:creationId xmlns:a16="http://schemas.microsoft.com/office/drawing/2014/main" id="{C84A0E65-074A-DB41-FD88-E5BFECA5A3D2}"/>
                  </a:ext>
                </a:extLst>
              </p:cNvPr>
              <p:cNvCxnSpPr>
                <a:cxnSpLocks/>
                <a:endCxn id="22" idx="0"/>
              </p:cNvCxnSpPr>
              <p:nvPr/>
            </p:nvCxnSpPr>
            <p:spPr>
              <a:xfrm flipV="1">
                <a:off x="422692" y="2194426"/>
                <a:ext cx="1" cy="72000"/>
              </a:xfrm>
              <a:prstGeom prst="line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直接连接符 31">
                <a:extLst>
                  <a:ext uri="{FF2B5EF4-FFF2-40B4-BE49-F238E27FC236}">
                    <a16:creationId xmlns:a16="http://schemas.microsoft.com/office/drawing/2014/main" id="{7BE9B7E0-60ED-727B-6568-1DB384346C01}"/>
                  </a:ext>
                </a:extLst>
              </p:cNvPr>
              <p:cNvCxnSpPr>
                <a:cxnSpLocks/>
                <a:stCxn id="22" idx="0"/>
              </p:cNvCxnSpPr>
              <p:nvPr/>
            </p:nvCxnSpPr>
            <p:spPr>
              <a:xfrm flipH="1" flipV="1">
                <a:off x="422692" y="1949450"/>
                <a:ext cx="1" cy="24497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08EE78A1-F532-B307-47A3-AF4E789AD4EB}"/>
                </a:ext>
              </a:extLst>
            </p:cNvPr>
            <p:cNvGrpSpPr/>
            <p:nvPr/>
          </p:nvGrpSpPr>
          <p:grpSpPr>
            <a:xfrm flipV="1">
              <a:off x="422692" y="2693425"/>
              <a:ext cx="1" cy="281550"/>
              <a:chOff x="422692" y="1984876"/>
              <a:chExt cx="1" cy="281550"/>
            </a:xfrm>
          </p:grpSpPr>
          <p:cxnSp>
            <p:nvCxnSpPr>
              <p:cNvPr id="41" name="直接连接符 40">
                <a:extLst>
                  <a:ext uri="{FF2B5EF4-FFF2-40B4-BE49-F238E27FC236}">
                    <a16:creationId xmlns:a16="http://schemas.microsoft.com/office/drawing/2014/main" id="{34CC8BAC-6AC0-D4B9-588B-3391EE579F93}"/>
                  </a:ext>
                </a:extLst>
              </p:cNvPr>
              <p:cNvCxnSpPr>
                <a:cxnSpLocks/>
                <a:endCxn id="22" idx="4"/>
              </p:cNvCxnSpPr>
              <p:nvPr/>
            </p:nvCxnSpPr>
            <p:spPr>
              <a:xfrm flipV="1">
                <a:off x="422692" y="2194426"/>
                <a:ext cx="1" cy="72000"/>
              </a:xfrm>
              <a:prstGeom prst="line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E0043E70-D6DB-AB52-4BE2-AED94B560C29}"/>
                  </a:ext>
                </a:extLst>
              </p:cNvPr>
              <p:cNvCxnSpPr>
                <a:cxnSpLocks/>
                <a:stCxn id="22" idx="4"/>
              </p:cNvCxnSpPr>
              <p:nvPr/>
            </p:nvCxnSpPr>
            <p:spPr>
              <a:xfrm flipV="1">
                <a:off x="422693" y="1984876"/>
                <a:ext cx="0" cy="20955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44012E17-70E3-878C-4A1F-FF81EE74AB56}"/>
                </a:ext>
              </a:extLst>
            </p:cNvPr>
            <p:cNvCxnSpPr>
              <a:cxnSpLocks/>
            </p:cNvCxnSpPr>
            <p:nvPr/>
          </p:nvCxnSpPr>
          <p:spPr>
            <a:xfrm>
              <a:off x="708192" y="2411730"/>
              <a:ext cx="391617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6596D06-196C-8D49-8758-635F4DE69AE0}"/>
                </a:ext>
              </a:extLst>
            </p:cNvPr>
            <p:cNvCxnSpPr>
              <a:cxnSpLocks/>
            </p:cNvCxnSpPr>
            <p:nvPr/>
          </p:nvCxnSpPr>
          <p:spPr>
            <a:xfrm>
              <a:off x="708192" y="2532380"/>
              <a:ext cx="391617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弧形 48">
              <a:extLst>
                <a:ext uri="{FF2B5EF4-FFF2-40B4-BE49-F238E27FC236}">
                  <a16:creationId xmlns:a16="http://schemas.microsoft.com/office/drawing/2014/main" id="{D374F7A0-21A9-0CA3-BB79-89C191DAD43A}"/>
                </a:ext>
              </a:extLst>
            </p:cNvPr>
            <p:cNvSpPr/>
            <p:nvPr/>
          </p:nvSpPr>
          <p:spPr>
            <a:xfrm rot="13347487">
              <a:off x="835450" y="2174030"/>
              <a:ext cx="528719" cy="582416"/>
            </a:xfrm>
            <a:prstGeom prst="arc">
              <a:avLst>
                <a:gd name="adj1" fmla="val 15552790"/>
                <a:gd name="adj2" fmla="val 679068"/>
              </a:avLst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6" name="文本框 55">
            <a:extLst>
              <a:ext uri="{FF2B5EF4-FFF2-40B4-BE49-F238E27FC236}">
                <a16:creationId xmlns:a16="http://schemas.microsoft.com/office/drawing/2014/main" id="{968A4577-38D4-3EAD-0B6B-8787A4FFF086}"/>
              </a:ext>
            </a:extLst>
          </p:cNvPr>
          <p:cNvSpPr txBox="1"/>
          <p:nvPr/>
        </p:nvSpPr>
        <p:spPr>
          <a:xfrm>
            <a:off x="100438" y="2359140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双向液压定量泵</a:t>
            </a: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9F3575CF-C139-793E-E2F3-8591359494D6}"/>
              </a:ext>
            </a:extLst>
          </p:cNvPr>
          <p:cNvGrpSpPr/>
          <p:nvPr/>
        </p:nvGrpSpPr>
        <p:grpSpPr>
          <a:xfrm>
            <a:off x="343586" y="2868207"/>
            <a:ext cx="1226976" cy="1025525"/>
            <a:chOff x="137193" y="1949450"/>
            <a:chExt cx="1226976" cy="1025525"/>
          </a:xfrm>
        </p:grpSpPr>
        <p:sp>
          <p:nvSpPr>
            <p:cNvPr id="58" name="椭圆 57">
              <a:extLst>
                <a:ext uri="{FF2B5EF4-FFF2-40B4-BE49-F238E27FC236}">
                  <a16:creationId xmlns:a16="http://schemas.microsoft.com/office/drawing/2014/main" id="{7B24F106-E579-3FB0-FEBE-B6DEC47CF4C6}"/>
                </a:ext>
              </a:extLst>
            </p:cNvPr>
            <p:cNvSpPr/>
            <p:nvPr/>
          </p:nvSpPr>
          <p:spPr>
            <a:xfrm>
              <a:off x="137193" y="2194426"/>
              <a:ext cx="570999" cy="57099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6B4EC4A9-F4EA-50EB-72B6-72EAA4446DCB}"/>
                </a:ext>
              </a:extLst>
            </p:cNvPr>
            <p:cNvGrpSpPr/>
            <p:nvPr/>
          </p:nvGrpSpPr>
          <p:grpSpPr>
            <a:xfrm>
              <a:off x="422692" y="1949450"/>
              <a:ext cx="1" cy="316976"/>
              <a:chOff x="422692" y="1949450"/>
              <a:chExt cx="1" cy="316976"/>
            </a:xfrm>
          </p:grpSpPr>
          <p:cxnSp>
            <p:nvCxnSpPr>
              <p:cNvPr id="66" name="直接连接符 65">
                <a:extLst>
                  <a:ext uri="{FF2B5EF4-FFF2-40B4-BE49-F238E27FC236}">
                    <a16:creationId xmlns:a16="http://schemas.microsoft.com/office/drawing/2014/main" id="{902E8481-453D-81E3-7B83-F345E2521D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692" y="2194426"/>
                <a:ext cx="1" cy="72000"/>
              </a:xfrm>
              <a:prstGeom prst="line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直接连接符 66">
                <a:extLst>
                  <a:ext uri="{FF2B5EF4-FFF2-40B4-BE49-F238E27FC236}">
                    <a16:creationId xmlns:a16="http://schemas.microsoft.com/office/drawing/2014/main" id="{08F14468-7B07-805E-84B5-4427752858DD}"/>
                  </a:ext>
                </a:extLst>
              </p:cNvPr>
              <p:cNvCxnSpPr>
                <a:cxnSpLocks/>
                <a:stCxn id="58" idx="0"/>
              </p:cNvCxnSpPr>
              <p:nvPr/>
            </p:nvCxnSpPr>
            <p:spPr>
              <a:xfrm flipH="1" flipV="1">
                <a:off x="422692" y="1949450"/>
                <a:ext cx="1" cy="24497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2AFEA5AF-91AA-3405-B4AC-F7E8B930CD14}"/>
                </a:ext>
              </a:extLst>
            </p:cNvPr>
            <p:cNvGrpSpPr/>
            <p:nvPr/>
          </p:nvGrpSpPr>
          <p:grpSpPr>
            <a:xfrm flipV="1">
              <a:off x="422692" y="2693425"/>
              <a:ext cx="1" cy="281550"/>
              <a:chOff x="422692" y="1984876"/>
              <a:chExt cx="1" cy="281550"/>
            </a:xfrm>
          </p:grpSpPr>
          <p:cxnSp>
            <p:nvCxnSpPr>
              <p:cNvPr id="64" name="直接连接符 63">
                <a:extLst>
                  <a:ext uri="{FF2B5EF4-FFF2-40B4-BE49-F238E27FC236}">
                    <a16:creationId xmlns:a16="http://schemas.microsoft.com/office/drawing/2014/main" id="{E85A280B-E82F-E9D8-6283-FA7F0BDE91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692" y="2194426"/>
                <a:ext cx="1" cy="72000"/>
              </a:xfrm>
              <a:prstGeom prst="line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直接连接符 64">
                <a:extLst>
                  <a:ext uri="{FF2B5EF4-FFF2-40B4-BE49-F238E27FC236}">
                    <a16:creationId xmlns:a16="http://schemas.microsoft.com/office/drawing/2014/main" id="{5AAD312A-D67C-CD57-FB27-7923FAFC1C63}"/>
                  </a:ext>
                </a:extLst>
              </p:cNvPr>
              <p:cNvCxnSpPr>
                <a:cxnSpLocks/>
                <a:stCxn id="58" idx="4"/>
              </p:cNvCxnSpPr>
              <p:nvPr/>
            </p:nvCxnSpPr>
            <p:spPr>
              <a:xfrm flipV="1">
                <a:off x="422693" y="1984876"/>
                <a:ext cx="0" cy="20955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7013FCA5-06E0-E266-24FD-D20E5FD3CBAB}"/>
                </a:ext>
              </a:extLst>
            </p:cNvPr>
            <p:cNvCxnSpPr>
              <a:cxnSpLocks/>
            </p:cNvCxnSpPr>
            <p:nvPr/>
          </p:nvCxnSpPr>
          <p:spPr>
            <a:xfrm>
              <a:off x="708192" y="2411730"/>
              <a:ext cx="391617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40A256B8-AC9E-7C3F-50B5-5592E42FB679}"/>
                </a:ext>
              </a:extLst>
            </p:cNvPr>
            <p:cNvCxnSpPr>
              <a:cxnSpLocks/>
            </p:cNvCxnSpPr>
            <p:nvPr/>
          </p:nvCxnSpPr>
          <p:spPr>
            <a:xfrm>
              <a:off x="708192" y="2532380"/>
              <a:ext cx="391617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3" name="弧形 62">
              <a:extLst>
                <a:ext uri="{FF2B5EF4-FFF2-40B4-BE49-F238E27FC236}">
                  <a16:creationId xmlns:a16="http://schemas.microsoft.com/office/drawing/2014/main" id="{00C4EC3F-6AA5-28BB-31E1-F8D632B4F0C9}"/>
                </a:ext>
              </a:extLst>
            </p:cNvPr>
            <p:cNvSpPr/>
            <p:nvPr/>
          </p:nvSpPr>
          <p:spPr>
            <a:xfrm rot="13347487">
              <a:off x="835450" y="2174030"/>
              <a:ext cx="528719" cy="582416"/>
            </a:xfrm>
            <a:prstGeom prst="arc">
              <a:avLst>
                <a:gd name="adj1" fmla="val 15552790"/>
                <a:gd name="adj2" fmla="val 679068"/>
              </a:avLst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8" name="文本框 67">
            <a:extLst>
              <a:ext uri="{FF2B5EF4-FFF2-40B4-BE49-F238E27FC236}">
                <a16:creationId xmlns:a16="http://schemas.microsoft.com/office/drawing/2014/main" id="{A206987E-32FC-0C4F-D021-AD30B9F9C381}"/>
              </a:ext>
            </a:extLst>
          </p:cNvPr>
          <p:cNvSpPr txBox="1"/>
          <p:nvPr/>
        </p:nvSpPr>
        <p:spPr>
          <a:xfrm>
            <a:off x="213454" y="4022137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双向液压马达</a:t>
            </a:r>
          </a:p>
        </p:txBody>
      </p: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AD767150-0D6A-B032-13E9-033F652EBABE}"/>
              </a:ext>
            </a:extLst>
          </p:cNvPr>
          <p:cNvGrpSpPr/>
          <p:nvPr/>
        </p:nvGrpSpPr>
        <p:grpSpPr>
          <a:xfrm>
            <a:off x="241968" y="4541637"/>
            <a:ext cx="1207363" cy="657339"/>
            <a:chOff x="166791" y="5011752"/>
            <a:chExt cx="1207363" cy="657339"/>
          </a:xfrm>
        </p:grpSpPr>
        <p:sp>
          <p:nvSpPr>
            <p:cNvPr id="71" name="菱形 70">
              <a:extLst>
                <a:ext uri="{FF2B5EF4-FFF2-40B4-BE49-F238E27FC236}">
                  <a16:creationId xmlns:a16="http://schemas.microsoft.com/office/drawing/2014/main" id="{ECA4B898-72A7-EBF0-2B06-7FAF28119C76}"/>
                </a:ext>
              </a:extLst>
            </p:cNvPr>
            <p:cNvSpPr/>
            <p:nvPr/>
          </p:nvSpPr>
          <p:spPr>
            <a:xfrm>
              <a:off x="494262" y="5011752"/>
              <a:ext cx="472845" cy="472845"/>
            </a:xfrm>
            <a:prstGeom prst="diamon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70" name="直接连接符 69">
              <a:extLst>
                <a:ext uri="{FF2B5EF4-FFF2-40B4-BE49-F238E27FC236}">
                  <a16:creationId xmlns:a16="http://schemas.microsoft.com/office/drawing/2014/main" id="{31703EA5-CEE3-8601-0D79-0B64D30B2B12}"/>
                </a:ext>
              </a:extLst>
            </p:cNvPr>
            <p:cNvCxnSpPr>
              <a:cxnSpLocks/>
            </p:cNvCxnSpPr>
            <p:nvPr/>
          </p:nvCxnSpPr>
          <p:spPr>
            <a:xfrm>
              <a:off x="166791" y="5238750"/>
              <a:ext cx="1207363" cy="942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C603A17B-75A9-90BB-A7DF-A862DE4706B0}"/>
                </a:ext>
              </a:extLst>
            </p:cNvPr>
            <p:cNvCxnSpPr>
              <a:cxnSpLocks/>
              <a:stCxn id="71" idx="0"/>
              <a:endCxn id="71" idx="2"/>
            </p:cNvCxnSpPr>
            <p:nvPr/>
          </p:nvCxnSpPr>
          <p:spPr>
            <a:xfrm>
              <a:off x="730685" y="5011752"/>
              <a:ext cx="0" cy="472845"/>
            </a:xfrm>
            <a:prstGeom prst="line">
              <a:avLst/>
            </a:prstGeom>
            <a:ln w="12700">
              <a:headEnd type="triangle" w="sm" len="sm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3462F6E7-1806-336E-AC4E-DCB03363BD40}"/>
                </a:ext>
              </a:extLst>
            </p:cNvPr>
            <p:cNvCxnSpPr>
              <a:cxnSpLocks/>
            </p:cNvCxnSpPr>
            <p:nvPr/>
          </p:nvCxnSpPr>
          <p:spPr>
            <a:xfrm>
              <a:off x="581448" y="5340422"/>
              <a:ext cx="0" cy="328669"/>
            </a:xfrm>
            <a:prstGeom prst="line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F3FF23C2-AF67-9706-61D4-CC122C350F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9922" y="5585398"/>
              <a:ext cx="1" cy="72000"/>
            </a:xfrm>
            <a:prstGeom prst="line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接连接符 81">
              <a:extLst>
                <a:ext uri="{FF2B5EF4-FFF2-40B4-BE49-F238E27FC236}">
                  <a16:creationId xmlns:a16="http://schemas.microsoft.com/office/drawing/2014/main" id="{E61BD101-90D6-038E-7458-5708BC8E10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9922" y="5340422"/>
              <a:ext cx="1" cy="244976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文本框 83">
            <a:extLst>
              <a:ext uri="{FF2B5EF4-FFF2-40B4-BE49-F238E27FC236}">
                <a16:creationId xmlns:a16="http://schemas.microsoft.com/office/drawing/2014/main" id="{41033EEF-CC3B-7579-96CA-E26E1A3EE8EB}"/>
              </a:ext>
            </a:extLst>
          </p:cNvPr>
          <p:cNvSpPr txBox="1"/>
          <p:nvPr/>
        </p:nvSpPr>
        <p:spPr>
          <a:xfrm>
            <a:off x="369743" y="529931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热交换器</a:t>
            </a:r>
          </a:p>
        </p:txBody>
      </p:sp>
      <p:grpSp>
        <p:nvGrpSpPr>
          <p:cNvPr id="90" name="组合 89">
            <a:extLst>
              <a:ext uri="{FF2B5EF4-FFF2-40B4-BE49-F238E27FC236}">
                <a16:creationId xmlns:a16="http://schemas.microsoft.com/office/drawing/2014/main" id="{86547402-7D1E-9A78-2E83-638CE8534BDD}"/>
              </a:ext>
            </a:extLst>
          </p:cNvPr>
          <p:cNvGrpSpPr/>
          <p:nvPr/>
        </p:nvGrpSpPr>
        <p:grpSpPr>
          <a:xfrm>
            <a:off x="262313" y="5833954"/>
            <a:ext cx="1207363" cy="472845"/>
            <a:chOff x="358561" y="6030882"/>
            <a:chExt cx="1207363" cy="472845"/>
          </a:xfrm>
        </p:grpSpPr>
        <p:cxnSp>
          <p:nvCxnSpPr>
            <p:cNvPr id="86" name="直接连接符 85">
              <a:extLst>
                <a:ext uri="{FF2B5EF4-FFF2-40B4-BE49-F238E27FC236}">
                  <a16:creationId xmlns:a16="http://schemas.microsoft.com/office/drawing/2014/main" id="{9EFE743D-3293-2235-8F9B-09B986A87F79}"/>
                </a:ext>
              </a:extLst>
            </p:cNvPr>
            <p:cNvCxnSpPr>
              <a:cxnSpLocks/>
            </p:cNvCxnSpPr>
            <p:nvPr/>
          </p:nvCxnSpPr>
          <p:spPr>
            <a:xfrm>
              <a:off x="358561" y="6273075"/>
              <a:ext cx="1207363" cy="942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5" name="菱形 84">
              <a:extLst>
                <a:ext uri="{FF2B5EF4-FFF2-40B4-BE49-F238E27FC236}">
                  <a16:creationId xmlns:a16="http://schemas.microsoft.com/office/drawing/2014/main" id="{2E01EA11-27AC-D76A-AC42-8392C850E56E}"/>
                </a:ext>
              </a:extLst>
            </p:cNvPr>
            <p:cNvSpPr/>
            <p:nvPr/>
          </p:nvSpPr>
          <p:spPr>
            <a:xfrm>
              <a:off x="668664" y="6030882"/>
              <a:ext cx="472845" cy="472845"/>
            </a:xfrm>
            <a:prstGeom prst="diamon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3E97F9F0-B8D4-D191-77B2-B0796627978B}"/>
                </a:ext>
              </a:extLst>
            </p:cNvPr>
            <p:cNvCxnSpPr>
              <a:cxnSpLocks/>
              <a:stCxn id="85" idx="0"/>
              <a:endCxn id="85" idx="2"/>
            </p:cNvCxnSpPr>
            <p:nvPr/>
          </p:nvCxnSpPr>
          <p:spPr>
            <a:xfrm>
              <a:off x="905087" y="6030882"/>
              <a:ext cx="0" cy="472845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1" name="文本框 90">
            <a:extLst>
              <a:ext uri="{FF2B5EF4-FFF2-40B4-BE49-F238E27FC236}">
                <a16:creationId xmlns:a16="http://schemas.microsoft.com/office/drawing/2014/main" id="{1374532F-6244-FA4B-11EE-EE6D1873436F}"/>
              </a:ext>
            </a:extLst>
          </p:cNvPr>
          <p:cNvSpPr txBox="1"/>
          <p:nvPr/>
        </p:nvSpPr>
        <p:spPr>
          <a:xfrm>
            <a:off x="414513" y="6387143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过滤器</a:t>
            </a: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F49BD5BA-5117-25BD-EBF4-DC8EDDEA1315}"/>
              </a:ext>
            </a:extLst>
          </p:cNvPr>
          <p:cNvGrpSpPr/>
          <p:nvPr/>
        </p:nvGrpSpPr>
        <p:grpSpPr>
          <a:xfrm>
            <a:off x="1697820" y="166055"/>
            <a:ext cx="1202153" cy="572400"/>
            <a:chOff x="2271136" y="166055"/>
            <a:chExt cx="1202153" cy="572400"/>
          </a:xfrm>
        </p:grpSpPr>
        <p:sp>
          <p:nvSpPr>
            <p:cNvPr id="93" name="弦形 92">
              <a:extLst>
                <a:ext uri="{FF2B5EF4-FFF2-40B4-BE49-F238E27FC236}">
                  <a16:creationId xmlns:a16="http://schemas.microsoft.com/office/drawing/2014/main" id="{C2C3B516-3739-F60E-2E62-BEB946CA9FAA}"/>
                </a:ext>
              </a:extLst>
            </p:cNvPr>
            <p:cNvSpPr/>
            <p:nvPr/>
          </p:nvSpPr>
          <p:spPr>
            <a:xfrm rot="16200000">
              <a:off x="2271136" y="166055"/>
              <a:ext cx="572400" cy="572400"/>
            </a:xfrm>
            <a:prstGeom prst="chord">
              <a:avLst>
                <a:gd name="adj1" fmla="val 876"/>
                <a:gd name="adj2" fmla="val 10808258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94" name="直接连接符 93">
              <a:extLst>
                <a:ext uri="{FF2B5EF4-FFF2-40B4-BE49-F238E27FC236}">
                  <a16:creationId xmlns:a16="http://schemas.microsoft.com/office/drawing/2014/main" id="{A37D02CC-F419-8A93-01C5-8FA0DB097473}"/>
                </a:ext>
              </a:extLst>
            </p:cNvPr>
            <p:cNvCxnSpPr>
              <a:cxnSpLocks/>
            </p:cNvCxnSpPr>
            <p:nvPr/>
          </p:nvCxnSpPr>
          <p:spPr>
            <a:xfrm>
              <a:off x="2271136" y="323669"/>
              <a:ext cx="416375" cy="0"/>
            </a:xfrm>
            <a:prstGeom prst="line">
              <a:avLst/>
            </a:prstGeom>
            <a:ln w="127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接连接符 96">
              <a:extLst>
                <a:ext uri="{FF2B5EF4-FFF2-40B4-BE49-F238E27FC236}">
                  <a16:creationId xmlns:a16="http://schemas.microsoft.com/office/drawing/2014/main" id="{B85B1BE0-8F73-BA27-D230-79E6D463F480}"/>
                </a:ext>
              </a:extLst>
            </p:cNvPr>
            <p:cNvCxnSpPr>
              <a:cxnSpLocks/>
            </p:cNvCxnSpPr>
            <p:nvPr/>
          </p:nvCxnSpPr>
          <p:spPr>
            <a:xfrm>
              <a:off x="2271136" y="605084"/>
              <a:ext cx="416375" cy="0"/>
            </a:xfrm>
            <a:prstGeom prst="line">
              <a:avLst/>
            </a:prstGeom>
            <a:ln w="127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接连接符 99">
              <a:extLst>
                <a:ext uri="{FF2B5EF4-FFF2-40B4-BE49-F238E27FC236}">
                  <a16:creationId xmlns:a16="http://schemas.microsoft.com/office/drawing/2014/main" id="{2E9CD154-A3DF-DFEF-FEB5-683F83322859}"/>
                </a:ext>
              </a:extLst>
            </p:cNvPr>
            <p:cNvCxnSpPr>
              <a:cxnSpLocks/>
            </p:cNvCxnSpPr>
            <p:nvPr/>
          </p:nvCxnSpPr>
          <p:spPr>
            <a:xfrm>
              <a:off x="2843536" y="377009"/>
              <a:ext cx="629753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BC2B2EA8-1868-BCD7-4BC5-2C8211DC327B}"/>
                </a:ext>
              </a:extLst>
            </p:cNvPr>
            <p:cNvCxnSpPr>
              <a:cxnSpLocks/>
            </p:cNvCxnSpPr>
            <p:nvPr/>
          </p:nvCxnSpPr>
          <p:spPr>
            <a:xfrm>
              <a:off x="2843536" y="522878"/>
              <a:ext cx="629753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3" name="文本框 102">
            <a:extLst>
              <a:ext uri="{FF2B5EF4-FFF2-40B4-BE49-F238E27FC236}">
                <a16:creationId xmlns:a16="http://schemas.microsoft.com/office/drawing/2014/main" id="{310836D7-2D59-BFD1-7815-3F7BC0F53498}"/>
              </a:ext>
            </a:extLst>
          </p:cNvPr>
          <p:cNvSpPr txBox="1"/>
          <p:nvPr/>
        </p:nvSpPr>
        <p:spPr>
          <a:xfrm>
            <a:off x="1861821" y="835942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摆动油缸</a:t>
            </a:r>
          </a:p>
        </p:txBody>
      </p:sp>
      <p:grpSp>
        <p:nvGrpSpPr>
          <p:cNvPr id="189" name="组合 188">
            <a:extLst>
              <a:ext uri="{FF2B5EF4-FFF2-40B4-BE49-F238E27FC236}">
                <a16:creationId xmlns:a16="http://schemas.microsoft.com/office/drawing/2014/main" id="{F0AE2337-7BAE-5FA3-FA50-64C8EB31D811}"/>
              </a:ext>
            </a:extLst>
          </p:cNvPr>
          <p:cNvGrpSpPr/>
          <p:nvPr/>
        </p:nvGrpSpPr>
        <p:grpSpPr>
          <a:xfrm>
            <a:off x="1906007" y="1262300"/>
            <a:ext cx="416376" cy="1021564"/>
            <a:chOff x="1923115" y="1345904"/>
            <a:chExt cx="416376" cy="1021564"/>
          </a:xfrm>
        </p:grpSpPr>
        <p:sp>
          <p:nvSpPr>
            <p:cNvPr id="105" name="流程图: 终止 104">
              <a:extLst>
                <a:ext uri="{FF2B5EF4-FFF2-40B4-BE49-F238E27FC236}">
                  <a16:creationId xmlns:a16="http://schemas.microsoft.com/office/drawing/2014/main" id="{E8B4785D-DCDB-8AE7-E55A-8E4D7E0FC54C}"/>
                </a:ext>
              </a:extLst>
            </p:cNvPr>
            <p:cNvSpPr/>
            <p:nvPr/>
          </p:nvSpPr>
          <p:spPr>
            <a:xfrm rot="5400000">
              <a:off x="1705703" y="1563316"/>
              <a:ext cx="851199" cy="416376"/>
            </a:xfrm>
            <a:prstGeom prst="flowChartTerminato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107" name="直接连接符 106">
              <a:extLst>
                <a:ext uri="{FF2B5EF4-FFF2-40B4-BE49-F238E27FC236}">
                  <a16:creationId xmlns:a16="http://schemas.microsoft.com/office/drawing/2014/main" id="{61842532-167F-7F73-C0C1-4620BD6E2DDD}"/>
                </a:ext>
              </a:extLst>
            </p:cNvPr>
            <p:cNvCxnSpPr>
              <a:cxnSpLocks/>
              <a:stCxn id="105" idx="2"/>
              <a:endCxn id="105" idx="0"/>
            </p:cNvCxnSpPr>
            <p:nvPr/>
          </p:nvCxnSpPr>
          <p:spPr>
            <a:xfrm>
              <a:off x="1923115" y="1771505"/>
              <a:ext cx="416376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C102B0EE-1E44-88F2-A597-BEBB10C57745}"/>
                </a:ext>
              </a:extLst>
            </p:cNvPr>
            <p:cNvGrpSpPr/>
            <p:nvPr/>
          </p:nvGrpSpPr>
          <p:grpSpPr>
            <a:xfrm rot="5400000">
              <a:off x="2017734" y="1591958"/>
              <a:ext cx="227135" cy="123956"/>
              <a:chOff x="3977736" y="1290179"/>
              <a:chExt cx="1306108" cy="712792"/>
            </a:xfrm>
          </p:grpSpPr>
          <p:cxnSp>
            <p:nvCxnSpPr>
              <p:cNvPr id="170" name="直接连接符 169">
                <a:extLst>
                  <a:ext uri="{FF2B5EF4-FFF2-40B4-BE49-F238E27FC236}">
                    <a16:creationId xmlns:a16="http://schemas.microsoft.com/office/drawing/2014/main" id="{5A86AA91-B76B-022E-B307-587B5321D22E}"/>
                  </a:ext>
                </a:extLst>
              </p:cNvPr>
              <p:cNvCxnSpPr/>
              <p:nvPr/>
            </p:nvCxnSpPr>
            <p:spPr>
              <a:xfrm flipV="1">
                <a:off x="4688113" y="1291771"/>
                <a:ext cx="174171" cy="71120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1" name="直接连接符 170">
                <a:extLst>
                  <a:ext uri="{FF2B5EF4-FFF2-40B4-BE49-F238E27FC236}">
                    <a16:creationId xmlns:a16="http://schemas.microsoft.com/office/drawing/2014/main" id="{0B155086-78C9-DC63-3E2D-E32E42ADAD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862284" y="1291771"/>
                <a:ext cx="174171" cy="71120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2" name="直接连接符 171">
                <a:extLst>
                  <a:ext uri="{FF2B5EF4-FFF2-40B4-BE49-F238E27FC236}">
                    <a16:creationId xmlns:a16="http://schemas.microsoft.com/office/drawing/2014/main" id="{C14ABEED-3246-F0BB-3144-C72CA908E3F9}"/>
                  </a:ext>
                </a:extLst>
              </p:cNvPr>
              <p:cNvCxnSpPr/>
              <p:nvPr/>
            </p:nvCxnSpPr>
            <p:spPr>
              <a:xfrm flipV="1">
                <a:off x="4331389" y="1290971"/>
                <a:ext cx="174171" cy="71120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3" name="直接连接符 172">
                <a:extLst>
                  <a:ext uri="{FF2B5EF4-FFF2-40B4-BE49-F238E27FC236}">
                    <a16:creationId xmlns:a16="http://schemas.microsoft.com/office/drawing/2014/main" id="{D90E16E4-E69D-0D97-E045-7BA8BCC9261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509751" y="1290971"/>
                <a:ext cx="174171" cy="71120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" name="直接连接符 173">
                <a:extLst>
                  <a:ext uri="{FF2B5EF4-FFF2-40B4-BE49-F238E27FC236}">
                    <a16:creationId xmlns:a16="http://schemas.microsoft.com/office/drawing/2014/main" id="{76D427E1-804C-0497-1ADC-569785B7930C}"/>
                  </a:ext>
                </a:extLst>
              </p:cNvPr>
              <p:cNvCxnSpPr/>
              <p:nvPr/>
            </p:nvCxnSpPr>
            <p:spPr>
              <a:xfrm flipV="1">
                <a:off x="3977736" y="1290971"/>
                <a:ext cx="174171" cy="71120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" name="直接连接符 174">
                <a:extLst>
                  <a:ext uri="{FF2B5EF4-FFF2-40B4-BE49-F238E27FC236}">
                    <a16:creationId xmlns:a16="http://schemas.microsoft.com/office/drawing/2014/main" id="{1FD114A0-AC6F-D45A-399F-88AAEC3215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53027" y="1290971"/>
                <a:ext cx="174171" cy="71120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" name="直接连接符 176">
                <a:extLst>
                  <a:ext uri="{FF2B5EF4-FFF2-40B4-BE49-F238E27FC236}">
                    <a16:creationId xmlns:a16="http://schemas.microsoft.com/office/drawing/2014/main" id="{63E78C60-DC92-7BD4-309B-EBD5050C1284}"/>
                  </a:ext>
                </a:extLst>
              </p:cNvPr>
              <p:cNvCxnSpPr/>
              <p:nvPr/>
            </p:nvCxnSpPr>
            <p:spPr>
              <a:xfrm flipV="1">
                <a:off x="5036455" y="1290971"/>
                <a:ext cx="174171" cy="71120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" name="直接连接符 177">
                <a:extLst>
                  <a:ext uri="{FF2B5EF4-FFF2-40B4-BE49-F238E27FC236}">
                    <a16:creationId xmlns:a16="http://schemas.microsoft.com/office/drawing/2014/main" id="{CEB378F5-83F2-B11D-0352-61CB5EE4D13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068639" y="1432165"/>
                <a:ext cx="357191" cy="73219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4" name="直接连接符 183">
              <a:extLst>
                <a:ext uri="{FF2B5EF4-FFF2-40B4-BE49-F238E27FC236}">
                  <a16:creationId xmlns:a16="http://schemas.microsoft.com/office/drawing/2014/main" id="{8ECB6218-FB8A-0C08-17FD-CD395BA7FC5C}"/>
                </a:ext>
              </a:extLst>
            </p:cNvPr>
            <p:cNvCxnSpPr>
              <a:cxnSpLocks/>
              <a:stCxn id="105" idx="3"/>
            </p:cNvCxnSpPr>
            <p:nvPr/>
          </p:nvCxnSpPr>
          <p:spPr>
            <a:xfrm>
              <a:off x="2131303" y="2197104"/>
              <a:ext cx="0" cy="170364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90" name="文本框 189">
            <a:extLst>
              <a:ext uri="{FF2B5EF4-FFF2-40B4-BE49-F238E27FC236}">
                <a16:creationId xmlns:a16="http://schemas.microsoft.com/office/drawing/2014/main" id="{808A17E9-69A6-762A-FC8E-26C2E6260192}"/>
              </a:ext>
            </a:extLst>
          </p:cNvPr>
          <p:cNvSpPr txBox="1"/>
          <p:nvPr/>
        </p:nvSpPr>
        <p:spPr>
          <a:xfrm>
            <a:off x="1697820" y="2366803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弹簧式蓄能器</a:t>
            </a:r>
          </a:p>
        </p:txBody>
      </p:sp>
      <p:grpSp>
        <p:nvGrpSpPr>
          <p:cNvPr id="205" name="组合 204">
            <a:extLst>
              <a:ext uri="{FF2B5EF4-FFF2-40B4-BE49-F238E27FC236}">
                <a16:creationId xmlns:a16="http://schemas.microsoft.com/office/drawing/2014/main" id="{286FF0B8-5641-F7EF-669A-49431BE69749}"/>
              </a:ext>
            </a:extLst>
          </p:cNvPr>
          <p:cNvGrpSpPr/>
          <p:nvPr/>
        </p:nvGrpSpPr>
        <p:grpSpPr>
          <a:xfrm>
            <a:off x="1983318" y="2773336"/>
            <a:ext cx="416376" cy="1021564"/>
            <a:chOff x="1928356" y="2887900"/>
            <a:chExt cx="416376" cy="1021564"/>
          </a:xfrm>
        </p:grpSpPr>
        <p:sp>
          <p:nvSpPr>
            <p:cNvPr id="192" name="流程图: 终止 191">
              <a:extLst>
                <a:ext uri="{FF2B5EF4-FFF2-40B4-BE49-F238E27FC236}">
                  <a16:creationId xmlns:a16="http://schemas.microsoft.com/office/drawing/2014/main" id="{DB2CB4AB-4BB6-CC29-054C-E3E16B95BD85}"/>
                </a:ext>
              </a:extLst>
            </p:cNvPr>
            <p:cNvSpPr/>
            <p:nvPr/>
          </p:nvSpPr>
          <p:spPr>
            <a:xfrm rot="5400000">
              <a:off x="1710944" y="3105312"/>
              <a:ext cx="851199" cy="416376"/>
            </a:xfrm>
            <a:prstGeom prst="flowChartTerminator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193" name="直接连接符 192">
              <a:extLst>
                <a:ext uri="{FF2B5EF4-FFF2-40B4-BE49-F238E27FC236}">
                  <a16:creationId xmlns:a16="http://schemas.microsoft.com/office/drawing/2014/main" id="{40A406E5-0AAD-0E49-AB95-7C95F4E70DCF}"/>
                </a:ext>
              </a:extLst>
            </p:cNvPr>
            <p:cNvCxnSpPr>
              <a:cxnSpLocks/>
              <a:stCxn id="192" idx="2"/>
              <a:endCxn id="192" idx="0"/>
            </p:cNvCxnSpPr>
            <p:nvPr/>
          </p:nvCxnSpPr>
          <p:spPr>
            <a:xfrm>
              <a:off x="1928356" y="3313501"/>
              <a:ext cx="416376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5" name="直接连接符 194">
              <a:extLst>
                <a:ext uri="{FF2B5EF4-FFF2-40B4-BE49-F238E27FC236}">
                  <a16:creationId xmlns:a16="http://schemas.microsoft.com/office/drawing/2014/main" id="{55E1D71A-E840-B5B4-108E-5522CF743312}"/>
                </a:ext>
              </a:extLst>
            </p:cNvPr>
            <p:cNvCxnSpPr>
              <a:cxnSpLocks/>
              <a:stCxn id="192" idx="3"/>
            </p:cNvCxnSpPr>
            <p:nvPr/>
          </p:nvCxnSpPr>
          <p:spPr>
            <a:xfrm>
              <a:off x="2136544" y="3739100"/>
              <a:ext cx="0" cy="170364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4" name="等腰三角形 203">
              <a:extLst>
                <a:ext uri="{FF2B5EF4-FFF2-40B4-BE49-F238E27FC236}">
                  <a16:creationId xmlns:a16="http://schemas.microsoft.com/office/drawing/2014/main" id="{A82DA866-2FBB-831D-69A8-22FDBD533BA0}"/>
                </a:ext>
              </a:extLst>
            </p:cNvPr>
            <p:cNvSpPr/>
            <p:nvPr/>
          </p:nvSpPr>
          <p:spPr>
            <a:xfrm rot="10800000">
              <a:off x="2069868" y="3195796"/>
              <a:ext cx="133350" cy="114957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sp>
        <p:nvSpPr>
          <p:cNvPr id="206" name="文本框 205">
            <a:extLst>
              <a:ext uri="{FF2B5EF4-FFF2-40B4-BE49-F238E27FC236}">
                <a16:creationId xmlns:a16="http://schemas.microsoft.com/office/drawing/2014/main" id="{4C29FFEB-8A74-726E-1103-536C9963E0D8}"/>
              </a:ext>
            </a:extLst>
          </p:cNvPr>
          <p:cNvSpPr txBox="1"/>
          <p:nvPr/>
        </p:nvSpPr>
        <p:spPr>
          <a:xfrm>
            <a:off x="1664172" y="4015524"/>
            <a:ext cx="1306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气压式蓄能器</a:t>
            </a:r>
          </a:p>
        </p:txBody>
      </p:sp>
      <p:grpSp>
        <p:nvGrpSpPr>
          <p:cNvPr id="233" name="组合 232">
            <a:extLst>
              <a:ext uri="{FF2B5EF4-FFF2-40B4-BE49-F238E27FC236}">
                <a16:creationId xmlns:a16="http://schemas.microsoft.com/office/drawing/2014/main" id="{7FFC57D2-F8F4-B00F-1613-562B5A60F83E}"/>
              </a:ext>
            </a:extLst>
          </p:cNvPr>
          <p:cNvGrpSpPr/>
          <p:nvPr/>
        </p:nvGrpSpPr>
        <p:grpSpPr>
          <a:xfrm>
            <a:off x="1943907" y="4383860"/>
            <a:ext cx="652626" cy="830326"/>
            <a:chOff x="1787881" y="4447374"/>
            <a:chExt cx="652626" cy="830326"/>
          </a:xfrm>
        </p:grpSpPr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07692725-80A6-225D-C94C-3C901D6EC862}"/>
                </a:ext>
              </a:extLst>
            </p:cNvPr>
            <p:cNvSpPr/>
            <p:nvPr/>
          </p:nvSpPr>
          <p:spPr>
            <a:xfrm>
              <a:off x="1906006" y="4686300"/>
              <a:ext cx="416375" cy="4163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209" name="直接连接符 208">
              <a:extLst>
                <a:ext uri="{FF2B5EF4-FFF2-40B4-BE49-F238E27FC236}">
                  <a16:creationId xmlns:a16="http://schemas.microsoft.com/office/drawing/2014/main" id="{2D6A2915-6F8F-82AD-4D8E-DF5472E9BA75}"/>
                </a:ext>
              </a:extLst>
            </p:cNvPr>
            <p:cNvCxnSpPr>
              <a:cxnSpLocks/>
            </p:cNvCxnSpPr>
            <p:nvPr/>
          </p:nvCxnSpPr>
          <p:spPr>
            <a:xfrm>
              <a:off x="2119771" y="4447374"/>
              <a:ext cx="139" cy="266915"/>
            </a:xfrm>
            <a:prstGeom prst="line">
              <a:avLst/>
            </a:prstGeom>
            <a:ln w="12700">
              <a:tailEnd type="oval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2" name="直接连接符 211">
              <a:extLst>
                <a:ext uri="{FF2B5EF4-FFF2-40B4-BE49-F238E27FC236}">
                  <a16:creationId xmlns:a16="http://schemas.microsoft.com/office/drawing/2014/main" id="{11A3A60C-0034-170B-E880-E58A9203907F}"/>
                </a:ext>
              </a:extLst>
            </p:cNvPr>
            <p:cNvCxnSpPr>
              <a:cxnSpLocks/>
              <a:stCxn id="207" idx="0"/>
            </p:cNvCxnSpPr>
            <p:nvPr/>
          </p:nvCxnSpPr>
          <p:spPr>
            <a:xfrm rot="16200000" flipH="1" flipV="1">
              <a:off x="1845504" y="4833985"/>
              <a:ext cx="416375" cy="121004"/>
            </a:xfrm>
            <a:prstGeom prst="bentConnector3">
              <a:avLst>
                <a:gd name="adj1" fmla="val 7626"/>
              </a:avLst>
            </a:prstGeom>
            <a:ln w="1270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8" name="直接连接符 211">
              <a:extLst>
                <a:ext uri="{FF2B5EF4-FFF2-40B4-BE49-F238E27FC236}">
                  <a16:creationId xmlns:a16="http://schemas.microsoft.com/office/drawing/2014/main" id="{CE4852AD-4F81-8E8B-BE63-581EA22465A6}"/>
                </a:ext>
              </a:extLst>
            </p:cNvPr>
            <p:cNvCxnSpPr>
              <a:cxnSpLocks/>
              <a:stCxn id="207" idx="0"/>
            </p:cNvCxnSpPr>
            <p:nvPr/>
          </p:nvCxnSpPr>
          <p:spPr>
            <a:xfrm rot="16200000" flipH="1">
              <a:off x="1967508" y="4832985"/>
              <a:ext cx="416375" cy="123005"/>
            </a:xfrm>
            <a:prstGeom prst="bentConnector3">
              <a:avLst>
                <a:gd name="adj1" fmla="val 7626"/>
              </a:avLst>
            </a:prstGeom>
            <a:ln w="12700"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3" name="弧形 222">
              <a:extLst>
                <a:ext uri="{FF2B5EF4-FFF2-40B4-BE49-F238E27FC236}">
                  <a16:creationId xmlns:a16="http://schemas.microsoft.com/office/drawing/2014/main" id="{BF4B2EBC-8AB5-68CE-2526-09C42ED025DD}"/>
                </a:ext>
              </a:extLst>
            </p:cNvPr>
            <p:cNvSpPr/>
            <p:nvPr/>
          </p:nvSpPr>
          <p:spPr>
            <a:xfrm rot="2700000">
              <a:off x="1787881" y="4776885"/>
              <a:ext cx="186841" cy="186841"/>
            </a:xfrm>
            <a:prstGeom prst="arc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4" name="弧形 223">
              <a:extLst>
                <a:ext uri="{FF2B5EF4-FFF2-40B4-BE49-F238E27FC236}">
                  <a16:creationId xmlns:a16="http://schemas.microsoft.com/office/drawing/2014/main" id="{F403CFEE-38DC-B872-DBBC-776084B0CA37}"/>
                </a:ext>
              </a:extLst>
            </p:cNvPr>
            <p:cNvSpPr/>
            <p:nvPr/>
          </p:nvSpPr>
          <p:spPr>
            <a:xfrm rot="18900000" flipH="1">
              <a:off x="2013654" y="4776886"/>
              <a:ext cx="186841" cy="186841"/>
            </a:xfrm>
            <a:prstGeom prst="arc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5" name="弧形 224">
              <a:extLst>
                <a:ext uri="{FF2B5EF4-FFF2-40B4-BE49-F238E27FC236}">
                  <a16:creationId xmlns:a16="http://schemas.microsoft.com/office/drawing/2014/main" id="{BBA940A6-6879-4199-8E69-A5D35EDC4983}"/>
                </a:ext>
              </a:extLst>
            </p:cNvPr>
            <p:cNvSpPr/>
            <p:nvPr/>
          </p:nvSpPr>
          <p:spPr>
            <a:xfrm rot="2700000">
              <a:off x="2027893" y="4783013"/>
              <a:ext cx="186841" cy="186841"/>
            </a:xfrm>
            <a:prstGeom prst="arc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弧形 225">
              <a:extLst>
                <a:ext uri="{FF2B5EF4-FFF2-40B4-BE49-F238E27FC236}">
                  <a16:creationId xmlns:a16="http://schemas.microsoft.com/office/drawing/2014/main" id="{2E706D08-E062-C47A-BA26-59160132B5AE}"/>
                </a:ext>
              </a:extLst>
            </p:cNvPr>
            <p:cNvSpPr/>
            <p:nvPr/>
          </p:nvSpPr>
          <p:spPr>
            <a:xfrm rot="18900000" flipH="1">
              <a:off x="2253666" y="4783014"/>
              <a:ext cx="186841" cy="186841"/>
            </a:xfrm>
            <a:prstGeom prst="arc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92FD7CDC-E863-2D63-5A29-6B8DACCB9FDC}"/>
                </a:ext>
              </a:extLst>
            </p:cNvPr>
            <p:cNvCxnSpPr>
              <a:cxnSpLocks/>
            </p:cNvCxnSpPr>
            <p:nvPr/>
          </p:nvCxnSpPr>
          <p:spPr>
            <a:xfrm>
              <a:off x="1993189" y="5102675"/>
              <a:ext cx="0" cy="17502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2" name="直接连接符 231">
              <a:extLst>
                <a:ext uri="{FF2B5EF4-FFF2-40B4-BE49-F238E27FC236}">
                  <a16:creationId xmlns:a16="http://schemas.microsoft.com/office/drawing/2014/main" id="{D0CBB7A7-AA12-63D4-9B6E-32FD6FC1D970}"/>
                </a:ext>
              </a:extLst>
            </p:cNvPr>
            <p:cNvCxnSpPr>
              <a:cxnSpLocks/>
            </p:cNvCxnSpPr>
            <p:nvPr/>
          </p:nvCxnSpPr>
          <p:spPr>
            <a:xfrm>
              <a:off x="2239662" y="5102675"/>
              <a:ext cx="0" cy="17502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4" name="文本框 233">
            <a:extLst>
              <a:ext uri="{FF2B5EF4-FFF2-40B4-BE49-F238E27FC236}">
                <a16:creationId xmlns:a16="http://schemas.microsoft.com/office/drawing/2014/main" id="{39B1FC25-9B06-E534-0651-2E97022C302A}"/>
              </a:ext>
            </a:extLst>
          </p:cNvPr>
          <p:cNvSpPr txBox="1"/>
          <p:nvPr/>
        </p:nvSpPr>
        <p:spPr>
          <a:xfrm>
            <a:off x="1908580" y="521418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分流器</a:t>
            </a:r>
          </a:p>
        </p:txBody>
      </p:sp>
      <p:grpSp>
        <p:nvGrpSpPr>
          <p:cNvPr id="267" name="组合 266">
            <a:extLst>
              <a:ext uri="{FF2B5EF4-FFF2-40B4-BE49-F238E27FC236}">
                <a16:creationId xmlns:a16="http://schemas.microsoft.com/office/drawing/2014/main" id="{102482CA-D13A-3D77-3C8E-18CF62F69D07}"/>
              </a:ext>
            </a:extLst>
          </p:cNvPr>
          <p:cNvGrpSpPr/>
          <p:nvPr/>
        </p:nvGrpSpPr>
        <p:grpSpPr>
          <a:xfrm>
            <a:off x="1881774" y="5873813"/>
            <a:ext cx="750081" cy="223591"/>
            <a:chOff x="1753554" y="6029325"/>
            <a:chExt cx="750081" cy="223591"/>
          </a:xfrm>
        </p:grpSpPr>
        <p:grpSp>
          <p:nvGrpSpPr>
            <p:cNvPr id="266" name="组合 265">
              <a:extLst>
                <a:ext uri="{FF2B5EF4-FFF2-40B4-BE49-F238E27FC236}">
                  <a16:creationId xmlns:a16="http://schemas.microsoft.com/office/drawing/2014/main" id="{8B5164C5-7FC2-F403-5167-A93B0FEEC21E}"/>
                </a:ext>
              </a:extLst>
            </p:cNvPr>
            <p:cNvGrpSpPr/>
            <p:nvPr/>
          </p:nvGrpSpPr>
          <p:grpSpPr>
            <a:xfrm>
              <a:off x="1753554" y="6029325"/>
              <a:ext cx="362504" cy="223591"/>
              <a:chOff x="1753554" y="6029325"/>
              <a:chExt cx="362504" cy="223591"/>
            </a:xfrm>
          </p:grpSpPr>
          <p:sp>
            <p:nvSpPr>
              <p:cNvPr id="235" name="矩形 234">
                <a:extLst>
                  <a:ext uri="{FF2B5EF4-FFF2-40B4-BE49-F238E27FC236}">
                    <a16:creationId xmlns:a16="http://schemas.microsoft.com/office/drawing/2014/main" id="{651A7CF6-6CFB-F2C3-46CF-0A62738E2572}"/>
                  </a:ext>
                </a:extLst>
              </p:cNvPr>
              <p:cNvSpPr/>
              <p:nvPr/>
            </p:nvSpPr>
            <p:spPr>
              <a:xfrm>
                <a:off x="1838325" y="6029325"/>
                <a:ext cx="223591" cy="22359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cxnSp>
            <p:nvCxnSpPr>
              <p:cNvPr id="239" name="直接箭头连接符 238">
                <a:extLst>
                  <a:ext uri="{FF2B5EF4-FFF2-40B4-BE49-F238E27FC236}">
                    <a16:creationId xmlns:a16="http://schemas.microsoft.com/office/drawing/2014/main" id="{4A29A2F4-F4BC-FD8F-8919-56BF9D6944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53554" y="6129577"/>
                <a:ext cx="251172" cy="0"/>
              </a:xfrm>
              <a:prstGeom prst="straightConnector1">
                <a:avLst/>
              </a:prstGeom>
              <a:ln w="12700">
                <a:tailEnd type="arrow" w="lg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1" name="椭圆 240">
                <a:extLst>
                  <a:ext uri="{FF2B5EF4-FFF2-40B4-BE49-F238E27FC236}">
                    <a16:creationId xmlns:a16="http://schemas.microsoft.com/office/drawing/2014/main" id="{DECEE66F-EDCD-32D1-2700-E8F590452C4B}"/>
                  </a:ext>
                </a:extLst>
              </p:cNvPr>
              <p:cNvSpPr/>
              <p:nvPr/>
            </p:nvSpPr>
            <p:spPr>
              <a:xfrm>
                <a:off x="1896355" y="6090523"/>
                <a:ext cx="78107" cy="78107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cxnSp>
            <p:nvCxnSpPr>
              <p:cNvPr id="244" name="直接连接符 243">
                <a:extLst>
                  <a:ext uri="{FF2B5EF4-FFF2-40B4-BE49-F238E27FC236}">
                    <a16:creationId xmlns:a16="http://schemas.microsoft.com/office/drawing/2014/main" id="{40CB4D4F-4690-325C-5F6A-CEA3DF871502}"/>
                  </a:ext>
                </a:extLst>
              </p:cNvPr>
              <p:cNvCxnSpPr>
                <a:cxnSpLocks/>
                <a:stCxn id="241" idx="6"/>
              </p:cNvCxnSpPr>
              <p:nvPr/>
            </p:nvCxnSpPr>
            <p:spPr>
              <a:xfrm>
                <a:off x="1974462" y="6129577"/>
                <a:ext cx="139593" cy="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54" name="直接连接符 253">
                <a:extLst>
                  <a:ext uri="{FF2B5EF4-FFF2-40B4-BE49-F238E27FC236}">
                    <a16:creationId xmlns:a16="http://schemas.microsoft.com/office/drawing/2014/main" id="{68CC9796-E94B-C869-5E79-06F9763E80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14055" y="6101595"/>
                <a:ext cx="2003" cy="55961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64" name="组合 263">
              <a:extLst>
                <a:ext uri="{FF2B5EF4-FFF2-40B4-BE49-F238E27FC236}">
                  <a16:creationId xmlns:a16="http://schemas.microsoft.com/office/drawing/2014/main" id="{E53434DF-79AB-8B1D-D6C9-EBE38C75F5EE}"/>
                </a:ext>
              </a:extLst>
            </p:cNvPr>
            <p:cNvGrpSpPr/>
            <p:nvPr/>
          </p:nvGrpSpPr>
          <p:grpSpPr>
            <a:xfrm flipH="1">
              <a:off x="2141131" y="6029325"/>
              <a:ext cx="362504" cy="223591"/>
              <a:chOff x="1905954" y="6181725"/>
              <a:chExt cx="362504" cy="223591"/>
            </a:xfrm>
          </p:grpSpPr>
          <p:sp>
            <p:nvSpPr>
              <p:cNvPr id="259" name="矩形 258">
                <a:extLst>
                  <a:ext uri="{FF2B5EF4-FFF2-40B4-BE49-F238E27FC236}">
                    <a16:creationId xmlns:a16="http://schemas.microsoft.com/office/drawing/2014/main" id="{5219B3F6-59DE-E208-61E2-519688ED0CE3}"/>
                  </a:ext>
                </a:extLst>
              </p:cNvPr>
              <p:cNvSpPr/>
              <p:nvPr/>
            </p:nvSpPr>
            <p:spPr>
              <a:xfrm>
                <a:off x="1990725" y="6181725"/>
                <a:ext cx="223591" cy="22359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cxnSp>
            <p:nvCxnSpPr>
              <p:cNvPr id="260" name="直接箭头连接符 259">
                <a:extLst>
                  <a:ext uri="{FF2B5EF4-FFF2-40B4-BE49-F238E27FC236}">
                    <a16:creationId xmlns:a16="http://schemas.microsoft.com/office/drawing/2014/main" id="{C43AD01A-0A08-CDC7-A684-D1ECC24A87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05954" y="6281977"/>
                <a:ext cx="251172" cy="0"/>
              </a:xfrm>
              <a:prstGeom prst="straightConnector1">
                <a:avLst/>
              </a:prstGeom>
              <a:ln w="12700">
                <a:tailEnd type="arrow" w="lg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1" name="椭圆 260">
                <a:extLst>
                  <a:ext uri="{FF2B5EF4-FFF2-40B4-BE49-F238E27FC236}">
                    <a16:creationId xmlns:a16="http://schemas.microsoft.com/office/drawing/2014/main" id="{E5FA60EA-455A-B49D-BE35-3F3AC1E0B06B}"/>
                  </a:ext>
                </a:extLst>
              </p:cNvPr>
              <p:cNvSpPr/>
              <p:nvPr/>
            </p:nvSpPr>
            <p:spPr>
              <a:xfrm>
                <a:off x="2048755" y="6242923"/>
                <a:ext cx="78107" cy="78107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cxnSp>
            <p:nvCxnSpPr>
              <p:cNvPr id="262" name="直接连接符 261">
                <a:extLst>
                  <a:ext uri="{FF2B5EF4-FFF2-40B4-BE49-F238E27FC236}">
                    <a16:creationId xmlns:a16="http://schemas.microsoft.com/office/drawing/2014/main" id="{4677B5D9-EC34-032E-DEA3-7F20E642B10E}"/>
                  </a:ext>
                </a:extLst>
              </p:cNvPr>
              <p:cNvCxnSpPr>
                <a:cxnSpLocks/>
                <a:stCxn id="261" idx="6"/>
              </p:cNvCxnSpPr>
              <p:nvPr/>
            </p:nvCxnSpPr>
            <p:spPr>
              <a:xfrm>
                <a:off x="2126862" y="6281977"/>
                <a:ext cx="139593" cy="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3" name="直接连接符 262">
                <a:extLst>
                  <a:ext uri="{FF2B5EF4-FFF2-40B4-BE49-F238E27FC236}">
                    <a16:creationId xmlns:a16="http://schemas.microsoft.com/office/drawing/2014/main" id="{2DF7DC68-5EDD-D51B-A22A-0C8744E7E1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68458" y="6253995"/>
                <a:ext cx="0" cy="55961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268" name="文本框 267">
            <a:extLst>
              <a:ext uri="{FF2B5EF4-FFF2-40B4-BE49-F238E27FC236}">
                <a16:creationId xmlns:a16="http://schemas.microsoft.com/office/drawing/2014/main" id="{DF69BB7F-B21B-A782-CEC9-CA0218A73718}"/>
              </a:ext>
            </a:extLst>
          </p:cNvPr>
          <p:cNvSpPr txBox="1"/>
          <p:nvPr/>
        </p:nvSpPr>
        <p:spPr>
          <a:xfrm>
            <a:off x="1881774" y="6233254"/>
            <a:ext cx="720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离合器</a:t>
            </a:r>
          </a:p>
        </p:txBody>
      </p:sp>
      <p:grpSp>
        <p:nvGrpSpPr>
          <p:cNvPr id="478" name="组合 477">
            <a:extLst>
              <a:ext uri="{FF2B5EF4-FFF2-40B4-BE49-F238E27FC236}">
                <a16:creationId xmlns:a16="http://schemas.microsoft.com/office/drawing/2014/main" id="{DC8A5769-8D32-40CA-48CB-E8F225C7D947}"/>
              </a:ext>
            </a:extLst>
          </p:cNvPr>
          <p:cNvGrpSpPr/>
          <p:nvPr/>
        </p:nvGrpSpPr>
        <p:grpSpPr>
          <a:xfrm>
            <a:off x="3227899" y="166054"/>
            <a:ext cx="1149104" cy="570999"/>
            <a:chOff x="3227899" y="166054"/>
            <a:chExt cx="1149104" cy="570999"/>
          </a:xfrm>
        </p:grpSpPr>
        <p:sp>
          <p:nvSpPr>
            <p:cNvPr id="269" name="矩形 268">
              <a:extLst>
                <a:ext uri="{FF2B5EF4-FFF2-40B4-BE49-F238E27FC236}">
                  <a16:creationId xmlns:a16="http://schemas.microsoft.com/office/drawing/2014/main" id="{900A3502-A667-F7A7-61FA-08C8A88A1DAD}"/>
                </a:ext>
              </a:extLst>
            </p:cNvPr>
            <p:cNvSpPr/>
            <p:nvPr/>
          </p:nvSpPr>
          <p:spPr>
            <a:xfrm>
              <a:off x="3450041" y="166054"/>
              <a:ext cx="570999" cy="57099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75" name="等腰三角形 274">
              <a:extLst>
                <a:ext uri="{FF2B5EF4-FFF2-40B4-BE49-F238E27FC236}">
                  <a16:creationId xmlns:a16="http://schemas.microsoft.com/office/drawing/2014/main" id="{B07A56A1-F935-7EC8-1FCE-49BDA7DE560C}"/>
                </a:ext>
              </a:extLst>
            </p:cNvPr>
            <p:cNvSpPr/>
            <p:nvPr/>
          </p:nvSpPr>
          <p:spPr>
            <a:xfrm rot="5400000">
              <a:off x="3437604" y="292361"/>
              <a:ext cx="180341" cy="155467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277" name="直接连接符 276">
              <a:extLst>
                <a:ext uri="{FF2B5EF4-FFF2-40B4-BE49-F238E27FC236}">
                  <a16:creationId xmlns:a16="http://schemas.microsoft.com/office/drawing/2014/main" id="{578E960A-7F37-5EE7-72D2-E97D6ED236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50041" y="166054"/>
              <a:ext cx="570999" cy="570999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直接连接符 281">
              <a:extLst>
                <a:ext uri="{FF2B5EF4-FFF2-40B4-BE49-F238E27FC236}">
                  <a16:creationId xmlns:a16="http://schemas.microsoft.com/office/drawing/2014/main" id="{EC286F33-9F8C-64C2-289A-39E703921C0B}"/>
                </a:ext>
              </a:extLst>
            </p:cNvPr>
            <p:cNvCxnSpPr>
              <a:cxnSpLocks/>
            </p:cNvCxnSpPr>
            <p:nvPr/>
          </p:nvCxnSpPr>
          <p:spPr>
            <a:xfrm>
              <a:off x="3935315" y="355184"/>
              <a:ext cx="0" cy="111623"/>
            </a:xfrm>
            <a:prstGeom prst="line">
              <a:avLst/>
            </a:prstGeom>
            <a:ln w="12700">
              <a:tailEnd type="oval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4" name="直接连接符 283">
              <a:extLst>
                <a:ext uri="{FF2B5EF4-FFF2-40B4-BE49-F238E27FC236}">
                  <a16:creationId xmlns:a16="http://schemas.microsoft.com/office/drawing/2014/main" id="{6E124D15-28DC-CFB9-CF56-0332DEA5DD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5315" y="607829"/>
              <a:ext cx="0" cy="122264"/>
            </a:xfrm>
            <a:prstGeom prst="line">
              <a:avLst/>
            </a:prstGeom>
            <a:ln w="12700">
              <a:tailEnd type="oval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7" name="直接连接符 286">
              <a:extLst>
                <a:ext uri="{FF2B5EF4-FFF2-40B4-BE49-F238E27FC236}">
                  <a16:creationId xmlns:a16="http://schemas.microsoft.com/office/drawing/2014/main" id="{CCEB108A-60A2-5A82-FA15-6D2F9C487D2A}"/>
                </a:ext>
              </a:extLst>
            </p:cNvPr>
            <p:cNvCxnSpPr>
              <a:cxnSpLocks/>
            </p:cNvCxnSpPr>
            <p:nvPr/>
          </p:nvCxnSpPr>
          <p:spPr>
            <a:xfrm>
              <a:off x="3838575" y="460263"/>
              <a:ext cx="96740" cy="160654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293" name="组合 292">
              <a:extLst>
                <a:ext uri="{FF2B5EF4-FFF2-40B4-BE49-F238E27FC236}">
                  <a16:creationId xmlns:a16="http://schemas.microsoft.com/office/drawing/2014/main" id="{3BA5D9EF-C39A-EC42-D90C-F0B3215899AC}"/>
                </a:ext>
              </a:extLst>
            </p:cNvPr>
            <p:cNvGrpSpPr/>
            <p:nvPr/>
          </p:nvGrpSpPr>
          <p:grpSpPr>
            <a:xfrm flipV="1">
              <a:off x="4032055" y="261054"/>
              <a:ext cx="344948" cy="199209"/>
              <a:chOff x="3977736" y="1290971"/>
              <a:chExt cx="1232890" cy="712000"/>
            </a:xfrm>
          </p:grpSpPr>
          <p:cxnSp>
            <p:nvCxnSpPr>
              <p:cNvPr id="294" name="直接连接符 293">
                <a:extLst>
                  <a:ext uri="{FF2B5EF4-FFF2-40B4-BE49-F238E27FC236}">
                    <a16:creationId xmlns:a16="http://schemas.microsoft.com/office/drawing/2014/main" id="{7A258EE0-F04E-EBAD-7F09-1938A457A2BB}"/>
                  </a:ext>
                </a:extLst>
              </p:cNvPr>
              <p:cNvCxnSpPr/>
              <p:nvPr/>
            </p:nvCxnSpPr>
            <p:spPr>
              <a:xfrm flipV="1">
                <a:off x="4688113" y="12917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5" name="直接连接符 294">
                <a:extLst>
                  <a:ext uri="{FF2B5EF4-FFF2-40B4-BE49-F238E27FC236}">
                    <a16:creationId xmlns:a16="http://schemas.microsoft.com/office/drawing/2014/main" id="{541CB23C-3381-EB12-5587-BE173BCE47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862284" y="12917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6" name="直接连接符 295">
                <a:extLst>
                  <a:ext uri="{FF2B5EF4-FFF2-40B4-BE49-F238E27FC236}">
                    <a16:creationId xmlns:a16="http://schemas.microsoft.com/office/drawing/2014/main" id="{AC92F64C-1DB3-0431-459C-D6030FF78AA5}"/>
                  </a:ext>
                </a:extLst>
              </p:cNvPr>
              <p:cNvCxnSpPr/>
              <p:nvPr/>
            </p:nvCxnSpPr>
            <p:spPr>
              <a:xfrm flipV="1">
                <a:off x="4331389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7" name="直接连接符 296">
                <a:extLst>
                  <a:ext uri="{FF2B5EF4-FFF2-40B4-BE49-F238E27FC236}">
                    <a16:creationId xmlns:a16="http://schemas.microsoft.com/office/drawing/2014/main" id="{81B873D9-BA2D-A990-FAB4-F23767A0A6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509751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8" name="直接连接符 297">
                <a:extLst>
                  <a:ext uri="{FF2B5EF4-FFF2-40B4-BE49-F238E27FC236}">
                    <a16:creationId xmlns:a16="http://schemas.microsoft.com/office/drawing/2014/main" id="{74167D23-8EFF-9B77-E474-6E730A27F82D}"/>
                  </a:ext>
                </a:extLst>
              </p:cNvPr>
              <p:cNvCxnSpPr/>
              <p:nvPr/>
            </p:nvCxnSpPr>
            <p:spPr>
              <a:xfrm flipV="1">
                <a:off x="3977736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9" name="直接连接符 298">
                <a:extLst>
                  <a:ext uri="{FF2B5EF4-FFF2-40B4-BE49-F238E27FC236}">
                    <a16:creationId xmlns:a16="http://schemas.microsoft.com/office/drawing/2014/main" id="{B4546CB3-7D0C-309E-3D88-3F6E6BB5679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53027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1" name="直接连接符 300">
                <a:extLst>
                  <a:ext uri="{FF2B5EF4-FFF2-40B4-BE49-F238E27FC236}">
                    <a16:creationId xmlns:a16="http://schemas.microsoft.com/office/drawing/2014/main" id="{497E5587-4301-472E-83B6-7149C4C15987}"/>
                  </a:ext>
                </a:extLst>
              </p:cNvPr>
              <p:cNvCxnSpPr/>
              <p:nvPr/>
            </p:nvCxnSpPr>
            <p:spPr>
              <a:xfrm flipV="1">
                <a:off x="5036455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6" name="直接连接符 305">
              <a:extLst>
                <a:ext uri="{FF2B5EF4-FFF2-40B4-BE49-F238E27FC236}">
                  <a16:creationId xmlns:a16="http://schemas.microsoft.com/office/drawing/2014/main" id="{F28506C9-9C06-F7A2-EFF1-E2BF3AF5C757}"/>
                </a:ext>
              </a:extLst>
            </p:cNvPr>
            <p:cNvCxnSpPr>
              <a:cxnSpLocks/>
            </p:cNvCxnSpPr>
            <p:nvPr/>
          </p:nvCxnSpPr>
          <p:spPr>
            <a:xfrm>
              <a:off x="3227899" y="355884"/>
              <a:ext cx="155467" cy="0"/>
            </a:xfrm>
            <a:prstGeom prst="line">
              <a:avLst/>
            </a:prstGeom>
            <a:ln w="158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10" name="文本框 309">
            <a:extLst>
              <a:ext uri="{FF2B5EF4-FFF2-40B4-BE49-F238E27FC236}">
                <a16:creationId xmlns:a16="http://schemas.microsoft.com/office/drawing/2014/main" id="{21652F37-D94F-6C01-0716-D3485F835548}"/>
              </a:ext>
            </a:extLst>
          </p:cNvPr>
          <p:cNvSpPr txBox="1"/>
          <p:nvPr/>
        </p:nvSpPr>
        <p:spPr>
          <a:xfrm>
            <a:off x="3266933" y="833680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压力开关</a:t>
            </a:r>
          </a:p>
        </p:txBody>
      </p:sp>
      <p:grpSp>
        <p:nvGrpSpPr>
          <p:cNvPr id="334" name="组合 333">
            <a:extLst>
              <a:ext uri="{FF2B5EF4-FFF2-40B4-BE49-F238E27FC236}">
                <a16:creationId xmlns:a16="http://schemas.microsoft.com/office/drawing/2014/main" id="{3FEAF69B-7878-4DE9-B442-0414D7F51085}"/>
              </a:ext>
            </a:extLst>
          </p:cNvPr>
          <p:cNvGrpSpPr/>
          <p:nvPr/>
        </p:nvGrpSpPr>
        <p:grpSpPr>
          <a:xfrm>
            <a:off x="3159606" y="1662920"/>
            <a:ext cx="1151866" cy="488776"/>
            <a:chOff x="3227899" y="2832102"/>
            <a:chExt cx="863236" cy="371244"/>
          </a:xfrm>
        </p:grpSpPr>
        <p:sp>
          <p:nvSpPr>
            <p:cNvPr id="311" name="矩形 310">
              <a:extLst>
                <a:ext uri="{FF2B5EF4-FFF2-40B4-BE49-F238E27FC236}">
                  <a16:creationId xmlns:a16="http://schemas.microsoft.com/office/drawing/2014/main" id="{27D27223-3B66-DAE1-2DDC-428866AD775F}"/>
                </a:ext>
              </a:extLst>
            </p:cNvPr>
            <p:cNvSpPr/>
            <p:nvPr/>
          </p:nvSpPr>
          <p:spPr>
            <a:xfrm>
              <a:off x="3383719" y="2832102"/>
              <a:ext cx="551596" cy="24912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14" name="直接箭头连接符 313">
              <a:extLst>
                <a:ext uri="{FF2B5EF4-FFF2-40B4-BE49-F238E27FC236}">
                  <a16:creationId xmlns:a16="http://schemas.microsoft.com/office/drawing/2014/main" id="{6D8A3D8A-AAD7-0DA6-A0ED-DFB05E0F8F89}"/>
                </a:ext>
              </a:extLst>
            </p:cNvPr>
            <p:cNvCxnSpPr>
              <a:cxnSpLocks/>
              <a:endCxn id="311" idx="1"/>
            </p:cNvCxnSpPr>
            <p:nvPr/>
          </p:nvCxnSpPr>
          <p:spPr>
            <a:xfrm flipH="1">
              <a:off x="3383719" y="2956498"/>
              <a:ext cx="275798" cy="166"/>
            </a:xfrm>
            <a:prstGeom prst="straightConnector1">
              <a:avLst/>
            </a:prstGeom>
            <a:ln w="12700">
              <a:headEnd type="oval" w="sm" len="sm"/>
              <a:tailEnd type="arrow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5" name="椭圆 314">
              <a:extLst>
                <a:ext uri="{FF2B5EF4-FFF2-40B4-BE49-F238E27FC236}">
                  <a16:creationId xmlns:a16="http://schemas.microsoft.com/office/drawing/2014/main" id="{C0E3061E-5504-7C42-25D6-21D6B8BBC70A}"/>
                </a:ext>
              </a:extLst>
            </p:cNvPr>
            <p:cNvSpPr/>
            <p:nvPr/>
          </p:nvSpPr>
          <p:spPr>
            <a:xfrm flipH="1">
              <a:off x="3410987" y="2917445"/>
              <a:ext cx="78107" cy="781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17" name="直接连接符 316">
              <a:extLst>
                <a:ext uri="{FF2B5EF4-FFF2-40B4-BE49-F238E27FC236}">
                  <a16:creationId xmlns:a16="http://schemas.microsoft.com/office/drawing/2014/main" id="{F04DFF47-26FA-F1B0-4F88-2176CC8AD630}"/>
                </a:ext>
              </a:extLst>
            </p:cNvPr>
            <p:cNvCxnSpPr>
              <a:cxnSpLocks/>
              <a:endCxn id="311" idx="3"/>
            </p:cNvCxnSpPr>
            <p:nvPr/>
          </p:nvCxnSpPr>
          <p:spPr>
            <a:xfrm>
              <a:off x="3666467" y="2956664"/>
              <a:ext cx="268848" cy="0"/>
            </a:xfrm>
            <a:prstGeom prst="line">
              <a:avLst/>
            </a:prstGeom>
            <a:ln w="12700">
              <a:tailEnd type="arrow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直接连接符 324">
              <a:extLst>
                <a:ext uri="{FF2B5EF4-FFF2-40B4-BE49-F238E27FC236}">
                  <a16:creationId xmlns:a16="http://schemas.microsoft.com/office/drawing/2014/main" id="{BAA52FB0-6AE6-1EFC-D2AE-6A9C96B2E783}"/>
                </a:ext>
              </a:extLst>
            </p:cNvPr>
            <p:cNvCxnSpPr>
              <a:cxnSpLocks/>
            </p:cNvCxnSpPr>
            <p:nvPr/>
          </p:nvCxnSpPr>
          <p:spPr>
            <a:xfrm>
              <a:off x="3659517" y="2959104"/>
              <a:ext cx="0" cy="24424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9" name="直接连接符 328">
              <a:extLst>
                <a:ext uri="{FF2B5EF4-FFF2-40B4-BE49-F238E27FC236}">
                  <a16:creationId xmlns:a16="http://schemas.microsoft.com/office/drawing/2014/main" id="{112933CE-5928-70BE-CDF5-15CF5D2DB280}"/>
                </a:ext>
              </a:extLst>
            </p:cNvPr>
            <p:cNvCxnSpPr>
              <a:cxnSpLocks/>
              <a:endCxn id="311" idx="1"/>
            </p:cNvCxnSpPr>
            <p:nvPr/>
          </p:nvCxnSpPr>
          <p:spPr>
            <a:xfrm>
              <a:off x="3227899" y="2956498"/>
              <a:ext cx="155820" cy="166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2" name="直接连接符 331">
              <a:extLst>
                <a:ext uri="{FF2B5EF4-FFF2-40B4-BE49-F238E27FC236}">
                  <a16:creationId xmlns:a16="http://schemas.microsoft.com/office/drawing/2014/main" id="{D37725C4-2B1E-E0D3-0A75-086245BF6A8E}"/>
                </a:ext>
              </a:extLst>
            </p:cNvPr>
            <p:cNvCxnSpPr>
              <a:cxnSpLocks/>
              <a:stCxn id="311" idx="3"/>
            </p:cNvCxnSpPr>
            <p:nvPr/>
          </p:nvCxnSpPr>
          <p:spPr>
            <a:xfrm>
              <a:off x="3935315" y="2956664"/>
              <a:ext cx="155820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35" name="文本框 334">
            <a:extLst>
              <a:ext uri="{FF2B5EF4-FFF2-40B4-BE49-F238E27FC236}">
                <a16:creationId xmlns:a16="http://schemas.microsoft.com/office/drawing/2014/main" id="{A0918FF3-0B8E-5A2D-0E11-AC42D827189A}"/>
              </a:ext>
            </a:extLst>
          </p:cNvPr>
          <p:cNvSpPr txBox="1"/>
          <p:nvPr/>
        </p:nvSpPr>
        <p:spPr>
          <a:xfrm>
            <a:off x="3297765" y="236680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往复阀</a:t>
            </a:r>
          </a:p>
        </p:txBody>
      </p: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9C241B69-71AB-DC0D-E655-05EC55D14CDB}"/>
              </a:ext>
            </a:extLst>
          </p:cNvPr>
          <p:cNvGrpSpPr/>
          <p:nvPr/>
        </p:nvGrpSpPr>
        <p:grpSpPr>
          <a:xfrm>
            <a:off x="3305632" y="2949185"/>
            <a:ext cx="975140" cy="714916"/>
            <a:chOff x="3305632" y="2949185"/>
            <a:chExt cx="975140" cy="714916"/>
          </a:xfrm>
        </p:grpSpPr>
        <p:sp>
          <p:nvSpPr>
            <p:cNvPr id="336" name="矩形 335">
              <a:extLst>
                <a:ext uri="{FF2B5EF4-FFF2-40B4-BE49-F238E27FC236}">
                  <a16:creationId xmlns:a16="http://schemas.microsoft.com/office/drawing/2014/main" id="{73FA1BBF-7F5E-CB38-2FB1-3785AF327961}"/>
                </a:ext>
              </a:extLst>
            </p:cNvPr>
            <p:cNvSpPr/>
            <p:nvPr/>
          </p:nvSpPr>
          <p:spPr>
            <a:xfrm>
              <a:off x="3305632" y="2949186"/>
              <a:ext cx="736027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37" name="矩形 336">
              <a:extLst>
                <a:ext uri="{FF2B5EF4-FFF2-40B4-BE49-F238E27FC236}">
                  <a16:creationId xmlns:a16="http://schemas.microsoft.com/office/drawing/2014/main" id="{9FFC8415-CD24-C232-D1AD-59DA9DCBD7E0}"/>
                </a:ext>
              </a:extLst>
            </p:cNvPr>
            <p:cNvSpPr/>
            <p:nvPr/>
          </p:nvSpPr>
          <p:spPr>
            <a:xfrm>
              <a:off x="3426976" y="3012384"/>
              <a:ext cx="201596" cy="20159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38" name="矩形 337">
              <a:extLst>
                <a:ext uri="{FF2B5EF4-FFF2-40B4-BE49-F238E27FC236}">
                  <a16:creationId xmlns:a16="http://schemas.microsoft.com/office/drawing/2014/main" id="{95296FBD-4870-25F0-06D6-9E6EA59C3829}"/>
                </a:ext>
              </a:extLst>
            </p:cNvPr>
            <p:cNvSpPr/>
            <p:nvPr/>
          </p:nvSpPr>
          <p:spPr>
            <a:xfrm>
              <a:off x="3493443" y="2949185"/>
              <a:ext cx="58089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39" name="直接连接符 338">
              <a:extLst>
                <a:ext uri="{FF2B5EF4-FFF2-40B4-BE49-F238E27FC236}">
                  <a16:creationId xmlns:a16="http://schemas.microsoft.com/office/drawing/2014/main" id="{8503E088-4F0A-0232-48EE-3833B56C33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8000" y="3193899"/>
              <a:ext cx="0" cy="470202"/>
            </a:xfrm>
            <a:prstGeom prst="line">
              <a:avLst/>
            </a:prstGeom>
            <a:ln w="12700"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3" name="直接连接符 342">
              <a:extLst>
                <a:ext uri="{FF2B5EF4-FFF2-40B4-BE49-F238E27FC236}">
                  <a16:creationId xmlns:a16="http://schemas.microsoft.com/office/drawing/2014/main" id="{53F68F35-08A8-4E92-D826-B79DE569DC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96000" y="3193899"/>
              <a:ext cx="0" cy="470202"/>
            </a:xfrm>
            <a:prstGeom prst="line">
              <a:avLst/>
            </a:prstGeom>
            <a:ln w="12700"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47" name="矩形 346">
              <a:extLst>
                <a:ext uri="{FF2B5EF4-FFF2-40B4-BE49-F238E27FC236}">
                  <a16:creationId xmlns:a16="http://schemas.microsoft.com/office/drawing/2014/main" id="{145C4B39-BA80-9872-206C-8EEB1FC7CDB3}"/>
                </a:ext>
              </a:extLst>
            </p:cNvPr>
            <p:cNvSpPr/>
            <p:nvPr/>
          </p:nvSpPr>
          <p:spPr>
            <a:xfrm rot="5400000">
              <a:off x="3927752" y="2785692"/>
              <a:ext cx="53839" cy="6522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sp>
        <p:nvSpPr>
          <p:cNvPr id="348" name="文本框 347">
            <a:extLst>
              <a:ext uri="{FF2B5EF4-FFF2-40B4-BE49-F238E27FC236}">
                <a16:creationId xmlns:a16="http://schemas.microsoft.com/office/drawing/2014/main" id="{07E9DE50-1015-A1DD-9260-1FE00CE704D2}"/>
              </a:ext>
            </a:extLst>
          </p:cNvPr>
          <p:cNvSpPr txBox="1"/>
          <p:nvPr/>
        </p:nvSpPr>
        <p:spPr>
          <a:xfrm>
            <a:off x="3266933" y="3674325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带缓冲的液压缸</a:t>
            </a:r>
          </a:p>
        </p:txBody>
      </p:sp>
      <p:grpSp>
        <p:nvGrpSpPr>
          <p:cNvPr id="357" name="组合 356">
            <a:extLst>
              <a:ext uri="{FF2B5EF4-FFF2-40B4-BE49-F238E27FC236}">
                <a16:creationId xmlns:a16="http://schemas.microsoft.com/office/drawing/2014/main" id="{53529304-28F4-0EC3-B7F8-945E98D63497}"/>
              </a:ext>
            </a:extLst>
          </p:cNvPr>
          <p:cNvGrpSpPr/>
          <p:nvPr/>
        </p:nvGrpSpPr>
        <p:grpSpPr>
          <a:xfrm>
            <a:off x="3343331" y="4598935"/>
            <a:ext cx="975140" cy="490111"/>
            <a:chOff x="3305632" y="2949185"/>
            <a:chExt cx="975140" cy="490111"/>
          </a:xfrm>
        </p:grpSpPr>
        <p:sp>
          <p:nvSpPr>
            <p:cNvPr id="358" name="矩形 357">
              <a:extLst>
                <a:ext uri="{FF2B5EF4-FFF2-40B4-BE49-F238E27FC236}">
                  <a16:creationId xmlns:a16="http://schemas.microsoft.com/office/drawing/2014/main" id="{CD954159-7948-DD69-A8D3-50494E41128D}"/>
                </a:ext>
              </a:extLst>
            </p:cNvPr>
            <p:cNvSpPr/>
            <p:nvPr/>
          </p:nvSpPr>
          <p:spPr>
            <a:xfrm>
              <a:off x="3305632" y="2949186"/>
              <a:ext cx="736027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59" name="矩形 358">
              <a:extLst>
                <a:ext uri="{FF2B5EF4-FFF2-40B4-BE49-F238E27FC236}">
                  <a16:creationId xmlns:a16="http://schemas.microsoft.com/office/drawing/2014/main" id="{28E0EA61-943D-C0BD-7408-AC7CC8B332E3}"/>
                </a:ext>
              </a:extLst>
            </p:cNvPr>
            <p:cNvSpPr/>
            <p:nvPr/>
          </p:nvSpPr>
          <p:spPr>
            <a:xfrm>
              <a:off x="3308808" y="3012384"/>
              <a:ext cx="319766" cy="20159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60" name="矩形 359">
              <a:extLst>
                <a:ext uri="{FF2B5EF4-FFF2-40B4-BE49-F238E27FC236}">
                  <a16:creationId xmlns:a16="http://schemas.microsoft.com/office/drawing/2014/main" id="{A0227431-A781-16A4-5F26-00F866878F5A}"/>
                </a:ext>
              </a:extLst>
            </p:cNvPr>
            <p:cNvSpPr/>
            <p:nvPr/>
          </p:nvSpPr>
          <p:spPr>
            <a:xfrm>
              <a:off x="3493443" y="2949185"/>
              <a:ext cx="58089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61" name="直接连接符 360">
              <a:extLst>
                <a:ext uri="{FF2B5EF4-FFF2-40B4-BE49-F238E27FC236}">
                  <a16:creationId xmlns:a16="http://schemas.microsoft.com/office/drawing/2014/main" id="{46779CF8-2D89-5AB8-B631-222A44CA0D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30134" y="3270946"/>
              <a:ext cx="0" cy="162000"/>
            </a:xfrm>
            <a:prstGeom prst="line">
              <a:avLst/>
            </a:prstGeom>
            <a:ln w="12700"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直接连接符 361">
              <a:extLst>
                <a:ext uri="{FF2B5EF4-FFF2-40B4-BE49-F238E27FC236}">
                  <a16:creationId xmlns:a16="http://schemas.microsoft.com/office/drawing/2014/main" id="{953A9168-5228-F745-1C07-B1A5B0B6CC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96000" y="3277296"/>
              <a:ext cx="0" cy="162000"/>
            </a:xfrm>
            <a:prstGeom prst="line">
              <a:avLst/>
            </a:prstGeom>
            <a:ln w="12700"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3" name="矩形 362">
              <a:extLst>
                <a:ext uri="{FF2B5EF4-FFF2-40B4-BE49-F238E27FC236}">
                  <a16:creationId xmlns:a16="http://schemas.microsoft.com/office/drawing/2014/main" id="{F07E4007-DF86-2564-C4F7-D8DB18331451}"/>
                </a:ext>
              </a:extLst>
            </p:cNvPr>
            <p:cNvSpPr/>
            <p:nvPr/>
          </p:nvSpPr>
          <p:spPr>
            <a:xfrm rot="5400000">
              <a:off x="3927752" y="2785692"/>
              <a:ext cx="53839" cy="6522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69" name="矩形 368">
              <a:extLst>
                <a:ext uri="{FF2B5EF4-FFF2-40B4-BE49-F238E27FC236}">
                  <a16:creationId xmlns:a16="http://schemas.microsoft.com/office/drawing/2014/main" id="{2D001018-C093-3D1D-1B02-8DFBF1B3C790}"/>
                </a:ext>
              </a:extLst>
            </p:cNvPr>
            <p:cNvSpPr/>
            <p:nvPr/>
          </p:nvSpPr>
          <p:spPr>
            <a:xfrm>
              <a:off x="3372793" y="2949185"/>
              <a:ext cx="58089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sp>
        <p:nvSpPr>
          <p:cNvPr id="364" name="文本框 363">
            <a:extLst>
              <a:ext uri="{FF2B5EF4-FFF2-40B4-BE49-F238E27FC236}">
                <a16:creationId xmlns:a16="http://schemas.microsoft.com/office/drawing/2014/main" id="{9D9BF99B-8CE9-06D7-ABD3-E02F2ED07174}"/>
              </a:ext>
            </a:extLst>
          </p:cNvPr>
          <p:cNvSpPr txBox="1"/>
          <p:nvPr/>
        </p:nvSpPr>
        <p:spPr>
          <a:xfrm>
            <a:off x="3146906" y="5205186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带磁环的液压缸</a:t>
            </a:r>
          </a:p>
        </p:txBody>
      </p:sp>
      <p:grpSp>
        <p:nvGrpSpPr>
          <p:cNvPr id="387" name="组合 386">
            <a:extLst>
              <a:ext uri="{FF2B5EF4-FFF2-40B4-BE49-F238E27FC236}">
                <a16:creationId xmlns:a16="http://schemas.microsoft.com/office/drawing/2014/main" id="{EE12C731-63AC-5588-8355-5CC0DDD82B0C}"/>
              </a:ext>
            </a:extLst>
          </p:cNvPr>
          <p:cNvGrpSpPr/>
          <p:nvPr/>
        </p:nvGrpSpPr>
        <p:grpSpPr>
          <a:xfrm>
            <a:off x="3345829" y="5754566"/>
            <a:ext cx="905706" cy="534986"/>
            <a:chOff x="3367525" y="5852156"/>
            <a:chExt cx="905706" cy="534986"/>
          </a:xfrm>
        </p:grpSpPr>
        <p:sp>
          <p:nvSpPr>
            <p:cNvPr id="370" name="矩形 369">
              <a:extLst>
                <a:ext uri="{FF2B5EF4-FFF2-40B4-BE49-F238E27FC236}">
                  <a16:creationId xmlns:a16="http://schemas.microsoft.com/office/drawing/2014/main" id="{B23E2A01-905E-F2F0-4069-E3FE32264015}"/>
                </a:ext>
              </a:extLst>
            </p:cNvPr>
            <p:cNvSpPr/>
            <p:nvPr/>
          </p:nvSpPr>
          <p:spPr>
            <a:xfrm>
              <a:off x="3367525" y="5858062"/>
              <a:ext cx="736027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71" name="矩形 370">
              <a:extLst>
                <a:ext uri="{FF2B5EF4-FFF2-40B4-BE49-F238E27FC236}">
                  <a16:creationId xmlns:a16="http://schemas.microsoft.com/office/drawing/2014/main" id="{18455951-3785-B260-1ABC-1786C7E0FB62}"/>
                </a:ext>
              </a:extLst>
            </p:cNvPr>
            <p:cNvSpPr/>
            <p:nvPr/>
          </p:nvSpPr>
          <p:spPr>
            <a:xfrm>
              <a:off x="3531142" y="5858062"/>
              <a:ext cx="58089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80" name="直接连接符 379">
              <a:extLst>
                <a:ext uri="{FF2B5EF4-FFF2-40B4-BE49-F238E27FC236}">
                  <a16:creationId xmlns:a16="http://schemas.microsoft.com/office/drawing/2014/main" id="{47E23152-D310-1411-D0F9-98CE7A357FFB}"/>
                </a:ext>
              </a:extLst>
            </p:cNvPr>
            <p:cNvCxnSpPr>
              <a:cxnSpLocks/>
              <a:stCxn id="370" idx="2"/>
            </p:cNvCxnSpPr>
            <p:nvPr/>
          </p:nvCxnSpPr>
          <p:spPr>
            <a:xfrm flipV="1">
              <a:off x="3735539" y="5852156"/>
              <a:ext cx="139986" cy="333899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4" name="直接连接符 383">
              <a:extLst>
                <a:ext uri="{FF2B5EF4-FFF2-40B4-BE49-F238E27FC236}">
                  <a16:creationId xmlns:a16="http://schemas.microsoft.com/office/drawing/2014/main" id="{2BD2579B-73D9-2835-73A5-E5F1240226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21655" y="5995059"/>
              <a:ext cx="81897" cy="190996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2" name="矩形 371">
              <a:extLst>
                <a:ext uri="{FF2B5EF4-FFF2-40B4-BE49-F238E27FC236}">
                  <a16:creationId xmlns:a16="http://schemas.microsoft.com/office/drawing/2014/main" id="{975C9F27-DE90-7D7C-C779-6748596BA874}"/>
                </a:ext>
              </a:extLst>
            </p:cNvPr>
            <p:cNvSpPr/>
            <p:nvPr/>
          </p:nvSpPr>
          <p:spPr>
            <a:xfrm rot="5400000">
              <a:off x="3904231" y="5680059"/>
              <a:ext cx="54000" cy="684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73" name="直接连接符 372">
              <a:extLst>
                <a:ext uri="{FF2B5EF4-FFF2-40B4-BE49-F238E27FC236}">
                  <a16:creationId xmlns:a16="http://schemas.microsoft.com/office/drawing/2014/main" id="{7252DC9A-926D-4040-93A8-7E371B99C8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02000" y="6114321"/>
              <a:ext cx="0" cy="272821"/>
            </a:xfrm>
            <a:prstGeom prst="line">
              <a:avLst/>
            </a:prstGeom>
            <a:ln w="12700"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5" name="直接连接符 374">
              <a:extLst>
                <a:ext uri="{FF2B5EF4-FFF2-40B4-BE49-F238E27FC236}">
                  <a16:creationId xmlns:a16="http://schemas.microsoft.com/office/drawing/2014/main" id="{07116FB4-3A2A-093E-5062-A3AAA14A55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68000" y="6186055"/>
              <a:ext cx="0" cy="201087"/>
            </a:xfrm>
            <a:prstGeom prst="line">
              <a:avLst/>
            </a:prstGeom>
            <a:ln w="12700"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8" name="直接连接符 377">
              <a:extLst>
                <a:ext uri="{FF2B5EF4-FFF2-40B4-BE49-F238E27FC236}">
                  <a16:creationId xmlns:a16="http://schemas.microsoft.com/office/drawing/2014/main" id="{EDDA3805-EEF8-6256-7A0E-B94F0AEB0BAB}"/>
                </a:ext>
              </a:extLst>
            </p:cNvPr>
            <p:cNvCxnSpPr>
              <a:cxnSpLocks/>
              <a:endCxn id="370" idx="2"/>
            </p:cNvCxnSpPr>
            <p:nvPr/>
          </p:nvCxnSpPr>
          <p:spPr>
            <a:xfrm>
              <a:off x="3594106" y="5852156"/>
              <a:ext cx="141433" cy="333899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3" name="直接连接符 382">
              <a:extLst>
                <a:ext uri="{FF2B5EF4-FFF2-40B4-BE49-F238E27FC236}">
                  <a16:creationId xmlns:a16="http://schemas.microsoft.com/office/drawing/2014/main" id="{CA36D1F4-3558-74E1-76CB-DA6BE437F2B2}"/>
                </a:ext>
              </a:extLst>
            </p:cNvPr>
            <p:cNvCxnSpPr>
              <a:cxnSpLocks/>
            </p:cNvCxnSpPr>
            <p:nvPr/>
          </p:nvCxnSpPr>
          <p:spPr>
            <a:xfrm>
              <a:off x="3880001" y="5852156"/>
              <a:ext cx="141433" cy="333899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88" name="文本框 387">
            <a:extLst>
              <a:ext uri="{FF2B5EF4-FFF2-40B4-BE49-F238E27FC236}">
                <a16:creationId xmlns:a16="http://schemas.microsoft.com/office/drawing/2014/main" id="{34E6C2BE-823B-AA52-A3FD-BE8B8A99FCCC}"/>
              </a:ext>
            </a:extLst>
          </p:cNvPr>
          <p:cNvSpPr txBox="1"/>
          <p:nvPr/>
        </p:nvSpPr>
        <p:spPr>
          <a:xfrm>
            <a:off x="3146906" y="6297386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单作用液压缸</a:t>
            </a:r>
          </a:p>
        </p:txBody>
      </p:sp>
      <p:grpSp>
        <p:nvGrpSpPr>
          <p:cNvPr id="389" name="组合 388">
            <a:extLst>
              <a:ext uri="{FF2B5EF4-FFF2-40B4-BE49-F238E27FC236}">
                <a16:creationId xmlns:a16="http://schemas.microsoft.com/office/drawing/2014/main" id="{8C09F194-92D2-05E0-356F-0A54144EFED8}"/>
              </a:ext>
            </a:extLst>
          </p:cNvPr>
          <p:cNvGrpSpPr/>
          <p:nvPr/>
        </p:nvGrpSpPr>
        <p:grpSpPr>
          <a:xfrm>
            <a:off x="4708353" y="306861"/>
            <a:ext cx="905706" cy="529080"/>
            <a:chOff x="3367525" y="5858062"/>
            <a:chExt cx="905706" cy="529080"/>
          </a:xfrm>
        </p:grpSpPr>
        <p:sp>
          <p:nvSpPr>
            <p:cNvPr id="390" name="矩形 389">
              <a:extLst>
                <a:ext uri="{FF2B5EF4-FFF2-40B4-BE49-F238E27FC236}">
                  <a16:creationId xmlns:a16="http://schemas.microsoft.com/office/drawing/2014/main" id="{225AB0F6-CA52-820D-5323-910320C88D1C}"/>
                </a:ext>
              </a:extLst>
            </p:cNvPr>
            <p:cNvSpPr/>
            <p:nvPr/>
          </p:nvSpPr>
          <p:spPr>
            <a:xfrm>
              <a:off x="3367525" y="5858062"/>
              <a:ext cx="736027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1" name="矩形 390">
              <a:extLst>
                <a:ext uri="{FF2B5EF4-FFF2-40B4-BE49-F238E27FC236}">
                  <a16:creationId xmlns:a16="http://schemas.microsoft.com/office/drawing/2014/main" id="{6FCA84BD-A20A-A575-5BDB-F6B0116B85DD}"/>
                </a:ext>
              </a:extLst>
            </p:cNvPr>
            <p:cNvSpPr/>
            <p:nvPr/>
          </p:nvSpPr>
          <p:spPr>
            <a:xfrm>
              <a:off x="3531142" y="5858062"/>
              <a:ext cx="58089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4" name="矩形 393">
              <a:extLst>
                <a:ext uri="{FF2B5EF4-FFF2-40B4-BE49-F238E27FC236}">
                  <a16:creationId xmlns:a16="http://schemas.microsoft.com/office/drawing/2014/main" id="{0FCCE71D-B563-4740-6EA0-234B6C3FCBB2}"/>
                </a:ext>
              </a:extLst>
            </p:cNvPr>
            <p:cNvSpPr/>
            <p:nvPr/>
          </p:nvSpPr>
          <p:spPr>
            <a:xfrm rot="5400000">
              <a:off x="3904231" y="5680059"/>
              <a:ext cx="54000" cy="684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95" name="直接连接符 394">
              <a:extLst>
                <a:ext uri="{FF2B5EF4-FFF2-40B4-BE49-F238E27FC236}">
                  <a16:creationId xmlns:a16="http://schemas.microsoft.com/office/drawing/2014/main" id="{AC8DC828-FDA9-88E3-1B20-9E056CAD8E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02000" y="6114321"/>
              <a:ext cx="0" cy="272821"/>
            </a:xfrm>
            <a:prstGeom prst="line">
              <a:avLst/>
            </a:prstGeom>
            <a:ln w="12700"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6" name="直接连接符 395">
              <a:extLst>
                <a:ext uri="{FF2B5EF4-FFF2-40B4-BE49-F238E27FC236}">
                  <a16:creationId xmlns:a16="http://schemas.microsoft.com/office/drawing/2014/main" id="{87A6F082-5BBC-BFA7-1863-AD1B409DE5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68000" y="6186055"/>
              <a:ext cx="0" cy="201087"/>
            </a:xfrm>
            <a:prstGeom prst="line">
              <a:avLst/>
            </a:prstGeom>
            <a:ln w="12700"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99" name="文本框 398">
            <a:extLst>
              <a:ext uri="{FF2B5EF4-FFF2-40B4-BE49-F238E27FC236}">
                <a16:creationId xmlns:a16="http://schemas.microsoft.com/office/drawing/2014/main" id="{E282334F-F7DE-A566-5CA1-031298F0BC29}"/>
              </a:ext>
            </a:extLst>
          </p:cNvPr>
          <p:cNvSpPr txBox="1"/>
          <p:nvPr/>
        </p:nvSpPr>
        <p:spPr>
          <a:xfrm>
            <a:off x="4408790" y="835940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单输出杆液压缸</a:t>
            </a:r>
          </a:p>
        </p:txBody>
      </p:sp>
      <p:grpSp>
        <p:nvGrpSpPr>
          <p:cNvPr id="400" name="组合 399">
            <a:extLst>
              <a:ext uri="{FF2B5EF4-FFF2-40B4-BE49-F238E27FC236}">
                <a16:creationId xmlns:a16="http://schemas.microsoft.com/office/drawing/2014/main" id="{8AE57D0C-0766-1EA4-66D3-201F0E5A6F3C}"/>
              </a:ext>
            </a:extLst>
          </p:cNvPr>
          <p:cNvGrpSpPr/>
          <p:nvPr/>
        </p:nvGrpSpPr>
        <p:grpSpPr>
          <a:xfrm>
            <a:off x="4579408" y="1628377"/>
            <a:ext cx="1215200" cy="477104"/>
            <a:chOff x="3065572" y="2949185"/>
            <a:chExt cx="1215200" cy="477104"/>
          </a:xfrm>
        </p:grpSpPr>
        <p:sp>
          <p:nvSpPr>
            <p:cNvPr id="401" name="矩形 400">
              <a:extLst>
                <a:ext uri="{FF2B5EF4-FFF2-40B4-BE49-F238E27FC236}">
                  <a16:creationId xmlns:a16="http://schemas.microsoft.com/office/drawing/2014/main" id="{96CF4D69-5806-4010-A4F4-1EC872738EF3}"/>
                </a:ext>
              </a:extLst>
            </p:cNvPr>
            <p:cNvSpPr/>
            <p:nvPr/>
          </p:nvSpPr>
          <p:spPr>
            <a:xfrm>
              <a:off x="3305632" y="2949186"/>
              <a:ext cx="736027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3" name="矩形 402">
              <a:extLst>
                <a:ext uri="{FF2B5EF4-FFF2-40B4-BE49-F238E27FC236}">
                  <a16:creationId xmlns:a16="http://schemas.microsoft.com/office/drawing/2014/main" id="{EEB6B205-FA6D-D647-3306-DF2323D54B73}"/>
                </a:ext>
              </a:extLst>
            </p:cNvPr>
            <p:cNvSpPr/>
            <p:nvPr/>
          </p:nvSpPr>
          <p:spPr>
            <a:xfrm>
              <a:off x="3569643" y="2949185"/>
              <a:ext cx="58089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04" name="直接连接符 403">
              <a:extLst>
                <a:ext uri="{FF2B5EF4-FFF2-40B4-BE49-F238E27FC236}">
                  <a16:creationId xmlns:a16="http://schemas.microsoft.com/office/drawing/2014/main" id="{C5303D2F-BC00-CCE6-7B61-54918BBA67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8000" y="3210289"/>
              <a:ext cx="0" cy="216000"/>
            </a:xfrm>
            <a:prstGeom prst="line">
              <a:avLst/>
            </a:prstGeom>
            <a:ln w="12700"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5" name="直接连接符 404">
              <a:extLst>
                <a:ext uri="{FF2B5EF4-FFF2-40B4-BE49-F238E27FC236}">
                  <a16:creationId xmlns:a16="http://schemas.microsoft.com/office/drawing/2014/main" id="{9BFC1D89-8AE9-37B8-0A26-E41913F3D9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96000" y="3210289"/>
              <a:ext cx="0" cy="216000"/>
            </a:xfrm>
            <a:prstGeom prst="line">
              <a:avLst/>
            </a:prstGeom>
            <a:ln w="12700"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6" name="矩形 405">
              <a:extLst>
                <a:ext uri="{FF2B5EF4-FFF2-40B4-BE49-F238E27FC236}">
                  <a16:creationId xmlns:a16="http://schemas.microsoft.com/office/drawing/2014/main" id="{6D515CD8-1021-DA3F-F5F5-E1DD5C264B1F}"/>
                </a:ext>
              </a:extLst>
            </p:cNvPr>
            <p:cNvSpPr/>
            <p:nvPr/>
          </p:nvSpPr>
          <p:spPr>
            <a:xfrm rot="5400000">
              <a:off x="3927752" y="2785692"/>
              <a:ext cx="53839" cy="6522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7" name="矩形 406">
              <a:extLst>
                <a:ext uri="{FF2B5EF4-FFF2-40B4-BE49-F238E27FC236}">
                  <a16:creationId xmlns:a16="http://schemas.microsoft.com/office/drawing/2014/main" id="{7A32DB9C-70DE-B599-9262-7CBE62D070C3}"/>
                </a:ext>
              </a:extLst>
            </p:cNvPr>
            <p:cNvSpPr/>
            <p:nvPr/>
          </p:nvSpPr>
          <p:spPr>
            <a:xfrm rot="5400000">
              <a:off x="3290652" y="2859548"/>
              <a:ext cx="53839" cy="504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sp>
        <p:nvSpPr>
          <p:cNvPr id="408" name="文本框 407">
            <a:extLst>
              <a:ext uri="{FF2B5EF4-FFF2-40B4-BE49-F238E27FC236}">
                <a16:creationId xmlns:a16="http://schemas.microsoft.com/office/drawing/2014/main" id="{89AAEDBA-A025-729A-E962-501AE9736825}"/>
              </a:ext>
            </a:extLst>
          </p:cNvPr>
          <p:cNvSpPr txBox="1"/>
          <p:nvPr/>
        </p:nvSpPr>
        <p:spPr>
          <a:xfrm>
            <a:off x="4532724" y="2366802"/>
            <a:ext cx="1441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双输出杆液压缸</a:t>
            </a:r>
          </a:p>
        </p:txBody>
      </p:sp>
      <p:grpSp>
        <p:nvGrpSpPr>
          <p:cNvPr id="423" name="组合 422">
            <a:extLst>
              <a:ext uri="{FF2B5EF4-FFF2-40B4-BE49-F238E27FC236}">
                <a16:creationId xmlns:a16="http://schemas.microsoft.com/office/drawing/2014/main" id="{3935BD9C-E2DB-5574-B4BC-0FFCC29C735D}"/>
              </a:ext>
            </a:extLst>
          </p:cNvPr>
          <p:cNvGrpSpPr/>
          <p:nvPr/>
        </p:nvGrpSpPr>
        <p:grpSpPr>
          <a:xfrm>
            <a:off x="4922956" y="2960594"/>
            <a:ext cx="660956" cy="468406"/>
            <a:chOff x="4841485" y="2937949"/>
            <a:chExt cx="660956" cy="468406"/>
          </a:xfrm>
        </p:grpSpPr>
        <p:sp>
          <p:nvSpPr>
            <p:cNvPr id="412" name="任意多边形: 形状 411">
              <a:extLst>
                <a:ext uri="{FF2B5EF4-FFF2-40B4-BE49-F238E27FC236}">
                  <a16:creationId xmlns:a16="http://schemas.microsoft.com/office/drawing/2014/main" id="{1F6F8113-8567-DB14-8684-53155762BDB4}"/>
                </a:ext>
              </a:extLst>
            </p:cNvPr>
            <p:cNvSpPr/>
            <p:nvPr/>
          </p:nvSpPr>
          <p:spPr>
            <a:xfrm>
              <a:off x="4841485" y="2938342"/>
              <a:ext cx="660956" cy="327600"/>
            </a:xfrm>
            <a:custGeom>
              <a:avLst/>
              <a:gdLst>
                <a:gd name="connsiteX0" fmla="*/ 0 w 2882900"/>
                <a:gd name="connsiteY0" fmla="*/ 12700 h 2895600"/>
                <a:gd name="connsiteX1" fmla="*/ 0 w 2882900"/>
                <a:gd name="connsiteY1" fmla="*/ 2895600 h 2895600"/>
                <a:gd name="connsiteX2" fmla="*/ 1447800 w 2882900"/>
                <a:gd name="connsiteY2" fmla="*/ 2889250 h 2895600"/>
                <a:gd name="connsiteX3" fmla="*/ 1441450 w 2882900"/>
                <a:gd name="connsiteY3" fmla="*/ 2171700 h 2895600"/>
                <a:gd name="connsiteX4" fmla="*/ 2882900 w 2882900"/>
                <a:gd name="connsiteY4" fmla="*/ 2178050 h 2895600"/>
                <a:gd name="connsiteX5" fmla="*/ 2876550 w 2882900"/>
                <a:gd name="connsiteY5" fmla="*/ 730250 h 2895600"/>
                <a:gd name="connsiteX6" fmla="*/ 1447800 w 2882900"/>
                <a:gd name="connsiteY6" fmla="*/ 730250 h 2895600"/>
                <a:gd name="connsiteX7" fmla="*/ 1435100 w 2882900"/>
                <a:gd name="connsiteY7" fmla="*/ 0 h 2895600"/>
                <a:gd name="connsiteX8" fmla="*/ 0 w 2882900"/>
                <a:gd name="connsiteY8" fmla="*/ 12700 h 2895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82900" h="2895600">
                  <a:moveTo>
                    <a:pt x="0" y="12700"/>
                  </a:moveTo>
                  <a:lnTo>
                    <a:pt x="0" y="2895600"/>
                  </a:lnTo>
                  <a:lnTo>
                    <a:pt x="1447800" y="2889250"/>
                  </a:lnTo>
                  <a:cubicBezTo>
                    <a:pt x="1445683" y="2650067"/>
                    <a:pt x="1443567" y="2410883"/>
                    <a:pt x="1441450" y="2171700"/>
                  </a:cubicBezTo>
                  <a:lnTo>
                    <a:pt x="2882900" y="2178050"/>
                  </a:lnTo>
                  <a:cubicBezTo>
                    <a:pt x="2880783" y="1695450"/>
                    <a:pt x="2878667" y="1212850"/>
                    <a:pt x="2876550" y="730250"/>
                  </a:cubicBezTo>
                  <a:lnTo>
                    <a:pt x="1447800" y="730250"/>
                  </a:lnTo>
                  <a:lnTo>
                    <a:pt x="1435100" y="0"/>
                  </a:lnTo>
                  <a:lnTo>
                    <a:pt x="0" y="127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3" name="矩形 412">
              <a:extLst>
                <a:ext uri="{FF2B5EF4-FFF2-40B4-BE49-F238E27FC236}">
                  <a16:creationId xmlns:a16="http://schemas.microsoft.com/office/drawing/2014/main" id="{28F18785-447F-1515-7A0F-1B9ED65CEEAC}"/>
                </a:ext>
              </a:extLst>
            </p:cNvPr>
            <p:cNvSpPr/>
            <p:nvPr/>
          </p:nvSpPr>
          <p:spPr>
            <a:xfrm>
              <a:off x="4962857" y="2937949"/>
              <a:ext cx="58089" cy="32799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4" name="矩形 413">
              <a:extLst>
                <a:ext uri="{FF2B5EF4-FFF2-40B4-BE49-F238E27FC236}">
                  <a16:creationId xmlns:a16="http://schemas.microsoft.com/office/drawing/2014/main" id="{FF3B29AC-39CC-2F43-F2EE-103AC87396C3}"/>
                </a:ext>
              </a:extLst>
            </p:cNvPr>
            <p:cNvSpPr/>
            <p:nvPr/>
          </p:nvSpPr>
          <p:spPr>
            <a:xfrm>
              <a:off x="5318760" y="3022524"/>
              <a:ext cx="75950" cy="16358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5" name="矩形 414">
              <a:extLst>
                <a:ext uri="{FF2B5EF4-FFF2-40B4-BE49-F238E27FC236}">
                  <a16:creationId xmlns:a16="http://schemas.microsoft.com/office/drawing/2014/main" id="{50B3813E-4BA5-3C15-4151-E416F14E8EA6}"/>
                </a:ext>
              </a:extLst>
            </p:cNvPr>
            <p:cNvSpPr/>
            <p:nvPr/>
          </p:nvSpPr>
          <p:spPr>
            <a:xfrm rot="5400000">
              <a:off x="5148300" y="2954345"/>
              <a:ext cx="45719" cy="2952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6" name="等腰三角形 415">
              <a:extLst>
                <a:ext uri="{FF2B5EF4-FFF2-40B4-BE49-F238E27FC236}">
                  <a16:creationId xmlns:a16="http://schemas.microsoft.com/office/drawing/2014/main" id="{9E9709E6-D688-B1D0-2752-D56F41EE7C33}"/>
                </a:ext>
              </a:extLst>
            </p:cNvPr>
            <p:cNvSpPr/>
            <p:nvPr/>
          </p:nvSpPr>
          <p:spPr>
            <a:xfrm rot="10800000" flipV="1">
              <a:off x="4860000" y="3204964"/>
              <a:ext cx="70734" cy="60978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18" name="直接连接符 417">
              <a:extLst>
                <a:ext uri="{FF2B5EF4-FFF2-40B4-BE49-F238E27FC236}">
                  <a16:creationId xmlns:a16="http://schemas.microsoft.com/office/drawing/2014/main" id="{312B0008-C732-FB5E-2AEE-1F086613E919}"/>
                </a:ext>
              </a:extLst>
            </p:cNvPr>
            <p:cNvCxnSpPr>
              <a:cxnSpLocks/>
              <a:stCxn id="416" idx="3"/>
            </p:cNvCxnSpPr>
            <p:nvPr/>
          </p:nvCxnSpPr>
          <p:spPr>
            <a:xfrm>
              <a:off x="4895367" y="3265942"/>
              <a:ext cx="2250" cy="128588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0" name="直接连接符 419">
              <a:extLst>
                <a:ext uri="{FF2B5EF4-FFF2-40B4-BE49-F238E27FC236}">
                  <a16:creationId xmlns:a16="http://schemas.microsoft.com/office/drawing/2014/main" id="{CA4222C8-4138-78E5-5123-351BE398BB18}"/>
                </a:ext>
              </a:extLst>
            </p:cNvPr>
            <p:cNvCxnSpPr>
              <a:cxnSpLocks/>
            </p:cNvCxnSpPr>
            <p:nvPr/>
          </p:nvCxnSpPr>
          <p:spPr>
            <a:xfrm>
              <a:off x="5448574" y="3124805"/>
              <a:ext cx="1" cy="72000"/>
            </a:xfrm>
            <a:prstGeom prst="line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1" name="直接连接符 420">
              <a:extLst>
                <a:ext uri="{FF2B5EF4-FFF2-40B4-BE49-F238E27FC236}">
                  <a16:creationId xmlns:a16="http://schemas.microsoft.com/office/drawing/2014/main" id="{AAD50B38-7913-2ABC-8371-35DC22C4B360}"/>
                </a:ext>
              </a:extLst>
            </p:cNvPr>
            <p:cNvCxnSpPr>
              <a:cxnSpLocks/>
            </p:cNvCxnSpPr>
            <p:nvPr/>
          </p:nvCxnSpPr>
          <p:spPr>
            <a:xfrm>
              <a:off x="5448575" y="3196805"/>
              <a:ext cx="0" cy="20955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22" name="文本框 421">
            <a:extLst>
              <a:ext uri="{FF2B5EF4-FFF2-40B4-BE49-F238E27FC236}">
                <a16:creationId xmlns:a16="http://schemas.microsoft.com/office/drawing/2014/main" id="{9D3DC72B-1C4D-0561-D3CB-B201D4990E27}"/>
              </a:ext>
            </a:extLst>
          </p:cNvPr>
          <p:cNvSpPr txBox="1"/>
          <p:nvPr/>
        </p:nvSpPr>
        <p:spPr>
          <a:xfrm>
            <a:off x="4712260" y="3672756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气液增压缸</a:t>
            </a:r>
          </a:p>
        </p:txBody>
      </p:sp>
      <p:grpSp>
        <p:nvGrpSpPr>
          <p:cNvPr id="460" name="组合 459">
            <a:extLst>
              <a:ext uri="{FF2B5EF4-FFF2-40B4-BE49-F238E27FC236}">
                <a16:creationId xmlns:a16="http://schemas.microsoft.com/office/drawing/2014/main" id="{3D97B6CB-0217-8CBE-E005-D82F22FF1B05}"/>
              </a:ext>
            </a:extLst>
          </p:cNvPr>
          <p:cNvGrpSpPr/>
          <p:nvPr/>
        </p:nvGrpSpPr>
        <p:grpSpPr>
          <a:xfrm>
            <a:off x="4738803" y="4323301"/>
            <a:ext cx="804628" cy="803365"/>
            <a:chOff x="4435200" y="4176025"/>
            <a:chExt cx="804628" cy="803365"/>
          </a:xfrm>
        </p:grpSpPr>
        <p:sp>
          <p:nvSpPr>
            <p:cNvPr id="458" name="矩形 457">
              <a:extLst>
                <a:ext uri="{FF2B5EF4-FFF2-40B4-BE49-F238E27FC236}">
                  <a16:creationId xmlns:a16="http://schemas.microsoft.com/office/drawing/2014/main" id="{36F34671-D836-59A8-ECCA-27690F3B033D}"/>
                </a:ext>
              </a:extLst>
            </p:cNvPr>
            <p:cNvSpPr/>
            <p:nvPr/>
          </p:nvSpPr>
          <p:spPr>
            <a:xfrm>
              <a:off x="4595941" y="4276800"/>
              <a:ext cx="643887" cy="643887"/>
            </a:xfrm>
            <a:prstGeom prst="rect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24" name="直接箭头连接符 423">
              <a:extLst>
                <a:ext uri="{FF2B5EF4-FFF2-40B4-BE49-F238E27FC236}">
                  <a16:creationId xmlns:a16="http://schemas.microsoft.com/office/drawing/2014/main" id="{CF3C1E65-FAEE-302C-21D8-1761E672123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789868" y="4525370"/>
              <a:ext cx="337284" cy="335212"/>
            </a:xfrm>
            <a:prstGeom prst="bentConnector3">
              <a:avLst>
                <a:gd name="adj1" fmla="val 109"/>
              </a:avLst>
            </a:prstGeom>
            <a:ln w="12700">
              <a:headEnd type="oval" w="sm" len="sm"/>
              <a:tailEnd type="arrow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5" name="椭圆 424">
              <a:extLst>
                <a:ext uri="{FF2B5EF4-FFF2-40B4-BE49-F238E27FC236}">
                  <a16:creationId xmlns:a16="http://schemas.microsoft.com/office/drawing/2014/main" id="{272F8597-7780-770B-ADC3-C0D706F0C7FA}"/>
                </a:ext>
              </a:extLst>
            </p:cNvPr>
            <p:cNvSpPr/>
            <p:nvPr/>
          </p:nvSpPr>
          <p:spPr>
            <a:xfrm rot="5400000" flipH="1">
              <a:off x="5074221" y="4561412"/>
              <a:ext cx="104223" cy="102835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28" name="直接连接符 427">
              <a:extLst>
                <a:ext uri="{FF2B5EF4-FFF2-40B4-BE49-F238E27FC236}">
                  <a16:creationId xmlns:a16="http://schemas.microsoft.com/office/drawing/2014/main" id="{0D91801A-094A-D94D-A2C4-204A70486EBA}"/>
                </a:ext>
              </a:extLst>
            </p:cNvPr>
            <p:cNvCxnSpPr>
              <a:cxnSpLocks/>
            </p:cNvCxnSpPr>
            <p:nvPr/>
          </p:nvCxnSpPr>
          <p:spPr>
            <a:xfrm>
              <a:off x="4790903" y="4176025"/>
              <a:ext cx="0" cy="80336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8" name="直接连接符 437">
              <a:extLst>
                <a:ext uri="{FF2B5EF4-FFF2-40B4-BE49-F238E27FC236}">
                  <a16:creationId xmlns:a16="http://schemas.microsoft.com/office/drawing/2014/main" id="{4EFB5C0B-9B35-A91B-D3B6-3B547F75661C}"/>
                </a:ext>
              </a:extLst>
            </p:cNvPr>
            <p:cNvCxnSpPr>
              <a:cxnSpLocks/>
              <a:endCxn id="425" idx="6"/>
            </p:cNvCxnSpPr>
            <p:nvPr/>
          </p:nvCxnSpPr>
          <p:spPr>
            <a:xfrm>
              <a:off x="4790903" y="4329914"/>
              <a:ext cx="335429" cy="230804"/>
            </a:xfrm>
            <a:prstGeom prst="bentConnector2">
              <a:avLst/>
            </a:prstGeom>
            <a:ln w="12700">
              <a:headEnd type="oval" w="sm" len="sm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1" name="弧形 450">
              <a:extLst>
                <a:ext uri="{FF2B5EF4-FFF2-40B4-BE49-F238E27FC236}">
                  <a16:creationId xmlns:a16="http://schemas.microsoft.com/office/drawing/2014/main" id="{FF432850-F7C5-ABF0-00AB-A3D1896B364E}"/>
                </a:ext>
              </a:extLst>
            </p:cNvPr>
            <p:cNvSpPr/>
            <p:nvPr/>
          </p:nvSpPr>
          <p:spPr>
            <a:xfrm rot="2700000">
              <a:off x="4435200" y="4429408"/>
              <a:ext cx="325335" cy="325335"/>
            </a:xfrm>
            <a:prstGeom prst="arc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3" name="弧形 452">
              <a:extLst>
                <a:ext uri="{FF2B5EF4-FFF2-40B4-BE49-F238E27FC236}">
                  <a16:creationId xmlns:a16="http://schemas.microsoft.com/office/drawing/2014/main" id="{837764C0-D092-1604-07F4-2533D5301D67}"/>
                </a:ext>
              </a:extLst>
            </p:cNvPr>
            <p:cNvSpPr/>
            <p:nvPr/>
          </p:nvSpPr>
          <p:spPr>
            <a:xfrm rot="18900000" flipH="1">
              <a:off x="4819321" y="4429409"/>
              <a:ext cx="325335" cy="325335"/>
            </a:xfrm>
            <a:prstGeom prst="arc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55" name="直接连接符 454">
              <a:extLst>
                <a:ext uri="{FF2B5EF4-FFF2-40B4-BE49-F238E27FC236}">
                  <a16:creationId xmlns:a16="http://schemas.microsoft.com/office/drawing/2014/main" id="{623C63E5-F928-4E3E-0AE4-0832466ED600}"/>
                </a:ext>
              </a:extLst>
            </p:cNvPr>
            <p:cNvCxnSpPr>
              <a:cxnSpLocks/>
            </p:cNvCxnSpPr>
            <p:nvPr/>
          </p:nvCxnSpPr>
          <p:spPr>
            <a:xfrm>
              <a:off x="4679924" y="4500089"/>
              <a:ext cx="221527" cy="18586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61" name="文本框 460">
            <a:extLst>
              <a:ext uri="{FF2B5EF4-FFF2-40B4-BE49-F238E27FC236}">
                <a16:creationId xmlns:a16="http://schemas.microsoft.com/office/drawing/2014/main" id="{4E6B1FC4-87AA-2351-D1F2-B50158C92EB8}"/>
              </a:ext>
            </a:extLst>
          </p:cNvPr>
          <p:cNvSpPr txBox="1"/>
          <p:nvPr/>
        </p:nvSpPr>
        <p:spPr>
          <a:xfrm>
            <a:off x="4648760" y="5233888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单向节流阀</a:t>
            </a:r>
          </a:p>
        </p:txBody>
      </p:sp>
      <p:grpSp>
        <p:nvGrpSpPr>
          <p:cNvPr id="487" name="组合 486">
            <a:extLst>
              <a:ext uri="{FF2B5EF4-FFF2-40B4-BE49-F238E27FC236}">
                <a16:creationId xmlns:a16="http://schemas.microsoft.com/office/drawing/2014/main" id="{6A72B191-07B7-CED8-49BF-2CD43514D4A3}"/>
              </a:ext>
            </a:extLst>
          </p:cNvPr>
          <p:cNvGrpSpPr/>
          <p:nvPr/>
        </p:nvGrpSpPr>
        <p:grpSpPr>
          <a:xfrm>
            <a:off x="4858544" y="5672360"/>
            <a:ext cx="791601" cy="827577"/>
            <a:chOff x="4858544" y="5672360"/>
            <a:chExt cx="791601" cy="827577"/>
          </a:xfrm>
        </p:grpSpPr>
        <p:cxnSp>
          <p:nvCxnSpPr>
            <p:cNvPr id="468" name="直接连接符 467">
              <a:extLst>
                <a:ext uri="{FF2B5EF4-FFF2-40B4-BE49-F238E27FC236}">
                  <a16:creationId xmlns:a16="http://schemas.microsoft.com/office/drawing/2014/main" id="{484ED109-0C1A-E1BE-AB71-45C914AE0742}"/>
                </a:ext>
              </a:extLst>
            </p:cNvPr>
            <p:cNvCxnSpPr>
              <a:cxnSpLocks/>
            </p:cNvCxnSpPr>
            <p:nvPr/>
          </p:nvCxnSpPr>
          <p:spPr>
            <a:xfrm>
              <a:off x="5191918" y="5672360"/>
              <a:ext cx="4366" cy="827577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7" name="任意多边形: 形状 476">
              <a:extLst>
                <a:ext uri="{FF2B5EF4-FFF2-40B4-BE49-F238E27FC236}">
                  <a16:creationId xmlns:a16="http://schemas.microsoft.com/office/drawing/2014/main" id="{55DAFBAA-9582-C2F3-8DC1-66C10A8D80AF}"/>
                </a:ext>
              </a:extLst>
            </p:cNvPr>
            <p:cNvSpPr/>
            <p:nvPr/>
          </p:nvSpPr>
          <p:spPr>
            <a:xfrm>
              <a:off x="4858544" y="5782811"/>
              <a:ext cx="339724" cy="409575"/>
            </a:xfrm>
            <a:custGeom>
              <a:avLst/>
              <a:gdLst>
                <a:gd name="connsiteX0" fmla="*/ 298450 w 298450"/>
                <a:gd name="connsiteY0" fmla="*/ 127000 h 409575"/>
                <a:gd name="connsiteX1" fmla="*/ 238125 w 298450"/>
                <a:gd name="connsiteY1" fmla="*/ 0 h 409575"/>
                <a:gd name="connsiteX2" fmla="*/ 0 w 298450"/>
                <a:gd name="connsiteY2" fmla="*/ 0 h 409575"/>
                <a:gd name="connsiteX3" fmla="*/ 9525 w 298450"/>
                <a:gd name="connsiteY3" fmla="*/ 409575 h 409575"/>
                <a:gd name="connsiteX4" fmla="*/ 92075 w 298450"/>
                <a:gd name="connsiteY4" fmla="*/ 409575 h 409575"/>
                <a:gd name="connsiteX5" fmla="*/ 298450 w 298450"/>
                <a:gd name="connsiteY5" fmla="*/ 127000 h 409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8450" h="409575">
                  <a:moveTo>
                    <a:pt x="298450" y="127000"/>
                  </a:moveTo>
                  <a:lnTo>
                    <a:pt x="238125" y="0"/>
                  </a:lnTo>
                  <a:lnTo>
                    <a:pt x="0" y="0"/>
                  </a:lnTo>
                  <a:lnTo>
                    <a:pt x="9525" y="409575"/>
                  </a:lnTo>
                  <a:lnTo>
                    <a:pt x="92075" y="409575"/>
                  </a:lnTo>
                  <a:lnTo>
                    <a:pt x="298450" y="127000"/>
                  </a:lnTo>
                  <a:close/>
                </a:path>
              </a:pathLst>
            </a:custGeom>
            <a:ln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62" name="矩形 461">
              <a:extLst>
                <a:ext uri="{FF2B5EF4-FFF2-40B4-BE49-F238E27FC236}">
                  <a16:creationId xmlns:a16="http://schemas.microsoft.com/office/drawing/2014/main" id="{CD830AB2-59D7-86D4-3404-FE3725CBA6C0}"/>
                </a:ext>
              </a:extLst>
            </p:cNvPr>
            <p:cNvSpPr/>
            <p:nvPr/>
          </p:nvSpPr>
          <p:spPr>
            <a:xfrm>
              <a:off x="4977209" y="5874913"/>
              <a:ext cx="425450" cy="4254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64" name="直接连接符 463">
              <a:extLst>
                <a:ext uri="{FF2B5EF4-FFF2-40B4-BE49-F238E27FC236}">
                  <a16:creationId xmlns:a16="http://schemas.microsoft.com/office/drawing/2014/main" id="{AB3FE8CB-FFCA-07EB-F601-C3C6A88AEE4D}"/>
                </a:ext>
              </a:extLst>
            </p:cNvPr>
            <p:cNvCxnSpPr>
              <a:cxnSpLocks/>
            </p:cNvCxnSpPr>
            <p:nvPr/>
          </p:nvCxnSpPr>
          <p:spPr>
            <a:xfrm>
              <a:off x="5076000" y="5874913"/>
              <a:ext cx="0" cy="422473"/>
            </a:xfrm>
            <a:prstGeom prst="line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9" name="组合 478">
              <a:extLst>
                <a:ext uri="{FF2B5EF4-FFF2-40B4-BE49-F238E27FC236}">
                  <a16:creationId xmlns:a16="http://schemas.microsoft.com/office/drawing/2014/main" id="{4F7A6F3F-AC6E-2EC7-FC0B-41D40864D2B9}"/>
                </a:ext>
              </a:extLst>
            </p:cNvPr>
            <p:cNvGrpSpPr/>
            <p:nvPr/>
          </p:nvGrpSpPr>
          <p:grpSpPr>
            <a:xfrm flipV="1">
              <a:off x="5402659" y="5887993"/>
              <a:ext cx="247486" cy="199209"/>
              <a:chOff x="3977736" y="1290971"/>
              <a:chExt cx="884548" cy="712000"/>
            </a:xfrm>
          </p:grpSpPr>
          <p:cxnSp>
            <p:nvCxnSpPr>
              <p:cNvPr id="480" name="直接连接符 479">
                <a:extLst>
                  <a:ext uri="{FF2B5EF4-FFF2-40B4-BE49-F238E27FC236}">
                    <a16:creationId xmlns:a16="http://schemas.microsoft.com/office/drawing/2014/main" id="{0545746A-CB1C-C8FD-B3DA-D6B4BEC1BD26}"/>
                  </a:ext>
                </a:extLst>
              </p:cNvPr>
              <p:cNvCxnSpPr/>
              <p:nvPr/>
            </p:nvCxnSpPr>
            <p:spPr>
              <a:xfrm flipV="1">
                <a:off x="4688113" y="12917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2" name="直接连接符 481">
                <a:extLst>
                  <a:ext uri="{FF2B5EF4-FFF2-40B4-BE49-F238E27FC236}">
                    <a16:creationId xmlns:a16="http://schemas.microsoft.com/office/drawing/2014/main" id="{D44C110E-A7B4-3750-9DAA-75C3BF1AA11C}"/>
                  </a:ext>
                </a:extLst>
              </p:cNvPr>
              <p:cNvCxnSpPr/>
              <p:nvPr/>
            </p:nvCxnSpPr>
            <p:spPr>
              <a:xfrm flipV="1">
                <a:off x="4331389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3" name="直接连接符 482">
                <a:extLst>
                  <a:ext uri="{FF2B5EF4-FFF2-40B4-BE49-F238E27FC236}">
                    <a16:creationId xmlns:a16="http://schemas.microsoft.com/office/drawing/2014/main" id="{066D7EFD-644B-036E-F347-AAF255B7251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509751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4" name="直接连接符 483">
                <a:extLst>
                  <a:ext uri="{FF2B5EF4-FFF2-40B4-BE49-F238E27FC236}">
                    <a16:creationId xmlns:a16="http://schemas.microsoft.com/office/drawing/2014/main" id="{EEE82A93-FAA6-9967-738E-CE17F021A2FD}"/>
                  </a:ext>
                </a:extLst>
              </p:cNvPr>
              <p:cNvCxnSpPr/>
              <p:nvPr/>
            </p:nvCxnSpPr>
            <p:spPr>
              <a:xfrm flipV="1">
                <a:off x="3977736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5" name="直接连接符 484">
                <a:extLst>
                  <a:ext uri="{FF2B5EF4-FFF2-40B4-BE49-F238E27FC236}">
                    <a16:creationId xmlns:a16="http://schemas.microsoft.com/office/drawing/2014/main" id="{E9EFD105-7D22-ADAB-5554-A027D352BE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53027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488" name="文本框 487">
            <a:extLst>
              <a:ext uri="{FF2B5EF4-FFF2-40B4-BE49-F238E27FC236}">
                <a16:creationId xmlns:a16="http://schemas.microsoft.com/office/drawing/2014/main" id="{FD912B6C-F4AB-AC07-BDC7-4337AF90F65C}"/>
              </a:ext>
            </a:extLst>
          </p:cNvPr>
          <p:cNvSpPr txBox="1"/>
          <p:nvPr/>
        </p:nvSpPr>
        <p:spPr>
          <a:xfrm>
            <a:off x="4828296" y="652154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溢流阀</a:t>
            </a:r>
          </a:p>
        </p:txBody>
      </p:sp>
      <p:grpSp>
        <p:nvGrpSpPr>
          <p:cNvPr id="527" name="组合 526">
            <a:extLst>
              <a:ext uri="{FF2B5EF4-FFF2-40B4-BE49-F238E27FC236}">
                <a16:creationId xmlns:a16="http://schemas.microsoft.com/office/drawing/2014/main" id="{7E373B9B-356C-EFD8-CD12-2F0B0797312B}"/>
              </a:ext>
            </a:extLst>
          </p:cNvPr>
          <p:cNvGrpSpPr/>
          <p:nvPr/>
        </p:nvGrpSpPr>
        <p:grpSpPr>
          <a:xfrm>
            <a:off x="6270066" y="62572"/>
            <a:ext cx="459764" cy="783316"/>
            <a:chOff x="6680580" y="874814"/>
            <a:chExt cx="687959" cy="1172099"/>
          </a:xfrm>
        </p:grpSpPr>
        <p:cxnSp>
          <p:nvCxnSpPr>
            <p:cNvPr id="490" name="直接连接符 489">
              <a:extLst>
                <a:ext uri="{FF2B5EF4-FFF2-40B4-BE49-F238E27FC236}">
                  <a16:creationId xmlns:a16="http://schemas.microsoft.com/office/drawing/2014/main" id="{5814E7F1-18F8-3B08-E02B-70AB95160585}"/>
                </a:ext>
              </a:extLst>
            </p:cNvPr>
            <p:cNvCxnSpPr>
              <a:cxnSpLocks/>
            </p:cNvCxnSpPr>
            <p:nvPr/>
          </p:nvCxnSpPr>
          <p:spPr>
            <a:xfrm>
              <a:off x="6682740" y="1630680"/>
              <a:ext cx="274320" cy="22098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2" name="直接连接符 491">
              <a:extLst>
                <a:ext uri="{FF2B5EF4-FFF2-40B4-BE49-F238E27FC236}">
                  <a16:creationId xmlns:a16="http://schemas.microsoft.com/office/drawing/2014/main" id="{EE4DE760-1BD1-52A9-D67D-C735D848B2FB}"/>
                </a:ext>
              </a:extLst>
            </p:cNvPr>
            <p:cNvCxnSpPr>
              <a:cxnSpLocks/>
            </p:cNvCxnSpPr>
            <p:nvPr/>
          </p:nvCxnSpPr>
          <p:spPr>
            <a:xfrm>
              <a:off x="6682740" y="987568"/>
              <a:ext cx="0" cy="64311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8" name="直接连接符 497">
              <a:extLst>
                <a:ext uri="{FF2B5EF4-FFF2-40B4-BE49-F238E27FC236}">
                  <a16:creationId xmlns:a16="http://schemas.microsoft.com/office/drawing/2014/main" id="{B9B84979-02A0-5699-14AB-C8AEA2C118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57060" y="1630680"/>
              <a:ext cx="274320" cy="22098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9" name="直接连接符 498">
              <a:extLst>
                <a:ext uri="{FF2B5EF4-FFF2-40B4-BE49-F238E27FC236}">
                  <a16:creationId xmlns:a16="http://schemas.microsoft.com/office/drawing/2014/main" id="{6E01CA90-1FAF-6D65-1AAA-BD55B29B3A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31380" y="987568"/>
              <a:ext cx="0" cy="64311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0" name="矩形 499">
              <a:extLst>
                <a:ext uri="{FF2B5EF4-FFF2-40B4-BE49-F238E27FC236}">
                  <a16:creationId xmlns:a16="http://schemas.microsoft.com/office/drawing/2014/main" id="{3700357C-0F03-29CD-63A5-9908A5BD2E8C}"/>
                </a:ext>
              </a:extLst>
            </p:cNvPr>
            <p:cNvSpPr/>
            <p:nvPr/>
          </p:nvSpPr>
          <p:spPr>
            <a:xfrm>
              <a:off x="6819898" y="1458000"/>
              <a:ext cx="274321" cy="27432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01" name="矩形 500">
              <a:extLst>
                <a:ext uri="{FF2B5EF4-FFF2-40B4-BE49-F238E27FC236}">
                  <a16:creationId xmlns:a16="http://schemas.microsoft.com/office/drawing/2014/main" id="{1B871C58-5B8C-C56B-7649-F19CFC35F949}"/>
                </a:ext>
              </a:extLst>
            </p:cNvPr>
            <p:cNvSpPr/>
            <p:nvPr/>
          </p:nvSpPr>
          <p:spPr>
            <a:xfrm rot="5400000">
              <a:off x="6929060" y="1155681"/>
              <a:ext cx="53839" cy="5508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grpSp>
          <p:nvGrpSpPr>
            <p:cNvPr id="503" name="组合 502">
              <a:extLst>
                <a:ext uri="{FF2B5EF4-FFF2-40B4-BE49-F238E27FC236}">
                  <a16:creationId xmlns:a16="http://schemas.microsoft.com/office/drawing/2014/main" id="{2BB0A98F-8736-4CD5-5047-84C42FE4CDA2}"/>
                </a:ext>
              </a:extLst>
            </p:cNvPr>
            <p:cNvGrpSpPr/>
            <p:nvPr/>
          </p:nvGrpSpPr>
          <p:grpSpPr>
            <a:xfrm rot="5400000">
              <a:off x="6666009" y="1170000"/>
              <a:ext cx="307777" cy="155476"/>
              <a:chOff x="3885986" y="1290171"/>
              <a:chExt cx="1411040" cy="712800"/>
            </a:xfrm>
          </p:grpSpPr>
          <p:cxnSp>
            <p:nvCxnSpPr>
              <p:cNvPr id="504" name="直接连接符 503">
                <a:extLst>
                  <a:ext uri="{FF2B5EF4-FFF2-40B4-BE49-F238E27FC236}">
                    <a16:creationId xmlns:a16="http://schemas.microsoft.com/office/drawing/2014/main" id="{9DB01BF9-ED35-D1F8-ADC1-5AA7AC8FB5FC}"/>
                  </a:ext>
                </a:extLst>
              </p:cNvPr>
              <p:cNvCxnSpPr/>
              <p:nvPr/>
            </p:nvCxnSpPr>
            <p:spPr>
              <a:xfrm flipV="1">
                <a:off x="4688113" y="12917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5" name="直接连接符 504">
                <a:extLst>
                  <a:ext uri="{FF2B5EF4-FFF2-40B4-BE49-F238E27FC236}">
                    <a16:creationId xmlns:a16="http://schemas.microsoft.com/office/drawing/2014/main" id="{E7E29F16-2636-A2AC-50ED-906B66620C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862284" y="12917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6" name="直接连接符 505">
                <a:extLst>
                  <a:ext uri="{FF2B5EF4-FFF2-40B4-BE49-F238E27FC236}">
                    <a16:creationId xmlns:a16="http://schemas.microsoft.com/office/drawing/2014/main" id="{74DB1EA9-976C-7AB8-AC51-06160A7DAE20}"/>
                  </a:ext>
                </a:extLst>
              </p:cNvPr>
              <p:cNvCxnSpPr/>
              <p:nvPr/>
            </p:nvCxnSpPr>
            <p:spPr>
              <a:xfrm flipV="1">
                <a:off x="4331389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7" name="直接连接符 506">
                <a:extLst>
                  <a:ext uri="{FF2B5EF4-FFF2-40B4-BE49-F238E27FC236}">
                    <a16:creationId xmlns:a16="http://schemas.microsoft.com/office/drawing/2014/main" id="{77E38C1F-D2B3-5F20-984B-358D39762A6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509751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8" name="直接连接符 507">
                <a:extLst>
                  <a:ext uri="{FF2B5EF4-FFF2-40B4-BE49-F238E27FC236}">
                    <a16:creationId xmlns:a16="http://schemas.microsoft.com/office/drawing/2014/main" id="{DAED718E-EF52-DBBB-7F75-F4234890D346}"/>
                  </a:ext>
                </a:extLst>
              </p:cNvPr>
              <p:cNvCxnSpPr/>
              <p:nvPr/>
            </p:nvCxnSpPr>
            <p:spPr>
              <a:xfrm flipV="1">
                <a:off x="3977736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09" name="直接连接符 508">
                <a:extLst>
                  <a:ext uri="{FF2B5EF4-FFF2-40B4-BE49-F238E27FC236}">
                    <a16:creationId xmlns:a16="http://schemas.microsoft.com/office/drawing/2014/main" id="{0AB9795C-C7DA-50DF-2B4C-A09411ED5F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53027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0" name="直接连接符 509">
                <a:extLst>
                  <a:ext uri="{FF2B5EF4-FFF2-40B4-BE49-F238E27FC236}">
                    <a16:creationId xmlns:a16="http://schemas.microsoft.com/office/drawing/2014/main" id="{86913991-4D33-CCCC-572E-8E3AC292FE9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885986" y="1646571"/>
                <a:ext cx="86400" cy="3564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1" name="直接连接符 510">
                <a:extLst>
                  <a:ext uri="{FF2B5EF4-FFF2-40B4-BE49-F238E27FC236}">
                    <a16:creationId xmlns:a16="http://schemas.microsoft.com/office/drawing/2014/main" id="{8B346EBA-E1C2-0DCB-D611-1D11BBA8D5A2}"/>
                  </a:ext>
                </a:extLst>
              </p:cNvPr>
              <p:cNvCxnSpPr/>
              <p:nvPr/>
            </p:nvCxnSpPr>
            <p:spPr>
              <a:xfrm flipV="1">
                <a:off x="5036455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12" name="直接连接符 511">
                <a:extLst>
                  <a:ext uri="{FF2B5EF4-FFF2-40B4-BE49-F238E27FC236}">
                    <a16:creationId xmlns:a16="http://schemas.microsoft.com/office/drawing/2014/main" id="{2B6DB61E-C9C9-7C35-5F8B-6C5A87B34A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210626" y="1290171"/>
                <a:ext cx="86400" cy="3564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16" name="直接连接符 515">
              <a:extLst>
                <a:ext uri="{FF2B5EF4-FFF2-40B4-BE49-F238E27FC236}">
                  <a16:creationId xmlns:a16="http://schemas.microsoft.com/office/drawing/2014/main" id="{52EA70F2-28B2-7E10-510D-5C30A3C65B4D}"/>
                </a:ext>
              </a:extLst>
            </p:cNvPr>
            <p:cNvCxnSpPr>
              <a:cxnSpLocks/>
            </p:cNvCxnSpPr>
            <p:nvPr/>
          </p:nvCxnSpPr>
          <p:spPr>
            <a:xfrm>
              <a:off x="6963599" y="874814"/>
              <a:ext cx="0" cy="528987"/>
            </a:xfrm>
            <a:prstGeom prst="line">
              <a:avLst/>
            </a:prstGeom>
            <a:ln w="12700"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1" name="直接连接符 520">
              <a:extLst>
                <a:ext uri="{FF2B5EF4-FFF2-40B4-BE49-F238E27FC236}">
                  <a16:creationId xmlns:a16="http://schemas.microsoft.com/office/drawing/2014/main" id="{95FA1000-4E89-93E8-5768-5E9A941329A1}"/>
                </a:ext>
              </a:extLst>
            </p:cNvPr>
            <p:cNvCxnSpPr>
              <a:cxnSpLocks/>
            </p:cNvCxnSpPr>
            <p:nvPr/>
          </p:nvCxnSpPr>
          <p:spPr>
            <a:xfrm>
              <a:off x="7231376" y="1630680"/>
              <a:ext cx="137163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4" name="直接连接符 523">
              <a:extLst>
                <a:ext uri="{FF2B5EF4-FFF2-40B4-BE49-F238E27FC236}">
                  <a16:creationId xmlns:a16="http://schemas.microsoft.com/office/drawing/2014/main" id="{21D88D44-2512-1242-B4A7-9055A85F0629}"/>
                </a:ext>
              </a:extLst>
            </p:cNvPr>
            <p:cNvCxnSpPr>
              <a:cxnSpLocks/>
            </p:cNvCxnSpPr>
            <p:nvPr/>
          </p:nvCxnSpPr>
          <p:spPr>
            <a:xfrm>
              <a:off x="6955979" y="1851660"/>
              <a:ext cx="0" cy="19525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9" name="文本框 528">
            <a:extLst>
              <a:ext uri="{FF2B5EF4-FFF2-40B4-BE49-F238E27FC236}">
                <a16:creationId xmlns:a16="http://schemas.microsoft.com/office/drawing/2014/main" id="{C988115F-F20F-C793-2BC1-3874EC817B9A}"/>
              </a:ext>
            </a:extLst>
          </p:cNvPr>
          <p:cNvSpPr txBox="1"/>
          <p:nvPr/>
        </p:nvSpPr>
        <p:spPr>
          <a:xfrm>
            <a:off x="6228078" y="8336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锥阀</a:t>
            </a:r>
          </a:p>
        </p:txBody>
      </p:sp>
      <p:grpSp>
        <p:nvGrpSpPr>
          <p:cNvPr id="568" name="组合 567">
            <a:extLst>
              <a:ext uri="{FF2B5EF4-FFF2-40B4-BE49-F238E27FC236}">
                <a16:creationId xmlns:a16="http://schemas.microsoft.com/office/drawing/2014/main" id="{8F92E105-F34E-84D8-B879-092F3030BA9F}"/>
              </a:ext>
            </a:extLst>
          </p:cNvPr>
          <p:cNvGrpSpPr/>
          <p:nvPr/>
        </p:nvGrpSpPr>
        <p:grpSpPr>
          <a:xfrm>
            <a:off x="5905180" y="1654358"/>
            <a:ext cx="1189533" cy="327600"/>
            <a:chOff x="6039942" y="1539240"/>
            <a:chExt cx="1189533" cy="327600"/>
          </a:xfrm>
        </p:grpSpPr>
        <p:sp>
          <p:nvSpPr>
            <p:cNvPr id="530" name="矩形 529">
              <a:extLst>
                <a:ext uri="{FF2B5EF4-FFF2-40B4-BE49-F238E27FC236}">
                  <a16:creationId xmlns:a16="http://schemas.microsoft.com/office/drawing/2014/main" id="{6F003485-3640-8327-D2B1-D89E4EF89E54}"/>
                </a:ext>
              </a:extLst>
            </p:cNvPr>
            <p:cNvSpPr/>
            <p:nvPr/>
          </p:nvSpPr>
          <p:spPr>
            <a:xfrm>
              <a:off x="6039942" y="1539240"/>
              <a:ext cx="1189533" cy="3276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grpSp>
          <p:nvGrpSpPr>
            <p:cNvPr id="548" name="组合 547">
              <a:extLst>
                <a:ext uri="{FF2B5EF4-FFF2-40B4-BE49-F238E27FC236}">
                  <a16:creationId xmlns:a16="http://schemas.microsoft.com/office/drawing/2014/main" id="{E4773E6B-8CA9-FD11-FA14-BCF11A5DA7B6}"/>
                </a:ext>
              </a:extLst>
            </p:cNvPr>
            <p:cNvGrpSpPr/>
            <p:nvPr/>
          </p:nvGrpSpPr>
          <p:grpSpPr>
            <a:xfrm rot="10800000">
              <a:off x="6603536" y="1821121"/>
              <a:ext cx="62344" cy="45719"/>
              <a:chOff x="6296025" y="3586163"/>
              <a:chExt cx="357188" cy="261937"/>
            </a:xfrm>
          </p:grpSpPr>
          <p:cxnSp>
            <p:nvCxnSpPr>
              <p:cNvPr id="549" name="直接连接符 548">
                <a:extLst>
                  <a:ext uri="{FF2B5EF4-FFF2-40B4-BE49-F238E27FC236}">
                    <a16:creationId xmlns:a16="http://schemas.microsoft.com/office/drawing/2014/main" id="{AE224DF0-0B19-0493-1F06-9ED637B6EC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96025" y="3848100"/>
                <a:ext cx="357188" cy="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50" name="直接连接符 549">
                <a:extLst>
                  <a:ext uri="{FF2B5EF4-FFF2-40B4-BE49-F238E27FC236}">
                    <a16:creationId xmlns:a16="http://schemas.microsoft.com/office/drawing/2014/main" id="{43E3C957-647D-CA40-04D1-222B452882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9380" y="3586163"/>
                <a:ext cx="0" cy="261937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39" name="组合 538">
              <a:extLst>
                <a:ext uri="{FF2B5EF4-FFF2-40B4-BE49-F238E27FC236}">
                  <a16:creationId xmlns:a16="http://schemas.microsoft.com/office/drawing/2014/main" id="{B43DB574-BF04-0AA7-2FAD-97CEABA8AB1A}"/>
                </a:ext>
              </a:extLst>
            </p:cNvPr>
            <p:cNvGrpSpPr/>
            <p:nvPr/>
          </p:nvGrpSpPr>
          <p:grpSpPr>
            <a:xfrm rot="10800000">
              <a:off x="6086475" y="1821121"/>
              <a:ext cx="62344" cy="45719"/>
              <a:chOff x="6296025" y="3586163"/>
              <a:chExt cx="357188" cy="261937"/>
            </a:xfrm>
          </p:grpSpPr>
          <p:cxnSp>
            <p:nvCxnSpPr>
              <p:cNvPr id="532" name="直接连接符 531">
                <a:extLst>
                  <a:ext uri="{FF2B5EF4-FFF2-40B4-BE49-F238E27FC236}">
                    <a16:creationId xmlns:a16="http://schemas.microsoft.com/office/drawing/2014/main" id="{A7AEE0BA-941C-B519-2D26-F4F7A9941E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96025" y="3848100"/>
                <a:ext cx="357188" cy="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3" name="直接连接符 532">
                <a:extLst>
                  <a:ext uri="{FF2B5EF4-FFF2-40B4-BE49-F238E27FC236}">
                    <a16:creationId xmlns:a16="http://schemas.microsoft.com/office/drawing/2014/main" id="{3F15FEEB-00B2-F636-61CA-34BFFBB8E87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9380" y="3586163"/>
                <a:ext cx="0" cy="261937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41" name="直接连接符 540">
              <a:extLst>
                <a:ext uri="{FF2B5EF4-FFF2-40B4-BE49-F238E27FC236}">
                  <a16:creationId xmlns:a16="http://schemas.microsoft.com/office/drawing/2014/main" id="{5E4195B2-0747-B870-769B-47F88815F94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8863" y="1539240"/>
              <a:ext cx="142875" cy="327600"/>
            </a:xfrm>
            <a:prstGeom prst="line">
              <a:avLst/>
            </a:prstGeom>
            <a:ln w="12700"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5" name="直接箭头连接符 544">
              <a:extLst>
                <a:ext uri="{FF2B5EF4-FFF2-40B4-BE49-F238E27FC236}">
                  <a16:creationId xmlns:a16="http://schemas.microsoft.com/office/drawing/2014/main" id="{CEED281A-79D2-235F-90EF-40890EE74A80}"/>
                </a:ext>
              </a:extLst>
            </p:cNvPr>
            <p:cNvCxnSpPr>
              <a:cxnSpLocks/>
            </p:cNvCxnSpPr>
            <p:nvPr/>
          </p:nvCxnSpPr>
          <p:spPr>
            <a:xfrm>
              <a:off x="6380660" y="1539240"/>
              <a:ext cx="0" cy="327600"/>
            </a:xfrm>
            <a:prstGeom prst="straightConnector1">
              <a:avLst/>
            </a:prstGeom>
            <a:ln w="12700"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1" name="直接箭头连接符 550">
              <a:extLst>
                <a:ext uri="{FF2B5EF4-FFF2-40B4-BE49-F238E27FC236}">
                  <a16:creationId xmlns:a16="http://schemas.microsoft.com/office/drawing/2014/main" id="{561EC13A-21A1-2333-9882-EB3C7DB3E082}"/>
                </a:ext>
              </a:extLst>
            </p:cNvPr>
            <p:cNvCxnSpPr>
              <a:cxnSpLocks/>
            </p:cNvCxnSpPr>
            <p:nvPr/>
          </p:nvCxnSpPr>
          <p:spPr>
            <a:xfrm>
              <a:off x="6537822" y="1539240"/>
              <a:ext cx="0" cy="327600"/>
            </a:xfrm>
            <a:prstGeom prst="straightConnector1">
              <a:avLst/>
            </a:prstGeom>
            <a:ln w="12700"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2" name="直接箭头连接符 551">
              <a:extLst>
                <a:ext uri="{FF2B5EF4-FFF2-40B4-BE49-F238E27FC236}">
                  <a16:creationId xmlns:a16="http://schemas.microsoft.com/office/drawing/2014/main" id="{B56B3DD4-138E-887D-056A-5BB7DEBEF5E1}"/>
                </a:ext>
              </a:extLst>
            </p:cNvPr>
            <p:cNvCxnSpPr>
              <a:cxnSpLocks/>
            </p:cNvCxnSpPr>
            <p:nvPr/>
          </p:nvCxnSpPr>
          <p:spPr>
            <a:xfrm>
              <a:off x="6456860" y="1539240"/>
              <a:ext cx="0" cy="327600"/>
            </a:xfrm>
            <a:prstGeom prst="straightConnector1">
              <a:avLst/>
            </a:prstGeom>
            <a:ln w="12700"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55" name="组合 554">
              <a:extLst>
                <a:ext uri="{FF2B5EF4-FFF2-40B4-BE49-F238E27FC236}">
                  <a16:creationId xmlns:a16="http://schemas.microsoft.com/office/drawing/2014/main" id="{EA82545C-B326-CA2D-00A5-AF19F2F94D05}"/>
                </a:ext>
              </a:extLst>
            </p:cNvPr>
            <p:cNvGrpSpPr/>
            <p:nvPr/>
          </p:nvGrpSpPr>
          <p:grpSpPr>
            <a:xfrm rot="10800000" flipH="1">
              <a:off x="7120599" y="1821121"/>
              <a:ext cx="62344" cy="45719"/>
              <a:chOff x="6296025" y="3586163"/>
              <a:chExt cx="357188" cy="261937"/>
            </a:xfrm>
          </p:grpSpPr>
          <p:cxnSp>
            <p:nvCxnSpPr>
              <p:cNvPr id="560" name="直接连接符 559">
                <a:extLst>
                  <a:ext uri="{FF2B5EF4-FFF2-40B4-BE49-F238E27FC236}">
                    <a16:creationId xmlns:a16="http://schemas.microsoft.com/office/drawing/2014/main" id="{10556305-EBA2-8889-2B78-1E2543D904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96025" y="3848100"/>
                <a:ext cx="357188" cy="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1" name="直接连接符 560">
                <a:extLst>
                  <a:ext uri="{FF2B5EF4-FFF2-40B4-BE49-F238E27FC236}">
                    <a16:creationId xmlns:a16="http://schemas.microsoft.com/office/drawing/2014/main" id="{DF90EDB2-1F05-2B8A-AA1E-901D6F6A88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9380" y="3586163"/>
                <a:ext cx="0" cy="261937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56" name="直接连接符 555">
              <a:extLst>
                <a:ext uri="{FF2B5EF4-FFF2-40B4-BE49-F238E27FC236}">
                  <a16:creationId xmlns:a16="http://schemas.microsoft.com/office/drawing/2014/main" id="{B11475C1-C082-E9AC-E650-F23E077E8E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87680" y="1539240"/>
              <a:ext cx="142875" cy="327600"/>
            </a:xfrm>
            <a:prstGeom prst="line">
              <a:avLst/>
            </a:prstGeom>
            <a:ln w="12700"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7" name="直接箭头连接符 556">
              <a:extLst>
                <a:ext uri="{FF2B5EF4-FFF2-40B4-BE49-F238E27FC236}">
                  <a16:creationId xmlns:a16="http://schemas.microsoft.com/office/drawing/2014/main" id="{B083AE98-5A85-EF37-F149-98C614CBFB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88758" y="1539240"/>
              <a:ext cx="0" cy="327600"/>
            </a:xfrm>
            <a:prstGeom prst="straightConnector1">
              <a:avLst/>
            </a:prstGeom>
            <a:ln w="12700"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8" name="直接箭头连接符 557">
              <a:extLst>
                <a:ext uri="{FF2B5EF4-FFF2-40B4-BE49-F238E27FC236}">
                  <a16:creationId xmlns:a16="http://schemas.microsoft.com/office/drawing/2014/main" id="{90D353F2-1B57-2A23-17B8-7BBB1515E3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1596" y="1539240"/>
              <a:ext cx="0" cy="327600"/>
            </a:xfrm>
            <a:prstGeom prst="straightConnector1">
              <a:avLst/>
            </a:prstGeom>
            <a:ln w="12700"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9" name="直接箭头连接符 558">
              <a:extLst>
                <a:ext uri="{FF2B5EF4-FFF2-40B4-BE49-F238E27FC236}">
                  <a16:creationId xmlns:a16="http://schemas.microsoft.com/office/drawing/2014/main" id="{0CE9DD4B-51DF-498E-0276-950FD05230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12558" y="1539240"/>
              <a:ext cx="0" cy="327600"/>
            </a:xfrm>
            <a:prstGeom prst="straightConnector1">
              <a:avLst/>
            </a:prstGeom>
            <a:ln w="12700"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69" name="文本框 568">
            <a:extLst>
              <a:ext uri="{FF2B5EF4-FFF2-40B4-BE49-F238E27FC236}">
                <a16:creationId xmlns:a16="http://schemas.microsoft.com/office/drawing/2014/main" id="{5E228A58-7F36-D7E6-FBB3-8056498BBEC2}"/>
              </a:ext>
            </a:extLst>
          </p:cNvPr>
          <p:cNvSpPr txBox="1"/>
          <p:nvPr/>
        </p:nvSpPr>
        <p:spPr>
          <a:xfrm>
            <a:off x="6076084" y="2368727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三位五通阀</a:t>
            </a:r>
          </a:p>
        </p:txBody>
      </p:sp>
      <p:grpSp>
        <p:nvGrpSpPr>
          <p:cNvPr id="619" name="组合 618">
            <a:extLst>
              <a:ext uri="{FF2B5EF4-FFF2-40B4-BE49-F238E27FC236}">
                <a16:creationId xmlns:a16="http://schemas.microsoft.com/office/drawing/2014/main" id="{1E42B0FB-DC9D-73A0-38E2-B32E1E67C4A5}"/>
              </a:ext>
            </a:extLst>
          </p:cNvPr>
          <p:cNvGrpSpPr/>
          <p:nvPr/>
        </p:nvGrpSpPr>
        <p:grpSpPr>
          <a:xfrm>
            <a:off x="6176963" y="2947988"/>
            <a:ext cx="650584" cy="329475"/>
            <a:chOff x="6176963" y="2947988"/>
            <a:chExt cx="650584" cy="329475"/>
          </a:xfrm>
        </p:grpSpPr>
        <p:sp>
          <p:nvSpPr>
            <p:cNvPr id="570" name="矩形 569">
              <a:extLst>
                <a:ext uri="{FF2B5EF4-FFF2-40B4-BE49-F238E27FC236}">
                  <a16:creationId xmlns:a16="http://schemas.microsoft.com/office/drawing/2014/main" id="{6454F7E0-4E2B-1DBB-6257-56BCBF69A1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76963" y="2947988"/>
              <a:ext cx="327600" cy="3276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71" name="矩形 570">
              <a:extLst>
                <a:ext uri="{FF2B5EF4-FFF2-40B4-BE49-F238E27FC236}">
                  <a16:creationId xmlns:a16="http://schemas.microsoft.com/office/drawing/2014/main" id="{424D326B-DE3B-27EF-1E5C-6EF6114D9C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99947" y="2947988"/>
              <a:ext cx="327600" cy="3276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572" name="直接箭头连接符 571">
              <a:extLst>
                <a:ext uri="{FF2B5EF4-FFF2-40B4-BE49-F238E27FC236}">
                  <a16:creationId xmlns:a16="http://schemas.microsoft.com/office/drawing/2014/main" id="{89FF9758-077A-D718-6096-D72BADD739C4}"/>
                </a:ext>
              </a:extLst>
            </p:cNvPr>
            <p:cNvCxnSpPr>
              <a:cxnSpLocks/>
            </p:cNvCxnSpPr>
            <p:nvPr/>
          </p:nvCxnSpPr>
          <p:spPr>
            <a:xfrm>
              <a:off x="6265268" y="2947988"/>
              <a:ext cx="0" cy="327600"/>
            </a:xfrm>
            <a:prstGeom prst="straightConnector1">
              <a:avLst/>
            </a:prstGeom>
            <a:ln w="12700"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3" name="直接箭头连接符 572">
              <a:extLst>
                <a:ext uri="{FF2B5EF4-FFF2-40B4-BE49-F238E27FC236}">
                  <a16:creationId xmlns:a16="http://schemas.microsoft.com/office/drawing/2014/main" id="{87CC8979-BAD2-329D-F45D-EEC6EE6AC860}"/>
                </a:ext>
              </a:extLst>
            </p:cNvPr>
            <p:cNvCxnSpPr>
              <a:cxnSpLocks/>
            </p:cNvCxnSpPr>
            <p:nvPr/>
          </p:nvCxnSpPr>
          <p:spPr>
            <a:xfrm>
              <a:off x="6417668" y="2949863"/>
              <a:ext cx="0" cy="327600"/>
            </a:xfrm>
            <a:prstGeom prst="straightConnector1">
              <a:avLst/>
            </a:prstGeom>
            <a:ln w="12700">
              <a:headEnd type="triangle" w="sm" len="lg"/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4" name="直接箭头连接符 573">
              <a:extLst>
                <a:ext uri="{FF2B5EF4-FFF2-40B4-BE49-F238E27FC236}">
                  <a16:creationId xmlns:a16="http://schemas.microsoft.com/office/drawing/2014/main" id="{E76DE800-7232-B6A6-89E8-FA4C19A369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9303" y="2947988"/>
              <a:ext cx="212514" cy="327600"/>
            </a:xfrm>
            <a:prstGeom prst="straightConnector1">
              <a:avLst/>
            </a:prstGeom>
            <a:ln w="12700">
              <a:headEnd type="triangle" w="sm" len="lg"/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9" name="直接箭头连接符 578">
              <a:extLst>
                <a:ext uri="{FF2B5EF4-FFF2-40B4-BE49-F238E27FC236}">
                  <a16:creationId xmlns:a16="http://schemas.microsoft.com/office/drawing/2014/main" id="{ECD2A5FB-17AA-9EF3-4A9F-E9C0D24E0C6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59303" y="2947988"/>
              <a:ext cx="212514" cy="327600"/>
            </a:xfrm>
            <a:prstGeom prst="straightConnector1">
              <a:avLst/>
            </a:prstGeom>
            <a:ln w="12700">
              <a:headEnd type="triangle" w="sm" len="lg"/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80" name="文本框 579">
            <a:extLst>
              <a:ext uri="{FF2B5EF4-FFF2-40B4-BE49-F238E27FC236}">
                <a16:creationId xmlns:a16="http://schemas.microsoft.com/office/drawing/2014/main" id="{A3102207-C5C3-EDA8-4A5F-CA7FF1828EAC}"/>
              </a:ext>
            </a:extLst>
          </p:cNvPr>
          <p:cNvSpPr txBox="1"/>
          <p:nvPr/>
        </p:nvSpPr>
        <p:spPr>
          <a:xfrm>
            <a:off x="6076084" y="3672755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二位四通阀</a:t>
            </a:r>
          </a:p>
        </p:txBody>
      </p:sp>
      <p:grpSp>
        <p:nvGrpSpPr>
          <p:cNvPr id="592" name="组合 591">
            <a:extLst>
              <a:ext uri="{FF2B5EF4-FFF2-40B4-BE49-F238E27FC236}">
                <a16:creationId xmlns:a16="http://schemas.microsoft.com/office/drawing/2014/main" id="{1C61ED5C-A769-3227-56BF-0182FD6C5388}"/>
              </a:ext>
            </a:extLst>
          </p:cNvPr>
          <p:cNvGrpSpPr/>
          <p:nvPr/>
        </p:nvGrpSpPr>
        <p:grpSpPr>
          <a:xfrm>
            <a:off x="6096000" y="4495800"/>
            <a:ext cx="926606" cy="480983"/>
            <a:chOff x="6096000" y="4495800"/>
            <a:chExt cx="926606" cy="480983"/>
          </a:xfrm>
        </p:grpSpPr>
        <p:sp>
          <p:nvSpPr>
            <p:cNvPr id="581" name="矩形 580">
              <a:extLst>
                <a:ext uri="{FF2B5EF4-FFF2-40B4-BE49-F238E27FC236}">
                  <a16:creationId xmlns:a16="http://schemas.microsoft.com/office/drawing/2014/main" id="{A9DF8925-E0C5-DC2C-17D0-743D8955C655}"/>
                </a:ext>
              </a:extLst>
            </p:cNvPr>
            <p:cNvSpPr/>
            <p:nvPr/>
          </p:nvSpPr>
          <p:spPr>
            <a:xfrm>
              <a:off x="6096000" y="4657725"/>
              <a:ext cx="463303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82" name="矩形 581">
              <a:extLst>
                <a:ext uri="{FF2B5EF4-FFF2-40B4-BE49-F238E27FC236}">
                  <a16:creationId xmlns:a16="http://schemas.microsoft.com/office/drawing/2014/main" id="{14F28AAD-1B5E-9E22-FADD-5F72E67D6CAA}"/>
                </a:ext>
              </a:extLst>
            </p:cNvPr>
            <p:cNvSpPr/>
            <p:nvPr/>
          </p:nvSpPr>
          <p:spPr>
            <a:xfrm>
              <a:off x="6559303" y="4495800"/>
              <a:ext cx="463303" cy="342900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584" name="直接连接符 583">
              <a:extLst>
                <a:ext uri="{FF2B5EF4-FFF2-40B4-BE49-F238E27FC236}">
                  <a16:creationId xmlns:a16="http://schemas.microsoft.com/office/drawing/2014/main" id="{FA3FDE1F-B36C-0883-C1DD-17B5404E05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55774" y="4657725"/>
              <a:ext cx="100879" cy="185638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8" name="等腰三角形 587">
              <a:extLst>
                <a:ext uri="{FF2B5EF4-FFF2-40B4-BE49-F238E27FC236}">
                  <a16:creationId xmlns:a16="http://schemas.microsoft.com/office/drawing/2014/main" id="{17B06C4D-17B1-844B-8E3A-62AEA58CAD30}"/>
                </a:ext>
              </a:extLst>
            </p:cNvPr>
            <p:cNvSpPr/>
            <p:nvPr/>
          </p:nvSpPr>
          <p:spPr>
            <a:xfrm rot="-1800000">
              <a:off x="6279823" y="4658954"/>
              <a:ext cx="170486" cy="146970"/>
            </a:xfrm>
            <a:prstGeom prst="triangle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589" name="直接连接符 588">
              <a:extLst>
                <a:ext uri="{FF2B5EF4-FFF2-40B4-BE49-F238E27FC236}">
                  <a16:creationId xmlns:a16="http://schemas.microsoft.com/office/drawing/2014/main" id="{12341E06-63DD-0B27-80A0-3D5BF3F771FA}"/>
                </a:ext>
              </a:extLst>
            </p:cNvPr>
            <p:cNvCxnSpPr>
              <a:cxnSpLocks/>
              <a:stCxn id="581" idx="2"/>
            </p:cNvCxnSpPr>
            <p:nvPr/>
          </p:nvCxnSpPr>
          <p:spPr>
            <a:xfrm>
              <a:off x="6327652" y="4838700"/>
              <a:ext cx="0" cy="13808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93" name="文本框 592">
            <a:extLst>
              <a:ext uri="{FF2B5EF4-FFF2-40B4-BE49-F238E27FC236}">
                <a16:creationId xmlns:a16="http://schemas.microsoft.com/office/drawing/2014/main" id="{1B58F710-2C95-88D5-93CC-BBE26CACC491}"/>
              </a:ext>
            </a:extLst>
          </p:cNvPr>
          <p:cNvSpPr txBox="1"/>
          <p:nvPr/>
        </p:nvSpPr>
        <p:spPr>
          <a:xfrm>
            <a:off x="5850210" y="507782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外部供油的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电液先导控制机构</a:t>
            </a:r>
          </a:p>
        </p:txBody>
      </p:sp>
      <p:grpSp>
        <p:nvGrpSpPr>
          <p:cNvPr id="637" name="组合 636">
            <a:extLst>
              <a:ext uri="{FF2B5EF4-FFF2-40B4-BE49-F238E27FC236}">
                <a16:creationId xmlns:a16="http://schemas.microsoft.com/office/drawing/2014/main" id="{7CF100AA-13C1-553B-218E-872FC30FE1AA}"/>
              </a:ext>
            </a:extLst>
          </p:cNvPr>
          <p:cNvGrpSpPr/>
          <p:nvPr/>
        </p:nvGrpSpPr>
        <p:grpSpPr>
          <a:xfrm>
            <a:off x="10083620" y="90711"/>
            <a:ext cx="1738908" cy="700678"/>
            <a:chOff x="10083620" y="90711"/>
            <a:chExt cx="1738908" cy="700678"/>
          </a:xfrm>
        </p:grpSpPr>
        <p:sp>
          <p:nvSpPr>
            <p:cNvPr id="595" name="矩形 594">
              <a:extLst>
                <a:ext uri="{FF2B5EF4-FFF2-40B4-BE49-F238E27FC236}">
                  <a16:creationId xmlns:a16="http://schemas.microsoft.com/office/drawing/2014/main" id="{D0929BC6-95B3-5FCF-6839-29C56B8DC42B}"/>
                </a:ext>
              </a:extLst>
            </p:cNvPr>
            <p:cNvSpPr/>
            <p:nvPr/>
          </p:nvSpPr>
          <p:spPr>
            <a:xfrm>
              <a:off x="10083620" y="416542"/>
              <a:ext cx="463303" cy="1809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597" name="直接连接符 596">
              <a:extLst>
                <a:ext uri="{FF2B5EF4-FFF2-40B4-BE49-F238E27FC236}">
                  <a16:creationId xmlns:a16="http://schemas.microsoft.com/office/drawing/2014/main" id="{9A305811-1B62-BD59-252A-B784395CB3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43394" y="416542"/>
              <a:ext cx="100879" cy="185638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98" name="等腰三角形 597">
              <a:extLst>
                <a:ext uri="{FF2B5EF4-FFF2-40B4-BE49-F238E27FC236}">
                  <a16:creationId xmlns:a16="http://schemas.microsoft.com/office/drawing/2014/main" id="{5AE55B57-3E2F-5FF0-A801-B6A0C0116CA7}"/>
                </a:ext>
              </a:extLst>
            </p:cNvPr>
            <p:cNvSpPr/>
            <p:nvPr/>
          </p:nvSpPr>
          <p:spPr>
            <a:xfrm rot="19800000">
              <a:off x="10267443" y="417771"/>
              <a:ext cx="170486" cy="146970"/>
            </a:xfrm>
            <a:prstGeom prst="triangle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599" name="直接连接符 598">
              <a:extLst>
                <a:ext uri="{FF2B5EF4-FFF2-40B4-BE49-F238E27FC236}">
                  <a16:creationId xmlns:a16="http://schemas.microsoft.com/office/drawing/2014/main" id="{AB5F3B33-C901-C91D-6114-FEBB751AAA6E}"/>
                </a:ext>
              </a:extLst>
            </p:cNvPr>
            <p:cNvCxnSpPr>
              <a:cxnSpLocks/>
              <a:stCxn id="595" idx="2"/>
            </p:cNvCxnSpPr>
            <p:nvPr/>
          </p:nvCxnSpPr>
          <p:spPr>
            <a:xfrm>
              <a:off x="10315272" y="597517"/>
              <a:ext cx="0" cy="138083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0" name="矩形 599">
              <a:extLst>
                <a:ext uri="{FF2B5EF4-FFF2-40B4-BE49-F238E27FC236}">
                  <a16:creationId xmlns:a16="http://schemas.microsoft.com/office/drawing/2014/main" id="{118E8B19-3662-6E88-DBF6-5B8C7A0A55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546923" y="269917"/>
              <a:ext cx="327600" cy="3276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601" name="直接箭头连接符 600">
              <a:extLst>
                <a:ext uri="{FF2B5EF4-FFF2-40B4-BE49-F238E27FC236}">
                  <a16:creationId xmlns:a16="http://schemas.microsoft.com/office/drawing/2014/main" id="{DCD116A3-A446-2A63-502B-D91B49CCBE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6279" y="269917"/>
              <a:ext cx="212514" cy="327600"/>
            </a:xfrm>
            <a:prstGeom prst="straightConnector1">
              <a:avLst/>
            </a:prstGeom>
            <a:ln w="12700">
              <a:headEnd type="triangle" w="sm" len="lg"/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2" name="直接箭头连接符 601">
              <a:extLst>
                <a:ext uri="{FF2B5EF4-FFF2-40B4-BE49-F238E27FC236}">
                  <a16:creationId xmlns:a16="http://schemas.microsoft.com/office/drawing/2014/main" id="{F29D39BC-3A66-2B2D-D3E5-F8C0418FC9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06279" y="269917"/>
              <a:ext cx="212514" cy="327600"/>
            </a:xfrm>
            <a:prstGeom prst="straightConnector1">
              <a:avLst/>
            </a:prstGeom>
            <a:ln w="12700">
              <a:headEnd type="triangle" w="sm" len="lg"/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3" name="矩形 602">
              <a:extLst>
                <a:ext uri="{FF2B5EF4-FFF2-40B4-BE49-F238E27FC236}">
                  <a16:creationId xmlns:a16="http://schemas.microsoft.com/office/drawing/2014/main" id="{A8603163-0087-9F58-7AD7-E1354E8488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874523" y="269917"/>
              <a:ext cx="327600" cy="3276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605" name="直接连接符 604">
              <a:extLst>
                <a:ext uri="{FF2B5EF4-FFF2-40B4-BE49-F238E27FC236}">
                  <a16:creationId xmlns:a16="http://schemas.microsoft.com/office/drawing/2014/main" id="{02BBEF2D-6260-22D3-BEBB-AC13084A36E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918037" y="551798"/>
              <a:ext cx="62344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6" name="直接连接符 605">
              <a:extLst>
                <a:ext uri="{FF2B5EF4-FFF2-40B4-BE49-F238E27FC236}">
                  <a16:creationId xmlns:a16="http://schemas.microsoft.com/office/drawing/2014/main" id="{388DFA4F-C6D3-D4F6-33FD-7A36BE66B3FA}"/>
                </a:ext>
              </a:extLst>
            </p:cNvPr>
            <p:cNvCxnSpPr>
              <a:cxnSpLocks/>
            </p:cNvCxnSpPr>
            <p:nvPr/>
          </p:nvCxnSpPr>
          <p:spPr>
            <a:xfrm>
              <a:off x="10950123" y="551797"/>
              <a:ext cx="0" cy="23959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8" name="直接连接符 607">
              <a:extLst>
                <a:ext uri="{FF2B5EF4-FFF2-40B4-BE49-F238E27FC236}">
                  <a16:creationId xmlns:a16="http://schemas.microsoft.com/office/drawing/2014/main" id="{F72C339B-D053-10BA-C057-5E69BD483B5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079962" y="551798"/>
              <a:ext cx="62344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9" name="直接连接符 608">
              <a:extLst>
                <a:ext uri="{FF2B5EF4-FFF2-40B4-BE49-F238E27FC236}">
                  <a16:creationId xmlns:a16="http://schemas.microsoft.com/office/drawing/2014/main" id="{27984CB9-700A-3254-B7D0-65552A1112A8}"/>
                </a:ext>
              </a:extLst>
            </p:cNvPr>
            <p:cNvCxnSpPr>
              <a:cxnSpLocks/>
            </p:cNvCxnSpPr>
            <p:nvPr/>
          </p:nvCxnSpPr>
          <p:spPr>
            <a:xfrm>
              <a:off x="11112048" y="551797"/>
              <a:ext cx="0" cy="23959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2" name="直接连接符 611">
              <a:extLst>
                <a:ext uri="{FF2B5EF4-FFF2-40B4-BE49-F238E27FC236}">
                  <a16:creationId xmlns:a16="http://schemas.microsoft.com/office/drawing/2014/main" id="{FF7FC41C-1DDD-DB6F-6F6E-CEACB4FEFB3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0926188" y="330302"/>
              <a:ext cx="62344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3" name="直接连接符 612">
              <a:extLst>
                <a:ext uri="{FF2B5EF4-FFF2-40B4-BE49-F238E27FC236}">
                  <a16:creationId xmlns:a16="http://schemas.microsoft.com/office/drawing/2014/main" id="{CF635B1A-75C4-6B85-F6C9-2C3A512B51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58274" y="90711"/>
              <a:ext cx="0" cy="23959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4" name="直接连接符 613">
              <a:extLst>
                <a:ext uri="{FF2B5EF4-FFF2-40B4-BE49-F238E27FC236}">
                  <a16:creationId xmlns:a16="http://schemas.microsoft.com/office/drawing/2014/main" id="{9E6117BE-0301-717A-B69A-3B2A22CFD7E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1088113" y="330302"/>
              <a:ext cx="62344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5" name="直接连接符 614">
              <a:extLst>
                <a:ext uri="{FF2B5EF4-FFF2-40B4-BE49-F238E27FC236}">
                  <a16:creationId xmlns:a16="http://schemas.microsoft.com/office/drawing/2014/main" id="{F7C56AAA-AC2B-C029-5BA0-F0B5870480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20199" y="90711"/>
              <a:ext cx="0" cy="23959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16" name="矩形 615">
              <a:extLst>
                <a:ext uri="{FF2B5EF4-FFF2-40B4-BE49-F238E27FC236}">
                  <a16:creationId xmlns:a16="http://schemas.microsoft.com/office/drawing/2014/main" id="{70AACEE1-BE14-D013-958F-FDC417F454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02123" y="269917"/>
              <a:ext cx="327600" cy="3276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617" name="直接箭头连接符 616">
              <a:extLst>
                <a:ext uri="{FF2B5EF4-FFF2-40B4-BE49-F238E27FC236}">
                  <a16:creationId xmlns:a16="http://schemas.microsoft.com/office/drawing/2014/main" id="{5E285EA1-090F-086C-5C31-D12B49CAA4BD}"/>
                </a:ext>
              </a:extLst>
            </p:cNvPr>
            <p:cNvCxnSpPr>
              <a:cxnSpLocks/>
            </p:cNvCxnSpPr>
            <p:nvPr/>
          </p:nvCxnSpPr>
          <p:spPr>
            <a:xfrm>
              <a:off x="11290428" y="269917"/>
              <a:ext cx="0" cy="327600"/>
            </a:xfrm>
            <a:prstGeom prst="straightConnector1">
              <a:avLst/>
            </a:prstGeom>
            <a:ln w="12700"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8" name="直接箭头连接符 617">
              <a:extLst>
                <a:ext uri="{FF2B5EF4-FFF2-40B4-BE49-F238E27FC236}">
                  <a16:creationId xmlns:a16="http://schemas.microsoft.com/office/drawing/2014/main" id="{1E7CE5B4-496D-6871-0672-2CF98F9F8FCB}"/>
                </a:ext>
              </a:extLst>
            </p:cNvPr>
            <p:cNvCxnSpPr>
              <a:cxnSpLocks/>
            </p:cNvCxnSpPr>
            <p:nvPr/>
          </p:nvCxnSpPr>
          <p:spPr>
            <a:xfrm>
              <a:off x="11442828" y="271792"/>
              <a:ext cx="0" cy="327600"/>
            </a:xfrm>
            <a:prstGeom prst="straightConnector1">
              <a:avLst/>
            </a:prstGeom>
            <a:ln w="12700">
              <a:headEnd type="triangle" w="sm" len="lg"/>
              <a:tailEnd type="non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20" name="组合 619">
              <a:extLst>
                <a:ext uri="{FF2B5EF4-FFF2-40B4-BE49-F238E27FC236}">
                  <a16:creationId xmlns:a16="http://schemas.microsoft.com/office/drawing/2014/main" id="{187863DE-7954-68AA-C8C7-D54A8FBF3B0F}"/>
                </a:ext>
              </a:extLst>
            </p:cNvPr>
            <p:cNvGrpSpPr/>
            <p:nvPr/>
          </p:nvGrpSpPr>
          <p:grpSpPr>
            <a:xfrm>
              <a:off x="11541716" y="349401"/>
              <a:ext cx="280812" cy="141855"/>
              <a:chOff x="3885986" y="1290171"/>
              <a:chExt cx="1411040" cy="712800"/>
            </a:xfrm>
          </p:grpSpPr>
          <p:cxnSp>
            <p:nvCxnSpPr>
              <p:cNvPr id="621" name="直接连接符 620">
                <a:extLst>
                  <a:ext uri="{FF2B5EF4-FFF2-40B4-BE49-F238E27FC236}">
                    <a16:creationId xmlns:a16="http://schemas.microsoft.com/office/drawing/2014/main" id="{56C2D0FC-C1CD-6954-DC84-874EC3D7C6C9}"/>
                  </a:ext>
                </a:extLst>
              </p:cNvPr>
              <p:cNvCxnSpPr/>
              <p:nvPr/>
            </p:nvCxnSpPr>
            <p:spPr>
              <a:xfrm flipV="1">
                <a:off x="4688113" y="12917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2" name="直接连接符 621">
                <a:extLst>
                  <a:ext uri="{FF2B5EF4-FFF2-40B4-BE49-F238E27FC236}">
                    <a16:creationId xmlns:a16="http://schemas.microsoft.com/office/drawing/2014/main" id="{F1BC7A74-5894-D6C2-2C4B-FDE342C2BB9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862284" y="12917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3" name="直接连接符 622">
                <a:extLst>
                  <a:ext uri="{FF2B5EF4-FFF2-40B4-BE49-F238E27FC236}">
                    <a16:creationId xmlns:a16="http://schemas.microsoft.com/office/drawing/2014/main" id="{E35241E6-59C5-3DC5-243C-09BB84BD4692}"/>
                  </a:ext>
                </a:extLst>
              </p:cNvPr>
              <p:cNvCxnSpPr/>
              <p:nvPr/>
            </p:nvCxnSpPr>
            <p:spPr>
              <a:xfrm flipV="1">
                <a:off x="4331389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4" name="直接连接符 623">
                <a:extLst>
                  <a:ext uri="{FF2B5EF4-FFF2-40B4-BE49-F238E27FC236}">
                    <a16:creationId xmlns:a16="http://schemas.microsoft.com/office/drawing/2014/main" id="{0FCD9CFE-31F8-A240-987A-1DFB7199C6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509751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5" name="直接连接符 624">
                <a:extLst>
                  <a:ext uri="{FF2B5EF4-FFF2-40B4-BE49-F238E27FC236}">
                    <a16:creationId xmlns:a16="http://schemas.microsoft.com/office/drawing/2014/main" id="{D07CBFCD-BB48-F8F4-A56E-CD03ECA6F012}"/>
                  </a:ext>
                </a:extLst>
              </p:cNvPr>
              <p:cNvCxnSpPr/>
              <p:nvPr/>
            </p:nvCxnSpPr>
            <p:spPr>
              <a:xfrm flipV="1">
                <a:off x="3977736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6" name="直接连接符 625">
                <a:extLst>
                  <a:ext uri="{FF2B5EF4-FFF2-40B4-BE49-F238E27FC236}">
                    <a16:creationId xmlns:a16="http://schemas.microsoft.com/office/drawing/2014/main" id="{5C01904C-1AAC-9C0B-E4EA-2580647B4D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53027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7" name="直接连接符 626">
                <a:extLst>
                  <a:ext uri="{FF2B5EF4-FFF2-40B4-BE49-F238E27FC236}">
                    <a16:creationId xmlns:a16="http://schemas.microsoft.com/office/drawing/2014/main" id="{BDA7B45B-64C9-3353-0681-30606B2C0DE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885986" y="1646571"/>
                <a:ext cx="86400" cy="3564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8" name="直接连接符 627">
                <a:extLst>
                  <a:ext uri="{FF2B5EF4-FFF2-40B4-BE49-F238E27FC236}">
                    <a16:creationId xmlns:a16="http://schemas.microsoft.com/office/drawing/2014/main" id="{0D44213C-2015-A288-BC7A-BCCB3D1623BC}"/>
                  </a:ext>
                </a:extLst>
              </p:cNvPr>
              <p:cNvCxnSpPr/>
              <p:nvPr/>
            </p:nvCxnSpPr>
            <p:spPr>
              <a:xfrm flipV="1">
                <a:off x="5036455" y="1290971"/>
                <a:ext cx="174171" cy="7112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9" name="直接连接符 628">
                <a:extLst>
                  <a:ext uri="{FF2B5EF4-FFF2-40B4-BE49-F238E27FC236}">
                    <a16:creationId xmlns:a16="http://schemas.microsoft.com/office/drawing/2014/main" id="{FFFEB6EF-95AE-BB4F-DB1E-B9D496F18F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210626" y="1290171"/>
                <a:ext cx="86400" cy="35640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632" name="文本框 631">
            <a:extLst>
              <a:ext uri="{FF2B5EF4-FFF2-40B4-BE49-F238E27FC236}">
                <a16:creationId xmlns:a16="http://schemas.microsoft.com/office/drawing/2014/main" id="{340E5540-F7BE-0024-7D61-2310FCB3D639}"/>
              </a:ext>
            </a:extLst>
          </p:cNvPr>
          <p:cNvSpPr txBox="1"/>
          <p:nvPr/>
        </p:nvSpPr>
        <p:spPr>
          <a:xfrm>
            <a:off x="10178053" y="833680"/>
            <a:ext cx="180049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三位四通方向控制阀</a:t>
            </a:r>
            <a:b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（先导级电气控制）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（主级液压控制）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（外部先导供油）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（弹簧复位）</a:t>
            </a:r>
          </a:p>
        </p:txBody>
      </p:sp>
      <p:grpSp>
        <p:nvGrpSpPr>
          <p:cNvPr id="635" name="组合 634">
            <a:extLst>
              <a:ext uri="{FF2B5EF4-FFF2-40B4-BE49-F238E27FC236}">
                <a16:creationId xmlns:a16="http://schemas.microsoft.com/office/drawing/2014/main" id="{80DCF0AA-E40D-63D3-604A-9EE900FF644D}"/>
              </a:ext>
            </a:extLst>
          </p:cNvPr>
          <p:cNvGrpSpPr/>
          <p:nvPr/>
        </p:nvGrpSpPr>
        <p:grpSpPr>
          <a:xfrm>
            <a:off x="6454845" y="6052993"/>
            <a:ext cx="251172" cy="78107"/>
            <a:chOff x="6454845" y="6052993"/>
            <a:chExt cx="251172" cy="78107"/>
          </a:xfrm>
        </p:grpSpPr>
        <p:cxnSp>
          <p:nvCxnSpPr>
            <p:cNvPr id="633" name="直接箭头连接符 632">
              <a:extLst>
                <a:ext uri="{FF2B5EF4-FFF2-40B4-BE49-F238E27FC236}">
                  <a16:creationId xmlns:a16="http://schemas.microsoft.com/office/drawing/2014/main" id="{FDCA92F2-01F3-60EA-367B-0C4647AF5A56}"/>
                </a:ext>
              </a:extLst>
            </p:cNvPr>
            <p:cNvCxnSpPr>
              <a:cxnSpLocks/>
            </p:cNvCxnSpPr>
            <p:nvPr/>
          </p:nvCxnSpPr>
          <p:spPr>
            <a:xfrm>
              <a:off x="6454845" y="6092047"/>
              <a:ext cx="251172" cy="0"/>
            </a:xfrm>
            <a:prstGeom prst="straightConnector1">
              <a:avLst/>
            </a:prstGeom>
            <a:ln w="12700">
              <a:tailEnd type="arrow" w="lg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34" name="椭圆 633">
              <a:extLst>
                <a:ext uri="{FF2B5EF4-FFF2-40B4-BE49-F238E27FC236}">
                  <a16:creationId xmlns:a16="http://schemas.microsoft.com/office/drawing/2014/main" id="{B396D0AC-44AF-FDDE-13D4-C691873F2B3A}"/>
                </a:ext>
              </a:extLst>
            </p:cNvPr>
            <p:cNvSpPr/>
            <p:nvPr/>
          </p:nvSpPr>
          <p:spPr>
            <a:xfrm>
              <a:off x="6597646" y="6052993"/>
              <a:ext cx="78107" cy="781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sp>
        <p:nvSpPr>
          <p:cNvPr id="636" name="文本框 635">
            <a:extLst>
              <a:ext uri="{FF2B5EF4-FFF2-40B4-BE49-F238E27FC236}">
                <a16:creationId xmlns:a16="http://schemas.microsoft.com/office/drawing/2014/main" id="{B0BEE0A0-113C-9E1F-D9E4-A33C30B97B62}"/>
              </a:ext>
            </a:extLst>
          </p:cNvPr>
          <p:cNvSpPr txBox="1"/>
          <p:nvPr/>
        </p:nvSpPr>
        <p:spPr>
          <a:xfrm>
            <a:off x="6255620" y="6452203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单向阀</a:t>
            </a:r>
          </a:p>
        </p:txBody>
      </p:sp>
      <p:grpSp>
        <p:nvGrpSpPr>
          <p:cNvPr id="650" name="组合 649">
            <a:extLst>
              <a:ext uri="{FF2B5EF4-FFF2-40B4-BE49-F238E27FC236}">
                <a16:creationId xmlns:a16="http://schemas.microsoft.com/office/drawing/2014/main" id="{FB6CD58A-7D72-0E31-10FC-A336B50F8218}"/>
              </a:ext>
            </a:extLst>
          </p:cNvPr>
          <p:cNvGrpSpPr/>
          <p:nvPr/>
        </p:nvGrpSpPr>
        <p:grpSpPr>
          <a:xfrm>
            <a:off x="7572376" y="171450"/>
            <a:ext cx="619124" cy="349250"/>
            <a:chOff x="7572376" y="171450"/>
            <a:chExt cx="619124" cy="349250"/>
          </a:xfrm>
        </p:grpSpPr>
        <p:sp>
          <p:nvSpPr>
            <p:cNvPr id="640" name="矩形 639">
              <a:extLst>
                <a:ext uri="{FF2B5EF4-FFF2-40B4-BE49-F238E27FC236}">
                  <a16:creationId xmlns:a16="http://schemas.microsoft.com/office/drawing/2014/main" id="{7BA0A6C9-0EEE-3BDC-D4AF-4635EE8A1317}"/>
                </a:ext>
              </a:extLst>
            </p:cNvPr>
            <p:cNvSpPr/>
            <p:nvPr/>
          </p:nvSpPr>
          <p:spPr>
            <a:xfrm>
              <a:off x="7854703" y="209550"/>
              <a:ext cx="336797" cy="247650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39" name="矩形 638">
              <a:extLst>
                <a:ext uri="{FF2B5EF4-FFF2-40B4-BE49-F238E27FC236}">
                  <a16:creationId xmlns:a16="http://schemas.microsoft.com/office/drawing/2014/main" id="{CBCE4ED0-4C2C-C0C1-E72E-2B4822A00706}"/>
                </a:ext>
              </a:extLst>
            </p:cNvPr>
            <p:cNvSpPr/>
            <p:nvPr/>
          </p:nvSpPr>
          <p:spPr>
            <a:xfrm>
              <a:off x="7572376" y="292101"/>
              <a:ext cx="285750" cy="17145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641" name="直接连接符 640">
              <a:extLst>
                <a:ext uri="{FF2B5EF4-FFF2-40B4-BE49-F238E27FC236}">
                  <a16:creationId xmlns:a16="http://schemas.microsoft.com/office/drawing/2014/main" id="{7A01A363-BA82-6F48-0136-EC63389990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32149" y="292100"/>
              <a:ext cx="100879" cy="185638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5" name="直接箭头连接符 644">
              <a:extLst>
                <a:ext uri="{FF2B5EF4-FFF2-40B4-BE49-F238E27FC236}">
                  <a16:creationId xmlns:a16="http://schemas.microsoft.com/office/drawing/2014/main" id="{6B0D65D6-0692-60D1-F842-8CB60EFC1C8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0475" y="171450"/>
              <a:ext cx="136525" cy="34925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49" name="文本框 648">
            <a:extLst>
              <a:ext uri="{FF2B5EF4-FFF2-40B4-BE49-F238E27FC236}">
                <a16:creationId xmlns:a16="http://schemas.microsoft.com/office/drawing/2014/main" id="{9E316598-2694-9436-F4A7-54789325762F}"/>
              </a:ext>
            </a:extLst>
          </p:cNvPr>
          <p:cNvSpPr txBox="1"/>
          <p:nvPr/>
        </p:nvSpPr>
        <p:spPr>
          <a:xfrm>
            <a:off x="7258956" y="832137"/>
            <a:ext cx="1510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比例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伺服电磁铁</a:t>
            </a:r>
          </a:p>
        </p:txBody>
      </p:sp>
      <p:grpSp>
        <p:nvGrpSpPr>
          <p:cNvPr id="665" name="组合 664">
            <a:extLst>
              <a:ext uri="{FF2B5EF4-FFF2-40B4-BE49-F238E27FC236}">
                <a16:creationId xmlns:a16="http://schemas.microsoft.com/office/drawing/2014/main" id="{3E556C14-4ADC-4623-967F-41C84F4A8245}"/>
              </a:ext>
            </a:extLst>
          </p:cNvPr>
          <p:cNvGrpSpPr/>
          <p:nvPr/>
        </p:nvGrpSpPr>
        <p:grpSpPr>
          <a:xfrm>
            <a:off x="7848915" y="1687005"/>
            <a:ext cx="278375" cy="278375"/>
            <a:chOff x="7848915" y="1687005"/>
            <a:chExt cx="278375" cy="278375"/>
          </a:xfrm>
        </p:grpSpPr>
        <p:sp>
          <p:nvSpPr>
            <p:cNvPr id="651" name="矩形 650">
              <a:extLst>
                <a:ext uri="{FF2B5EF4-FFF2-40B4-BE49-F238E27FC236}">
                  <a16:creationId xmlns:a16="http://schemas.microsoft.com/office/drawing/2014/main" id="{BA77A353-C6DA-918C-A357-05CA4F8DDE22}"/>
                </a:ext>
              </a:extLst>
            </p:cNvPr>
            <p:cNvSpPr/>
            <p:nvPr/>
          </p:nvSpPr>
          <p:spPr>
            <a:xfrm>
              <a:off x="7848915" y="1687005"/>
              <a:ext cx="278375" cy="278375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grpSp>
          <p:nvGrpSpPr>
            <p:cNvPr id="663" name="组合 662">
              <a:extLst>
                <a:ext uri="{FF2B5EF4-FFF2-40B4-BE49-F238E27FC236}">
                  <a16:creationId xmlns:a16="http://schemas.microsoft.com/office/drawing/2014/main" id="{C7F7F361-5762-BF16-37C5-787A435C14E3}"/>
                </a:ext>
              </a:extLst>
            </p:cNvPr>
            <p:cNvGrpSpPr/>
            <p:nvPr/>
          </p:nvGrpSpPr>
          <p:grpSpPr>
            <a:xfrm rot="1271909">
              <a:off x="7906486" y="1736257"/>
              <a:ext cx="174380" cy="164705"/>
              <a:chOff x="8526626" y="2492859"/>
              <a:chExt cx="836475" cy="790065"/>
            </a:xfrm>
          </p:grpSpPr>
          <p:cxnSp>
            <p:nvCxnSpPr>
              <p:cNvPr id="656" name="直接连接符 655">
                <a:extLst>
                  <a:ext uri="{FF2B5EF4-FFF2-40B4-BE49-F238E27FC236}">
                    <a16:creationId xmlns:a16="http://schemas.microsoft.com/office/drawing/2014/main" id="{6B674AB2-18FD-2EA6-1C99-2A699905ED79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">
                <a:off x="8862501" y="2492859"/>
                <a:ext cx="0" cy="363439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8" name="直接连接符 657">
                <a:extLst>
                  <a:ext uri="{FF2B5EF4-FFF2-40B4-BE49-F238E27FC236}">
                    <a16:creationId xmlns:a16="http://schemas.microsoft.com/office/drawing/2014/main" id="{DCE92DB5-3884-B413-CA0C-185509B6527F}"/>
                  </a:ext>
                </a:extLst>
              </p:cNvPr>
              <p:cNvCxnSpPr>
                <a:cxnSpLocks/>
              </p:cNvCxnSpPr>
              <p:nvPr/>
            </p:nvCxnSpPr>
            <p:spPr>
              <a:xfrm rot="-1800000">
                <a:off x="9045244" y="2492859"/>
                <a:ext cx="0" cy="363439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9" name="直接连接符 658">
                <a:extLst>
                  <a:ext uri="{FF2B5EF4-FFF2-40B4-BE49-F238E27FC236}">
                    <a16:creationId xmlns:a16="http://schemas.microsoft.com/office/drawing/2014/main" id="{2CCEF6C8-C51E-B06C-2768-4FB83CEE77F2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">
                <a:off x="8617487" y="2919485"/>
                <a:ext cx="0" cy="363439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0" name="直接连接符 659">
                <a:extLst>
                  <a:ext uri="{FF2B5EF4-FFF2-40B4-BE49-F238E27FC236}">
                    <a16:creationId xmlns:a16="http://schemas.microsoft.com/office/drawing/2014/main" id="{CB2DBA83-7C89-5563-A7A0-D97634A8C9C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8708346" y="3076860"/>
                <a:ext cx="0" cy="363439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1" name="直接连接符 660">
                <a:extLst>
                  <a:ext uri="{FF2B5EF4-FFF2-40B4-BE49-F238E27FC236}">
                    <a16:creationId xmlns:a16="http://schemas.microsoft.com/office/drawing/2014/main" id="{D34BD022-AA36-FBAC-7FB8-ED8B72C1BE5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181382" y="3076861"/>
                <a:ext cx="0" cy="363439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2" name="直接连接符 661">
                <a:extLst>
                  <a:ext uri="{FF2B5EF4-FFF2-40B4-BE49-F238E27FC236}">
                    <a16:creationId xmlns:a16="http://schemas.microsoft.com/office/drawing/2014/main" id="{2CE070AA-39F3-3D9C-B196-3B0205A093BF}"/>
                  </a:ext>
                </a:extLst>
              </p:cNvPr>
              <p:cNvCxnSpPr>
                <a:cxnSpLocks/>
              </p:cNvCxnSpPr>
              <p:nvPr/>
            </p:nvCxnSpPr>
            <p:spPr>
              <a:xfrm rot="-1800000">
                <a:off x="9272242" y="2919485"/>
                <a:ext cx="0" cy="363439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664" name="文本框 663">
            <a:extLst>
              <a:ext uri="{FF2B5EF4-FFF2-40B4-BE49-F238E27FC236}">
                <a16:creationId xmlns:a16="http://schemas.microsoft.com/office/drawing/2014/main" id="{774179D9-9D8F-665F-1A81-BA9C8F211EC8}"/>
              </a:ext>
            </a:extLst>
          </p:cNvPr>
          <p:cNvSpPr txBox="1"/>
          <p:nvPr/>
        </p:nvSpPr>
        <p:spPr>
          <a:xfrm>
            <a:off x="7357160" y="2359141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集成电子器件</a:t>
            </a:r>
          </a:p>
        </p:txBody>
      </p:sp>
      <p:sp>
        <p:nvSpPr>
          <p:cNvPr id="666" name="流程图: 对照 665">
            <a:extLst>
              <a:ext uri="{FF2B5EF4-FFF2-40B4-BE49-F238E27FC236}">
                <a16:creationId xmlns:a16="http://schemas.microsoft.com/office/drawing/2014/main" id="{38D87FB7-2F30-A156-38E4-8761BECFF404}"/>
              </a:ext>
            </a:extLst>
          </p:cNvPr>
          <p:cNvSpPr/>
          <p:nvPr/>
        </p:nvSpPr>
        <p:spPr>
          <a:xfrm>
            <a:off x="7903260" y="2939184"/>
            <a:ext cx="169683" cy="339366"/>
          </a:xfrm>
          <a:prstGeom prst="flowChartCollat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67" name="文本框 666">
            <a:extLst>
              <a:ext uri="{FF2B5EF4-FFF2-40B4-BE49-F238E27FC236}">
                <a16:creationId xmlns:a16="http://schemas.microsoft.com/office/drawing/2014/main" id="{03660A9D-6D62-334B-22CE-9EC9440EF55E}"/>
              </a:ext>
            </a:extLst>
          </p:cNvPr>
          <p:cNvSpPr txBox="1"/>
          <p:nvPr/>
        </p:nvSpPr>
        <p:spPr>
          <a:xfrm>
            <a:off x="7541622" y="367275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截止阀</a:t>
            </a:r>
          </a:p>
        </p:txBody>
      </p:sp>
    </p:spTree>
    <p:extLst>
      <p:ext uri="{BB962C8B-B14F-4D97-AF65-F5344CB8AC3E}">
        <p14:creationId xmlns:p14="http://schemas.microsoft.com/office/powerpoint/2010/main" val="302453704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5931F-BC1C-0D8F-92C5-465253389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>
            <a:extLst>
              <a:ext uri="{FF2B5EF4-FFF2-40B4-BE49-F238E27FC236}">
                <a16:creationId xmlns:a16="http://schemas.microsoft.com/office/drawing/2014/main" id="{FBE549F7-98FC-CCF3-8CE6-C9D0F8E00672}"/>
              </a:ext>
            </a:extLst>
          </p:cNvPr>
          <p:cNvSpPr txBox="1"/>
          <p:nvPr/>
        </p:nvSpPr>
        <p:spPr>
          <a:xfrm>
            <a:off x="240325" y="106785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压力表</a:t>
            </a:r>
          </a:p>
        </p:txBody>
      </p:sp>
      <p:grpSp>
        <p:nvGrpSpPr>
          <p:cNvPr id="472" name="组合 471">
            <a:extLst>
              <a:ext uri="{FF2B5EF4-FFF2-40B4-BE49-F238E27FC236}">
                <a16:creationId xmlns:a16="http://schemas.microsoft.com/office/drawing/2014/main" id="{E1E593BA-9AE2-0E3E-CB99-036B836D3169}"/>
              </a:ext>
            </a:extLst>
          </p:cNvPr>
          <p:cNvGrpSpPr/>
          <p:nvPr/>
        </p:nvGrpSpPr>
        <p:grpSpPr>
          <a:xfrm>
            <a:off x="390959" y="315046"/>
            <a:ext cx="422008" cy="656504"/>
            <a:chOff x="390959" y="315046"/>
            <a:chExt cx="422008" cy="656504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6AD89B15-343A-53B3-9E6A-1A2B0AD7BF2E}"/>
                </a:ext>
              </a:extLst>
            </p:cNvPr>
            <p:cNvGrpSpPr/>
            <p:nvPr/>
          </p:nvGrpSpPr>
          <p:grpSpPr>
            <a:xfrm>
              <a:off x="390959" y="315046"/>
              <a:ext cx="422008" cy="656504"/>
              <a:chOff x="1432359" y="2330717"/>
              <a:chExt cx="422008" cy="656504"/>
            </a:xfrm>
          </p:grpSpPr>
          <p:sp>
            <p:nvSpPr>
              <p:cNvPr id="4" name="椭圆 3">
                <a:extLst>
                  <a:ext uri="{FF2B5EF4-FFF2-40B4-BE49-F238E27FC236}">
                    <a16:creationId xmlns:a16="http://schemas.microsoft.com/office/drawing/2014/main" id="{EA29DA85-1963-F012-2E60-DCA5284A4384}"/>
                  </a:ext>
                </a:extLst>
              </p:cNvPr>
              <p:cNvSpPr/>
              <p:nvPr/>
            </p:nvSpPr>
            <p:spPr>
              <a:xfrm>
                <a:off x="1432359" y="2330717"/>
                <a:ext cx="422008" cy="42200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6" name="直接连接符 15">
                <a:extLst>
                  <a:ext uri="{FF2B5EF4-FFF2-40B4-BE49-F238E27FC236}">
                    <a16:creationId xmlns:a16="http://schemas.microsoft.com/office/drawing/2014/main" id="{C6C8C0B3-1FFE-E386-3D9A-569E7CD5BA88}"/>
                  </a:ext>
                </a:extLst>
              </p:cNvPr>
              <p:cNvCxnSpPr>
                <a:cxnSpLocks/>
                <a:stCxn id="4" idx="4"/>
              </p:cNvCxnSpPr>
              <p:nvPr/>
            </p:nvCxnSpPr>
            <p:spPr>
              <a:xfrm>
                <a:off x="1643363" y="2752725"/>
                <a:ext cx="0" cy="23449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3AC8ECB1-C47C-4D59-5DB0-EEC99E91A0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5085" y="415701"/>
              <a:ext cx="173756" cy="22504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文本框 29">
            <a:extLst>
              <a:ext uri="{FF2B5EF4-FFF2-40B4-BE49-F238E27FC236}">
                <a16:creationId xmlns:a16="http://schemas.microsoft.com/office/drawing/2014/main" id="{4ED487C7-B1B1-3234-577C-31F6864387E4}"/>
              </a:ext>
            </a:extLst>
          </p:cNvPr>
          <p:cNvSpPr txBox="1"/>
          <p:nvPr/>
        </p:nvSpPr>
        <p:spPr>
          <a:xfrm>
            <a:off x="240325" y="262042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压差表</a:t>
            </a:r>
          </a:p>
        </p:txBody>
      </p:sp>
      <p:grpSp>
        <p:nvGrpSpPr>
          <p:cNvPr id="473" name="组合 472">
            <a:extLst>
              <a:ext uri="{FF2B5EF4-FFF2-40B4-BE49-F238E27FC236}">
                <a16:creationId xmlns:a16="http://schemas.microsoft.com/office/drawing/2014/main" id="{959EE1A9-E224-1AF3-0595-711235DC91DC}"/>
              </a:ext>
            </a:extLst>
          </p:cNvPr>
          <p:cNvGrpSpPr/>
          <p:nvPr/>
        </p:nvGrpSpPr>
        <p:grpSpPr>
          <a:xfrm>
            <a:off x="390959" y="1633125"/>
            <a:ext cx="422008" cy="891000"/>
            <a:chOff x="390959" y="1633125"/>
            <a:chExt cx="422008" cy="891000"/>
          </a:xfrm>
        </p:grpSpPr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ED726003-823E-19B2-23E0-217E8109B311}"/>
                </a:ext>
              </a:extLst>
            </p:cNvPr>
            <p:cNvGrpSpPr/>
            <p:nvPr/>
          </p:nvGrpSpPr>
          <p:grpSpPr>
            <a:xfrm>
              <a:off x="390959" y="1633125"/>
              <a:ext cx="422008" cy="891000"/>
              <a:chOff x="1432359" y="2096221"/>
              <a:chExt cx="422008" cy="891000"/>
            </a:xfrm>
          </p:grpSpPr>
          <p:sp>
            <p:nvSpPr>
              <p:cNvPr id="28" name="椭圆 27">
                <a:extLst>
                  <a:ext uri="{FF2B5EF4-FFF2-40B4-BE49-F238E27FC236}">
                    <a16:creationId xmlns:a16="http://schemas.microsoft.com/office/drawing/2014/main" id="{E7F0D85B-2C58-5A6E-0990-B45A9829665C}"/>
                  </a:ext>
                </a:extLst>
              </p:cNvPr>
              <p:cNvSpPr/>
              <p:nvPr/>
            </p:nvSpPr>
            <p:spPr>
              <a:xfrm>
                <a:off x="1432359" y="2330717"/>
                <a:ext cx="422008" cy="42200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29" name="直接连接符 28">
                <a:extLst>
                  <a:ext uri="{FF2B5EF4-FFF2-40B4-BE49-F238E27FC236}">
                    <a16:creationId xmlns:a16="http://schemas.microsoft.com/office/drawing/2014/main" id="{AD438253-5984-BADA-3D89-F0225009ADEF}"/>
                  </a:ext>
                </a:extLst>
              </p:cNvPr>
              <p:cNvCxnSpPr>
                <a:cxnSpLocks/>
                <a:stCxn id="28" idx="4"/>
              </p:cNvCxnSpPr>
              <p:nvPr/>
            </p:nvCxnSpPr>
            <p:spPr>
              <a:xfrm>
                <a:off x="1643363" y="2752725"/>
                <a:ext cx="0" cy="23449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直接连接符 32">
                <a:extLst>
                  <a:ext uri="{FF2B5EF4-FFF2-40B4-BE49-F238E27FC236}">
                    <a16:creationId xmlns:a16="http://schemas.microsoft.com/office/drawing/2014/main" id="{5B11A6AC-AC02-270F-DDBD-BBCF78198D7E}"/>
                  </a:ext>
                </a:extLst>
              </p:cNvPr>
              <p:cNvCxnSpPr>
                <a:cxnSpLocks/>
                <a:endCxn id="28" idx="0"/>
              </p:cNvCxnSpPr>
              <p:nvPr/>
            </p:nvCxnSpPr>
            <p:spPr>
              <a:xfrm>
                <a:off x="1643363" y="2096221"/>
                <a:ext cx="0" cy="23449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4986828D-F53F-8051-FAE9-EC373C5517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5085" y="1968276"/>
              <a:ext cx="173756" cy="22504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3" name="文本框 42">
            <a:extLst>
              <a:ext uri="{FF2B5EF4-FFF2-40B4-BE49-F238E27FC236}">
                <a16:creationId xmlns:a16="http://schemas.microsoft.com/office/drawing/2014/main" id="{B83F9E15-C44F-1C5E-AFC3-96F41AF0182D}"/>
              </a:ext>
            </a:extLst>
          </p:cNvPr>
          <p:cNvSpPr txBox="1"/>
          <p:nvPr/>
        </p:nvSpPr>
        <p:spPr>
          <a:xfrm>
            <a:off x="240325" y="3936793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温度表</a:t>
            </a:r>
          </a:p>
        </p:txBody>
      </p:sp>
      <p:grpSp>
        <p:nvGrpSpPr>
          <p:cNvPr id="474" name="组合 473">
            <a:extLst>
              <a:ext uri="{FF2B5EF4-FFF2-40B4-BE49-F238E27FC236}">
                <a16:creationId xmlns:a16="http://schemas.microsoft.com/office/drawing/2014/main" id="{1D61E295-0768-D01A-E3F2-6B423E0E2071}"/>
              </a:ext>
            </a:extLst>
          </p:cNvPr>
          <p:cNvGrpSpPr/>
          <p:nvPr/>
        </p:nvGrpSpPr>
        <p:grpSpPr>
          <a:xfrm>
            <a:off x="390959" y="3206175"/>
            <a:ext cx="422008" cy="656504"/>
            <a:chOff x="390959" y="3206175"/>
            <a:chExt cx="422008" cy="656504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602D0023-A143-D918-39C5-B7DF723CB4D7}"/>
                </a:ext>
              </a:extLst>
            </p:cNvPr>
            <p:cNvGrpSpPr/>
            <p:nvPr/>
          </p:nvGrpSpPr>
          <p:grpSpPr>
            <a:xfrm>
              <a:off x="390959" y="3206175"/>
              <a:ext cx="422008" cy="656504"/>
              <a:chOff x="1432359" y="2330717"/>
              <a:chExt cx="422008" cy="656504"/>
            </a:xfrm>
          </p:grpSpPr>
          <p:sp>
            <p:nvSpPr>
              <p:cNvPr id="36" name="椭圆 35">
                <a:extLst>
                  <a:ext uri="{FF2B5EF4-FFF2-40B4-BE49-F238E27FC236}">
                    <a16:creationId xmlns:a16="http://schemas.microsoft.com/office/drawing/2014/main" id="{9F2AE011-A52C-0A32-0C59-0E648BB40E53}"/>
                  </a:ext>
                </a:extLst>
              </p:cNvPr>
              <p:cNvSpPr/>
              <p:nvPr/>
            </p:nvSpPr>
            <p:spPr>
              <a:xfrm>
                <a:off x="1432359" y="2330717"/>
                <a:ext cx="422008" cy="42200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7" name="直接连接符 36">
                <a:extLst>
                  <a:ext uri="{FF2B5EF4-FFF2-40B4-BE49-F238E27FC236}">
                    <a16:creationId xmlns:a16="http://schemas.microsoft.com/office/drawing/2014/main" id="{6BF92741-41D4-137C-0034-78082D2B734E}"/>
                  </a:ext>
                </a:extLst>
              </p:cNvPr>
              <p:cNvCxnSpPr>
                <a:cxnSpLocks/>
                <a:stCxn id="36" idx="4"/>
              </p:cNvCxnSpPr>
              <p:nvPr/>
            </p:nvCxnSpPr>
            <p:spPr>
              <a:xfrm>
                <a:off x="1643363" y="2752725"/>
                <a:ext cx="0" cy="23449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2D7F5FB3-C6EA-E542-94A2-C991859173C9}"/>
                </a:ext>
              </a:extLst>
            </p:cNvPr>
            <p:cNvCxnSpPr>
              <a:cxnSpLocks/>
            </p:cNvCxnSpPr>
            <p:nvPr/>
          </p:nvCxnSpPr>
          <p:spPr>
            <a:xfrm>
              <a:off x="601962" y="3276000"/>
              <a:ext cx="0" cy="258913"/>
            </a:xfrm>
            <a:prstGeom prst="straightConnector1">
              <a:avLst/>
            </a:prstGeom>
            <a:ln w="12700">
              <a:tailEnd type="oval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5" name="文本框 54">
            <a:extLst>
              <a:ext uri="{FF2B5EF4-FFF2-40B4-BE49-F238E27FC236}">
                <a16:creationId xmlns:a16="http://schemas.microsoft.com/office/drawing/2014/main" id="{81CABFE7-5C7E-C202-2A8D-1E6EC215831A}"/>
              </a:ext>
            </a:extLst>
          </p:cNvPr>
          <p:cNvSpPr txBox="1"/>
          <p:nvPr/>
        </p:nvSpPr>
        <p:spPr>
          <a:xfrm>
            <a:off x="240325" y="5274118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液位指示器</a:t>
            </a:r>
          </a:p>
        </p:txBody>
      </p:sp>
      <p:grpSp>
        <p:nvGrpSpPr>
          <p:cNvPr id="471" name="组合 470">
            <a:extLst>
              <a:ext uri="{FF2B5EF4-FFF2-40B4-BE49-F238E27FC236}">
                <a16:creationId xmlns:a16="http://schemas.microsoft.com/office/drawing/2014/main" id="{A47746B7-E29A-6DDF-2783-FA6E7D008701}"/>
              </a:ext>
            </a:extLst>
          </p:cNvPr>
          <p:cNvGrpSpPr/>
          <p:nvPr/>
        </p:nvGrpSpPr>
        <p:grpSpPr>
          <a:xfrm>
            <a:off x="390959" y="4543500"/>
            <a:ext cx="422008" cy="656504"/>
            <a:chOff x="390959" y="4543500"/>
            <a:chExt cx="422008" cy="656504"/>
          </a:xfrm>
        </p:grpSpPr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6E845201-EAFF-F014-74E5-D48CCC477CD2}"/>
                </a:ext>
              </a:extLst>
            </p:cNvPr>
            <p:cNvGrpSpPr/>
            <p:nvPr/>
          </p:nvGrpSpPr>
          <p:grpSpPr>
            <a:xfrm>
              <a:off x="390959" y="4543500"/>
              <a:ext cx="422008" cy="656504"/>
              <a:chOff x="1432359" y="2330717"/>
              <a:chExt cx="422008" cy="656504"/>
            </a:xfrm>
          </p:grpSpPr>
          <p:sp>
            <p:nvSpPr>
              <p:cNvPr id="52" name="椭圆 51">
                <a:extLst>
                  <a:ext uri="{FF2B5EF4-FFF2-40B4-BE49-F238E27FC236}">
                    <a16:creationId xmlns:a16="http://schemas.microsoft.com/office/drawing/2014/main" id="{6B3EACF8-6E91-6A29-3E64-8E080E19C512}"/>
                  </a:ext>
                </a:extLst>
              </p:cNvPr>
              <p:cNvSpPr/>
              <p:nvPr/>
            </p:nvSpPr>
            <p:spPr>
              <a:xfrm>
                <a:off x="1432359" y="2330717"/>
                <a:ext cx="422008" cy="42200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53" name="直接连接符 52">
                <a:extLst>
                  <a:ext uri="{FF2B5EF4-FFF2-40B4-BE49-F238E27FC236}">
                    <a16:creationId xmlns:a16="http://schemas.microsoft.com/office/drawing/2014/main" id="{4A97FDD3-DC94-4C03-70C9-D2D290D35C91}"/>
                  </a:ext>
                </a:extLst>
              </p:cNvPr>
              <p:cNvCxnSpPr>
                <a:cxnSpLocks/>
                <a:stCxn id="52" idx="4"/>
              </p:cNvCxnSpPr>
              <p:nvPr/>
            </p:nvCxnSpPr>
            <p:spPr>
              <a:xfrm>
                <a:off x="1643363" y="2752725"/>
                <a:ext cx="0" cy="234496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448" name="直接箭头连接符 447">
              <a:extLst>
                <a:ext uri="{FF2B5EF4-FFF2-40B4-BE49-F238E27FC236}">
                  <a16:creationId xmlns:a16="http://schemas.microsoft.com/office/drawing/2014/main" id="{E3456E89-BCF3-FD20-41CD-376EE2D65483}"/>
                </a:ext>
              </a:extLst>
            </p:cNvPr>
            <p:cNvCxnSpPr>
              <a:cxnSpLocks/>
            </p:cNvCxnSpPr>
            <p:nvPr/>
          </p:nvCxnSpPr>
          <p:spPr>
            <a:xfrm>
              <a:off x="601963" y="4609681"/>
              <a:ext cx="0" cy="78829"/>
            </a:xfrm>
            <a:prstGeom prst="straightConnector1">
              <a:avLst/>
            </a:prstGeom>
            <a:ln w="12700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54" name="组合 453">
              <a:extLst>
                <a:ext uri="{FF2B5EF4-FFF2-40B4-BE49-F238E27FC236}">
                  <a16:creationId xmlns:a16="http://schemas.microsoft.com/office/drawing/2014/main" id="{734D668D-AA8F-AF4D-A0B7-B75D63DD1A7D}"/>
                </a:ext>
              </a:extLst>
            </p:cNvPr>
            <p:cNvGrpSpPr/>
            <p:nvPr/>
          </p:nvGrpSpPr>
          <p:grpSpPr>
            <a:xfrm rot="-2700000">
              <a:off x="468796" y="4584281"/>
              <a:ext cx="266332" cy="266332"/>
              <a:chOff x="4200525" y="115381"/>
              <a:chExt cx="5256718" cy="5256719"/>
            </a:xfrm>
          </p:grpSpPr>
          <p:sp>
            <p:nvSpPr>
              <p:cNvPr id="450" name="弧形 449">
                <a:extLst>
                  <a:ext uri="{FF2B5EF4-FFF2-40B4-BE49-F238E27FC236}">
                    <a16:creationId xmlns:a16="http://schemas.microsoft.com/office/drawing/2014/main" id="{3260F7B2-97C3-508E-D334-873D3F7AE699}"/>
                  </a:ext>
                </a:extLst>
              </p:cNvPr>
              <p:cNvSpPr/>
              <p:nvPr/>
            </p:nvSpPr>
            <p:spPr>
              <a:xfrm>
                <a:off x="4200525" y="1867621"/>
                <a:ext cx="3504479" cy="3504479"/>
              </a:xfrm>
              <a:prstGeom prst="arc">
                <a:avLst>
                  <a:gd name="adj1" fmla="val 16200000"/>
                  <a:gd name="adj2" fmla="val 18114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2" name="弧形 451">
                <a:extLst>
                  <a:ext uri="{FF2B5EF4-FFF2-40B4-BE49-F238E27FC236}">
                    <a16:creationId xmlns:a16="http://schemas.microsoft.com/office/drawing/2014/main" id="{E973A645-139D-AC9E-ED72-4DAB452FDEE2}"/>
                  </a:ext>
                </a:extLst>
              </p:cNvPr>
              <p:cNvSpPr/>
              <p:nvPr/>
            </p:nvSpPr>
            <p:spPr>
              <a:xfrm flipH="1" flipV="1">
                <a:off x="5952764" y="115381"/>
                <a:ext cx="3504479" cy="3504479"/>
              </a:xfrm>
              <a:prstGeom prst="arc">
                <a:avLst>
                  <a:gd name="adj1" fmla="val 16200000"/>
                  <a:gd name="adj2" fmla="val 18114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467" name="直接连接符 466">
              <a:extLst>
                <a:ext uri="{FF2B5EF4-FFF2-40B4-BE49-F238E27FC236}">
                  <a16:creationId xmlns:a16="http://schemas.microsoft.com/office/drawing/2014/main" id="{F8AF32E6-30A1-71D9-EFCA-4B7A6788E767}"/>
                </a:ext>
              </a:extLst>
            </p:cNvPr>
            <p:cNvCxnSpPr>
              <a:cxnSpLocks/>
              <a:stCxn id="52" idx="2"/>
              <a:endCxn id="52" idx="6"/>
            </p:cNvCxnSpPr>
            <p:nvPr/>
          </p:nvCxnSpPr>
          <p:spPr>
            <a:xfrm>
              <a:off x="390959" y="4754504"/>
              <a:ext cx="422008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75" name="文本框 474">
            <a:extLst>
              <a:ext uri="{FF2B5EF4-FFF2-40B4-BE49-F238E27FC236}">
                <a16:creationId xmlns:a16="http://schemas.microsoft.com/office/drawing/2014/main" id="{AB675BB5-3125-67C5-628B-C993DE1A9B7A}"/>
              </a:ext>
            </a:extLst>
          </p:cNvPr>
          <p:cNvSpPr txBox="1"/>
          <p:nvPr/>
        </p:nvSpPr>
        <p:spPr>
          <a:xfrm>
            <a:off x="240325" y="6436593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流量指示器</a:t>
            </a:r>
          </a:p>
        </p:txBody>
      </p:sp>
      <p:grpSp>
        <p:nvGrpSpPr>
          <p:cNvPr id="69" name="组合 68">
            <a:extLst>
              <a:ext uri="{FF2B5EF4-FFF2-40B4-BE49-F238E27FC236}">
                <a16:creationId xmlns:a16="http://schemas.microsoft.com/office/drawing/2014/main" id="{2C8B203A-FB01-C0EE-66B5-4D248D5A00CD}"/>
              </a:ext>
            </a:extLst>
          </p:cNvPr>
          <p:cNvGrpSpPr/>
          <p:nvPr/>
        </p:nvGrpSpPr>
        <p:grpSpPr>
          <a:xfrm>
            <a:off x="93529" y="5705975"/>
            <a:ext cx="1016865" cy="656504"/>
            <a:chOff x="93529" y="5705975"/>
            <a:chExt cx="1016865" cy="656504"/>
          </a:xfrm>
        </p:grpSpPr>
        <p:sp>
          <p:nvSpPr>
            <p:cNvPr id="495" name="椭圆 494">
              <a:extLst>
                <a:ext uri="{FF2B5EF4-FFF2-40B4-BE49-F238E27FC236}">
                  <a16:creationId xmlns:a16="http://schemas.microsoft.com/office/drawing/2014/main" id="{0DDD428F-634D-DA81-B888-8E94E0A86E13}"/>
                </a:ext>
              </a:extLst>
            </p:cNvPr>
            <p:cNvSpPr/>
            <p:nvPr/>
          </p:nvSpPr>
          <p:spPr>
            <a:xfrm>
              <a:off x="390959" y="5705975"/>
              <a:ext cx="422008" cy="4220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496" name="直接连接符 495">
              <a:extLst>
                <a:ext uri="{FF2B5EF4-FFF2-40B4-BE49-F238E27FC236}">
                  <a16:creationId xmlns:a16="http://schemas.microsoft.com/office/drawing/2014/main" id="{80FFA307-AF9F-F8C2-0272-FC407A52EB79}"/>
                </a:ext>
              </a:extLst>
            </p:cNvPr>
            <p:cNvCxnSpPr>
              <a:cxnSpLocks/>
              <a:stCxn id="495" idx="4"/>
            </p:cNvCxnSpPr>
            <p:nvPr/>
          </p:nvCxnSpPr>
          <p:spPr>
            <a:xfrm>
              <a:off x="601963" y="6127983"/>
              <a:ext cx="0" cy="234496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7" name="弧形 496">
              <a:extLst>
                <a:ext uri="{FF2B5EF4-FFF2-40B4-BE49-F238E27FC236}">
                  <a16:creationId xmlns:a16="http://schemas.microsoft.com/office/drawing/2014/main" id="{C0000704-BDA3-4CA8-DA01-75E06720CFDC}"/>
                </a:ext>
              </a:extLst>
            </p:cNvPr>
            <p:cNvSpPr>
              <a:spLocks/>
            </p:cNvSpPr>
            <p:nvPr/>
          </p:nvSpPr>
          <p:spPr>
            <a:xfrm rot="2700000">
              <a:off x="93529" y="5706379"/>
              <a:ext cx="421200" cy="421200"/>
            </a:xfrm>
            <a:prstGeom prst="arc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2" name="弧形 501">
              <a:extLst>
                <a:ext uri="{FF2B5EF4-FFF2-40B4-BE49-F238E27FC236}">
                  <a16:creationId xmlns:a16="http://schemas.microsoft.com/office/drawing/2014/main" id="{2A4DCBE4-F970-FDBA-5309-D6027314AFDA}"/>
                </a:ext>
              </a:extLst>
            </p:cNvPr>
            <p:cNvSpPr>
              <a:spLocks/>
            </p:cNvSpPr>
            <p:nvPr/>
          </p:nvSpPr>
          <p:spPr>
            <a:xfrm rot="18900000" flipH="1">
              <a:off x="689194" y="5706378"/>
              <a:ext cx="421200" cy="421200"/>
            </a:xfrm>
            <a:prstGeom prst="arc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2" name="文本框 71">
            <a:extLst>
              <a:ext uri="{FF2B5EF4-FFF2-40B4-BE49-F238E27FC236}">
                <a16:creationId xmlns:a16="http://schemas.microsoft.com/office/drawing/2014/main" id="{D2D83C69-AA4B-2F72-3E17-A9F0EB52940C}"/>
              </a:ext>
            </a:extLst>
          </p:cNvPr>
          <p:cNvSpPr txBox="1"/>
          <p:nvPr/>
        </p:nvSpPr>
        <p:spPr>
          <a:xfrm>
            <a:off x="1234522" y="106221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流量计</a:t>
            </a:r>
          </a:p>
        </p:txBody>
      </p: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E34AB1C3-B47F-7333-CF91-2E2126C7DF0E}"/>
              </a:ext>
            </a:extLst>
          </p:cNvPr>
          <p:cNvGrpSpPr/>
          <p:nvPr/>
        </p:nvGrpSpPr>
        <p:grpSpPr>
          <a:xfrm>
            <a:off x="1087726" y="97105"/>
            <a:ext cx="1016865" cy="891000"/>
            <a:chOff x="93529" y="5471479"/>
            <a:chExt cx="1016865" cy="891000"/>
          </a:xfrm>
        </p:grpSpPr>
        <p:sp>
          <p:nvSpPr>
            <p:cNvPr id="75" name="椭圆 74">
              <a:extLst>
                <a:ext uri="{FF2B5EF4-FFF2-40B4-BE49-F238E27FC236}">
                  <a16:creationId xmlns:a16="http://schemas.microsoft.com/office/drawing/2014/main" id="{3F76E630-7A4B-7900-F6CF-370D5345E512}"/>
                </a:ext>
              </a:extLst>
            </p:cNvPr>
            <p:cNvSpPr/>
            <p:nvPr/>
          </p:nvSpPr>
          <p:spPr>
            <a:xfrm>
              <a:off x="390959" y="5705975"/>
              <a:ext cx="422008" cy="4220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8724A6C6-EF0A-EB76-1BA3-88F2884240A4}"/>
                </a:ext>
              </a:extLst>
            </p:cNvPr>
            <p:cNvCxnSpPr>
              <a:cxnSpLocks/>
              <a:stCxn id="75" idx="4"/>
            </p:cNvCxnSpPr>
            <p:nvPr/>
          </p:nvCxnSpPr>
          <p:spPr>
            <a:xfrm>
              <a:off x="601963" y="6127983"/>
              <a:ext cx="0" cy="234496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8" name="弧形 77">
              <a:extLst>
                <a:ext uri="{FF2B5EF4-FFF2-40B4-BE49-F238E27FC236}">
                  <a16:creationId xmlns:a16="http://schemas.microsoft.com/office/drawing/2014/main" id="{89392306-1FC3-BDCA-515F-BF3839FE6301}"/>
                </a:ext>
              </a:extLst>
            </p:cNvPr>
            <p:cNvSpPr>
              <a:spLocks/>
            </p:cNvSpPr>
            <p:nvPr/>
          </p:nvSpPr>
          <p:spPr>
            <a:xfrm rot="2700000">
              <a:off x="93529" y="5706379"/>
              <a:ext cx="421200" cy="421200"/>
            </a:xfrm>
            <a:prstGeom prst="arc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弧形 78">
              <a:extLst>
                <a:ext uri="{FF2B5EF4-FFF2-40B4-BE49-F238E27FC236}">
                  <a16:creationId xmlns:a16="http://schemas.microsoft.com/office/drawing/2014/main" id="{EFBAB24E-147F-9D2E-7D07-C232E2C25F74}"/>
                </a:ext>
              </a:extLst>
            </p:cNvPr>
            <p:cNvSpPr>
              <a:spLocks/>
            </p:cNvSpPr>
            <p:nvPr/>
          </p:nvSpPr>
          <p:spPr>
            <a:xfrm rot="18900000" flipH="1">
              <a:off x="689194" y="5706378"/>
              <a:ext cx="421200" cy="421200"/>
            </a:xfrm>
            <a:prstGeom prst="arc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BF6FD058-EB8F-71F5-B183-EB87ADF6334D}"/>
                </a:ext>
              </a:extLst>
            </p:cNvPr>
            <p:cNvCxnSpPr>
              <a:cxnSpLocks/>
              <a:endCxn id="75" idx="0"/>
            </p:cNvCxnSpPr>
            <p:nvPr/>
          </p:nvCxnSpPr>
          <p:spPr>
            <a:xfrm>
              <a:off x="601960" y="5471479"/>
              <a:ext cx="3" cy="234496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E2D40A0D-54AB-5AB6-3418-A190E342C76B}"/>
              </a:ext>
            </a:extLst>
          </p:cNvPr>
          <p:cNvGrpSpPr/>
          <p:nvPr/>
        </p:nvGrpSpPr>
        <p:grpSpPr>
          <a:xfrm>
            <a:off x="1234522" y="1869796"/>
            <a:ext cx="572642" cy="422008"/>
            <a:chOff x="1234522" y="1869796"/>
            <a:chExt cx="572642" cy="422008"/>
          </a:xfrm>
        </p:grpSpPr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66B6F06E-BCF1-7A59-EFBE-EB4B4B853677}"/>
                </a:ext>
              </a:extLst>
            </p:cNvPr>
            <p:cNvSpPr/>
            <p:nvPr/>
          </p:nvSpPr>
          <p:spPr>
            <a:xfrm>
              <a:off x="1385156" y="1869796"/>
              <a:ext cx="422008" cy="42200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B7A8C577-38AA-69D4-D1E9-131E0AE18CE9}"/>
                </a:ext>
              </a:extLst>
            </p:cNvPr>
            <p:cNvSpPr/>
            <p:nvPr/>
          </p:nvSpPr>
          <p:spPr>
            <a:xfrm>
              <a:off x="1442268" y="1928014"/>
              <a:ext cx="307777" cy="30777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0AA29C76-E638-3EF5-D3DB-27322B59C471}"/>
                </a:ext>
              </a:extLst>
            </p:cNvPr>
            <p:cNvCxnSpPr>
              <a:cxnSpLocks/>
            </p:cNvCxnSpPr>
            <p:nvPr/>
          </p:nvCxnSpPr>
          <p:spPr>
            <a:xfrm>
              <a:off x="1566000" y="1936800"/>
              <a:ext cx="101314" cy="0"/>
            </a:xfrm>
            <a:prstGeom prst="straightConnector1">
              <a:avLst/>
            </a:prstGeom>
            <a:ln w="12700">
              <a:tailEnd type="triangle" w="med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C0D5AF35-685B-8F1D-332E-F8288CEC1B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34522" y="2022780"/>
              <a:ext cx="168046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BA93B075-9A29-2D0A-6574-EC5F681A1D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34522" y="2143430"/>
              <a:ext cx="168046" cy="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文本框 20">
            <a:extLst>
              <a:ext uri="{FF2B5EF4-FFF2-40B4-BE49-F238E27FC236}">
                <a16:creationId xmlns:a16="http://schemas.microsoft.com/office/drawing/2014/main" id="{CCEB1FDD-6F0C-B0DC-DABE-C00B7DACB2C7}"/>
              </a:ext>
            </a:extLst>
          </p:cNvPr>
          <p:cNvSpPr txBox="1"/>
          <p:nvPr/>
        </p:nvSpPr>
        <p:spPr>
          <a:xfrm>
            <a:off x="1156348" y="263761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转速计</a:t>
            </a:r>
          </a:p>
        </p:txBody>
      </p:sp>
    </p:spTree>
    <p:extLst>
      <p:ext uri="{BB962C8B-B14F-4D97-AF65-F5344CB8AC3E}">
        <p14:creationId xmlns:p14="http://schemas.microsoft.com/office/powerpoint/2010/main" val="117495316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5" name="表格 164">
            <a:extLst>
              <a:ext uri="{FF2B5EF4-FFF2-40B4-BE49-F238E27FC236}">
                <a16:creationId xmlns:a16="http://schemas.microsoft.com/office/drawing/2014/main" id="{880CF5EE-0B9C-1F1B-9C18-C5C87A63BE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859276"/>
              </p:ext>
            </p:extLst>
          </p:nvPr>
        </p:nvGraphicFramePr>
        <p:xfrm>
          <a:off x="4159682" y="2903335"/>
          <a:ext cx="3960000" cy="39546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7339649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91563925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93817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966937"/>
                  </a:ext>
                </a:extLst>
              </a:tr>
            </a:tbl>
          </a:graphicData>
        </a:graphic>
      </p:graphicFrame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12D6095D-637C-F14E-515C-B7E23B17F4D0}"/>
              </a:ext>
            </a:extLst>
          </p:cNvPr>
          <p:cNvCxnSpPr/>
          <p:nvPr/>
        </p:nvCxnSpPr>
        <p:spPr>
          <a:xfrm>
            <a:off x="4061399" y="2815847"/>
            <a:ext cx="1512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114BE11-7BF9-C228-D1C9-CCA258070BF0}"/>
                  </a:ext>
                </a:extLst>
              </p:cNvPr>
              <p:cNvSpPr txBox="1"/>
              <p:nvPr/>
            </p:nvSpPr>
            <p:spPr>
              <a:xfrm>
                <a:off x="5355417" y="2467958"/>
                <a:ext cx="465127" cy="3956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</m:oMath>
                  </m:oMathPara>
                </a14:m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114BE11-7BF9-C228-D1C9-CCA258070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5417" y="2467958"/>
                <a:ext cx="465127" cy="395621"/>
              </a:xfrm>
              <a:prstGeom prst="rect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FAAA49B-3B96-3C84-A26D-9EC60BB8FDBD}"/>
              </a:ext>
            </a:extLst>
          </p:cNvPr>
          <p:cNvCxnSpPr>
            <a:cxnSpLocks/>
          </p:cNvCxnSpPr>
          <p:nvPr/>
        </p:nvCxnSpPr>
        <p:spPr>
          <a:xfrm rot="5400000">
            <a:off x="3305399" y="3571847"/>
            <a:ext cx="1512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C364DF8-2D09-964E-CBF5-048A8EE8342B}"/>
                  </a:ext>
                </a:extLst>
              </p:cNvPr>
              <p:cNvSpPr txBox="1"/>
              <p:nvPr/>
            </p:nvSpPr>
            <p:spPr>
              <a:xfrm>
                <a:off x="3688408" y="3923397"/>
                <a:ext cx="4603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C364DF8-2D09-964E-CBF5-048A8EE83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8408" y="3923397"/>
                <a:ext cx="460319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1" name="组合 50">
            <a:extLst>
              <a:ext uri="{FF2B5EF4-FFF2-40B4-BE49-F238E27FC236}">
                <a16:creationId xmlns:a16="http://schemas.microsoft.com/office/drawing/2014/main" id="{0BD15E12-E4C1-51E5-CAEF-0647AE239908}"/>
              </a:ext>
            </a:extLst>
          </p:cNvPr>
          <p:cNvGrpSpPr/>
          <p:nvPr/>
        </p:nvGrpSpPr>
        <p:grpSpPr>
          <a:xfrm>
            <a:off x="480991" y="64546"/>
            <a:ext cx="11240609" cy="2709000"/>
            <a:chOff x="372991" y="69551"/>
            <a:chExt cx="11240609" cy="2709000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6303FE73-2B91-7A52-3CE9-921BA0AB13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FD41D0EE-DAEB-378B-5BA2-A9C563DE55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8966DB05-3A9F-3ECB-C285-38F115A20D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3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AF1D39EE-A09B-3303-869B-62CBC74EC40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6B0F3354-5F6F-F39E-AA03-3BF5A40CEB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69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58E5ECD3-86EF-73E0-8AC2-1A119B1F4A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7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BC06BA98-F1B7-B1C5-6518-0F2D70BE45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5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B02DCEA-DC9E-0051-CAAE-51D33A0D29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3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1BAA5917-2E0C-5826-76B0-856A452658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1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7E726068-D2EA-36A5-5791-EC69861EF3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5F969A87-C9C4-6550-E63C-05821AFC4E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A26D9AED-DB1D-0BB4-ED47-183426554D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6C9EC7AC-3307-FC42-BBDC-D9662B66E2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3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513A6FFC-DA2D-3236-8BDF-ECE801C395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56C415E4-9D82-B636-8AE4-897D9A080D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69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671C13D8-E2FE-07F4-94C3-657769D053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7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C58A56A9-6F62-471B-2730-8E152E09C8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5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06B1A530-E53C-836F-B7E8-A3CF7E8E90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3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C668499A-1295-7711-8CA0-EF22CB855E1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1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1B141FD9-2338-7642-A266-DC084EBAF4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002721AA-4E91-2500-2AE1-57F974269F1A}"/>
                </a:ext>
              </a:extLst>
            </p:cNvPr>
            <p:cNvCxnSpPr>
              <a:cxnSpLocks/>
              <a:stCxn id="4" idx="4"/>
              <a:endCxn id="26" idx="0"/>
            </p:cNvCxnSpPr>
            <p:nvPr/>
          </p:nvCxnSpPr>
          <p:spPr>
            <a:xfrm>
              <a:off x="588991" y="501551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233D25AD-2A93-F7C7-4423-5C5CD7C4A7BC}"/>
                </a:ext>
              </a:extLst>
            </p:cNvPr>
            <p:cNvCxnSpPr>
              <a:cxnSpLocks/>
              <a:stCxn id="4" idx="4"/>
              <a:endCxn id="27" idx="0"/>
            </p:cNvCxnSpPr>
            <p:nvPr/>
          </p:nvCxnSpPr>
          <p:spPr>
            <a:xfrm>
              <a:off x="588991" y="501551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F3F2B98B-9DA2-FE60-9FF6-B816320105F3}"/>
                </a:ext>
              </a:extLst>
            </p:cNvPr>
            <p:cNvCxnSpPr>
              <a:cxnSpLocks/>
              <a:stCxn id="4" idx="4"/>
              <a:endCxn id="28" idx="0"/>
            </p:cNvCxnSpPr>
            <p:nvPr/>
          </p:nvCxnSpPr>
          <p:spPr>
            <a:xfrm>
              <a:off x="588991" y="501551"/>
              <a:ext cx="32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BB38B3CE-B06B-D74A-DCEE-C65A9FDB8A90}"/>
                </a:ext>
              </a:extLst>
            </p:cNvPr>
            <p:cNvCxnSpPr>
              <a:cxnSpLocks/>
              <a:stCxn id="4" idx="4"/>
              <a:endCxn id="29" idx="0"/>
            </p:cNvCxnSpPr>
            <p:nvPr/>
          </p:nvCxnSpPr>
          <p:spPr>
            <a:xfrm>
              <a:off x="588991" y="501551"/>
              <a:ext cx="43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61921FC0-D64D-C817-D3FB-264B97310EA7}"/>
                </a:ext>
              </a:extLst>
            </p:cNvPr>
            <p:cNvCxnSpPr>
              <a:cxnSpLocks/>
              <a:stCxn id="4" idx="4"/>
              <a:endCxn id="30" idx="0"/>
            </p:cNvCxnSpPr>
            <p:nvPr/>
          </p:nvCxnSpPr>
          <p:spPr>
            <a:xfrm>
              <a:off x="588991" y="501551"/>
              <a:ext cx="540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637C4F67-89E6-9DDF-2CFC-16619B81D388}"/>
                </a:ext>
              </a:extLst>
            </p:cNvPr>
            <p:cNvCxnSpPr>
              <a:cxnSpLocks/>
              <a:stCxn id="4" idx="4"/>
              <a:endCxn id="31" idx="0"/>
            </p:cNvCxnSpPr>
            <p:nvPr/>
          </p:nvCxnSpPr>
          <p:spPr>
            <a:xfrm>
              <a:off x="588991" y="501551"/>
              <a:ext cx="64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EEC89D0-7C49-AB00-C396-38E09B459782}"/>
                </a:ext>
              </a:extLst>
            </p:cNvPr>
            <p:cNvCxnSpPr>
              <a:cxnSpLocks/>
              <a:stCxn id="4" idx="4"/>
              <a:endCxn id="32" idx="0"/>
            </p:cNvCxnSpPr>
            <p:nvPr/>
          </p:nvCxnSpPr>
          <p:spPr>
            <a:xfrm>
              <a:off x="588991" y="501551"/>
              <a:ext cx="75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B7B4CA02-C2B9-73C7-A5EB-168C92A01DF8}"/>
                </a:ext>
              </a:extLst>
            </p:cNvPr>
            <p:cNvCxnSpPr>
              <a:cxnSpLocks/>
              <a:stCxn id="4" idx="4"/>
              <a:endCxn id="33" idx="0"/>
            </p:cNvCxnSpPr>
            <p:nvPr/>
          </p:nvCxnSpPr>
          <p:spPr>
            <a:xfrm>
              <a:off x="588991" y="501551"/>
              <a:ext cx="86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66BC989B-9E09-6254-344C-CA0ADA18D67F}"/>
                </a:ext>
              </a:extLst>
            </p:cNvPr>
            <p:cNvCxnSpPr>
              <a:cxnSpLocks/>
              <a:stCxn id="4" idx="4"/>
              <a:endCxn id="34" idx="0"/>
            </p:cNvCxnSpPr>
            <p:nvPr/>
          </p:nvCxnSpPr>
          <p:spPr>
            <a:xfrm>
              <a:off x="588991" y="501551"/>
              <a:ext cx="97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96570918-2FD0-F113-C726-3E76A51D25F0}"/>
                </a:ext>
              </a:extLst>
            </p:cNvPr>
            <p:cNvCxnSpPr>
              <a:cxnSpLocks/>
              <a:stCxn id="5" idx="4"/>
              <a:endCxn id="25" idx="0"/>
            </p:cNvCxnSpPr>
            <p:nvPr/>
          </p:nvCxnSpPr>
          <p:spPr>
            <a:xfrm flipH="1">
              <a:off x="588991" y="501551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直接连接符 69">
              <a:extLst>
                <a:ext uri="{FF2B5EF4-FFF2-40B4-BE49-F238E27FC236}">
                  <a16:creationId xmlns:a16="http://schemas.microsoft.com/office/drawing/2014/main" id="{EC0D548E-F68D-4F5D-8E23-870755932EDE}"/>
                </a:ext>
              </a:extLst>
            </p:cNvPr>
            <p:cNvCxnSpPr>
              <a:cxnSpLocks/>
              <a:stCxn id="5" idx="4"/>
              <a:endCxn id="26" idx="0"/>
            </p:cNvCxnSpPr>
            <p:nvPr/>
          </p:nvCxnSpPr>
          <p:spPr>
            <a:xfrm>
              <a:off x="1668991" y="501551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AC3F2286-E37E-7C1C-D92B-A51167A65EAB}"/>
                </a:ext>
              </a:extLst>
            </p:cNvPr>
            <p:cNvCxnSpPr>
              <a:cxnSpLocks/>
              <a:stCxn id="5" idx="4"/>
              <a:endCxn id="27" idx="0"/>
            </p:cNvCxnSpPr>
            <p:nvPr/>
          </p:nvCxnSpPr>
          <p:spPr>
            <a:xfrm>
              <a:off x="1668991" y="501551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120138C9-B0AE-5D9A-CE08-8AAAD5509BC8}"/>
                </a:ext>
              </a:extLst>
            </p:cNvPr>
            <p:cNvCxnSpPr>
              <a:cxnSpLocks/>
              <a:stCxn id="5" idx="4"/>
              <a:endCxn id="28" idx="0"/>
            </p:cNvCxnSpPr>
            <p:nvPr/>
          </p:nvCxnSpPr>
          <p:spPr>
            <a:xfrm>
              <a:off x="1668991" y="501551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55B53A6C-57B3-25A6-D41A-7810D0B9A951}"/>
                </a:ext>
              </a:extLst>
            </p:cNvPr>
            <p:cNvCxnSpPr>
              <a:cxnSpLocks/>
              <a:stCxn id="5" idx="4"/>
              <a:endCxn id="29" idx="0"/>
            </p:cNvCxnSpPr>
            <p:nvPr/>
          </p:nvCxnSpPr>
          <p:spPr>
            <a:xfrm>
              <a:off x="1668991" y="501551"/>
              <a:ext cx="32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BAF9844F-C313-31E5-EAAF-D99764EEA726}"/>
                </a:ext>
              </a:extLst>
            </p:cNvPr>
            <p:cNvCxnSpPr>
              <a:cxnSpLocks/>
              <a:stCxn id="5" idx="4"/>
              <a:endCxn id="30" idx="0"/>
            </p:cNvCxnSpPr>
            <p:nvPr/>
          </p:nvCxnSpPr>
          <p:spPr>
            <a:xfrm>
              <a:off x="1668991" y="501551"/>
              <a:ext cx="43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直接连接符 85">
              <a:extLst>
                <a:ext uri="{FF2B5EF4-FFF2-40B4-BE49-F238E27FC236}">
                  <a16:creationId xmlns:a16="http://schemas.microsoft.com/office/drawing/2014/main" id="{EDB858A3-03C4-71BB-19B0-98361C337577}"/>
                </a:ext>
              </a:extLst>
            </p:cNvPr>
            <p:cNvCxnSpPr>
              <a:cxnSpLocks/>
              <a:stCxn id="5" idx="4"/>
              <a:endCxn id="31" idx="0"/>
            </p:cNvCxnSpPr>
            <p:nvPr/>
          </p:nvCxnSpPr>
          <p:spPr>
            <a:xfrm>
              <a:off x="1668991" y="501551"/>
              <a:ext cx="540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直接连接符 88">
              <a:extLst>
                <a:ext uri="{FF2B5EF4-FFF2-40B4-BE49-F238E27FC236}">
                  <a16:creationId xmlns:a16="http://schemas.microsoft.com/office/drawing/2014/main" id="{68D1395D-7239-D239-A8E6-151C9D8CFC70}"/>
                </a:ext>
              </a:extLst>
            </p:cNvPr>
            <p:cNvCxnSpPr>
              <a:cxnSpLocks/>
              <a:stCxn id="5" idx="4"/>
              <a:endCxn id="32" idx="0"/>
            </p:cNvCxnSpPr>
            <p:nvPr/>
          </p:nvCxnSpPr>
          <p:spPr>
            <a:xfrm>
              <a:off x="1668991" y="501551"/>
              <a:ext cx="64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直接连接符 94">
              <a:extLst>
                <a:ext uri="{FF2B5EF4-FFF2-40B4-BE49-F238E27FC236}">
                  <a16:creationId xmlns:a16="http://schemas.microsoft.com/office/drawing/2014/main" id="{09A7D305-75AC-92D5-B785-5959CCE694DF}"/>
                </a:ext>
              </a:extLst>
            </p:cNvPr>
            <p:cNvCxnSpPr>
              <a:cxnSpLocks/>
              <a:stCxn id="5" idx="4"/>
              <a:endCxn id="33" idx="0"/>
            </p:cNvCxnSpPr>
            <p:nvPr/>
          </p:nvCxnSpPr>
          <p:spPr>
            <a:xfrm>
              <a:off x="1668991" y="501551"/>
              <a:ext cx="75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F6E71EE5-918A-B0B2-821A-1F76272FB30A}"/>
                </a:ext>
              </a:extLst>
            </p:cNvPr>
            <p:cNvCxnSpPr>
              <a:cxnSpLocks/>
              <a:stCxn id="5" idx="4"/>
              <a:endCxn id="34" idx="0"/>
            </p:cNvCxnSpPr>
            <p:nvPr/>
          </p:nvCxnSpPr>
          <p:spPr>
            <a:xfrm>
              <a:off x="1668991" y="501551"/>
              <a:ext cx="86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0F29847B-A9EF-6853-0D0C-933B99A34975}"/>
                </a:ext>
              </a:extLst>
            </p:cNvPr>
            <p:cNvCxnSpPr>
              <a:cxnSpLocks/>
              <a:stCxn id="6" idx="4"/>
              <a:endCxn id="25" idx="0"/>
            </p:cNvCxnSpPr>
            <p:nvPr/>
          </p:nvCxnSpPr>
          <p:spPr>
            <a:xfrm flipH="1">
              <a:off x="588991" y="501551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直接连接符 104">
              <a:extLst>
                <a:ext uri="{FF2B5EF4-FFF2-40B4-BE49-F238E27FC236}">
                  <a16:creationId xmlns:a16="http://schemas.microsoft.com/office/drawing/2014/main" id="{0F8A8A67-CADF-8F07-1222-56966F98B27A}"/>
                </a:ext>
              </a:extLst>
            </p:cNvPr>
            <p:cNvCxnSpPr>
              <a:cxnSpLocks/>
              <a:stCxn id="7" idx="4"/>
              <a:endCxn id="25" idx="0"/>
            </p:cNvCxnSpPr>
            <p:nvPr/>
          </p:nvCxnSpPr>
          <p:spPr>
            <a:xfrm flipH="1">
              <a:off x="588991" y="501551"/>
              <a:ext cx="32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直接连接符 109">
              <a:extLst>
                <a:ext uri="{FF2B5EF4-FFF2-40B4-BE49-F238E27FC236}">
                  <a16:creationId xmlns:a16="http://schemas.microsoft.com/office/drawing/2014/main" id="{1944F6F5-0809-F1A9-51AD-8F9365D41B6A}"/>
                </a:ext>
              </a:extLst>
            </p:cNvPr>
            <p:cNvCxnSpPr>
              <a:cxnSpLocks/>
              <a:stCxn id="8" idx="4"/>
              <a:endCxn id="25" idx="0"/>
            </p:cNvCxnSpPr>
            <p:nvPr/>
          </p:nvCxnSpPr>
          <p:spPr>
            <a:xfrm flipH="1">
              <a:off x="588991" y="501551"/>
              <a:ext cx="43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直接连接符 112">
              <a:extLst>
                <a:ext uri="{FF2B5EF4-FFF2-40B4-BE49-F238E27FC236}">
                  <a16:creationId xmlns:a16="http://schemas.microsoft.com/office/drawing/2014/main" id="{427A1841-AFF8-BEA3-AC3A-22E9AF95A9E8}"/>
                </a:ext>
              </a:extLst>
            </p:cNvPr>
            <p:cNvCxnSpPr>
              <a:cxnSpLocks/>
              <a:stCxn id="9" idx="4"/>
              <a:endCxn id="25" idx="0"/>
            </p:cNvCxnSpPr>
            <p:nvPr/>
          </p:nvCxnSpPr>
          <p:spPr>
            <a:xfrm flipH="1">
              <a:off x="588991" y="501551"/>
              <a:ext cx="540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E314584A-B77E-A10A-6EA9-C83CC45E0E0C}"/>
                </a:ext>
              </a:extLst>
            </p:cNvPr>
            <p:cNvCxnSpPr>
              <a:cxnSpLocks/>
              <a:stCxn id="10" idx="4"/>
              <a:endCxn id="25" idx="0"/>
            </p:cNvCxnSpPr>
            <p:nvPr/>
          </p:nvCxnSpPr>
          <p:spPr>
            <a:xfrm flipH="1">
              <a:off x="588991" y="501551"/>
              <a:ext cx="64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D1694A56-AEFA-296C-02CA-3D9335F99B7C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588991" y="501551"/>
              <a:ext cx="75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D4DD5F0D-9AE0-614E-3549-D2C28D60903E}"/>
                </a:ext>
              </a:extLst>
            </p:cNvPr>
            <p:cNvCxnSpPr>
              <a:cxnSpLocks/>
              <a:stCxn id="12" idx="4"/>
              <a:endCxn id="25" idx="0"/>
            </p:cNvCxnSpPr>
            <p:nvPr/>
          </p:nvCxnSpPr>
          <p:spPr>
            <a:xfrm flipH="1">
              <a:off x="588991" y="501551"/>
              <a:ext cx="86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5" name="直接连接符 124">
              <a:extLst>
                <a:ext uri="{FF2B5EF4-FFF2-40B4-BE49-F238E27FC236}">
                  <a16:creationId xmlns:a16="http://schemas.microsoft.com/office/drawing/2014/main" id="{28AF6DF6-AC87-2823-5731-4395341D1998}"/>
                </a:ext>
              </a:extLst>
            </p:cNvPr>
            <p:cNvCxnSpPr>
              <a:cxnSpLocks/>
              <a:stCxn id="13" idx="4"/>
              <a:endCxn id="25" idx="0"/>
            </p:cNvCxnSpPr>
            <p:nvPr/>
          </p:nvCxnSpPr>
          <p:spPr>
            <a:xfrm flipH="1">
              <a:off x="588991" y="501551"/>
              <a:ext cx="97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直接连接符 129">
              <a:extLst>
                <a:ext uri="{FF2B5EF4-FFF2-40B4-BE49-F238E27FC236}">
                  <a16:creationId xmlns:a16="http://schemas.microsoft.com/office/drawing/2014/main" id="{A00DF7D1-3F44-672C-B99B-20C9C1016619}"/>
                </a:ext>
              </a:extLst>
            </p:cNvPr>
            <p:cNvCxnSpPr>
              <a:cxnSpLocks/>
              <a:stCxn id="6" idx="4"/>
              <a:endCxn id="26" idx="0"/>
            </p:cNvCxnSpPr>
            <p:nvPr/>
          </p:nvCxnSpPr>
          <p:spPr>
            <a:xfrm flipH="1">
              <a:off x="1668991" y="501551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3" name="直接连接符 132">
              <a:extLst>
                <a:ext uri="{FF2B5EF4-FFF2-40B4-BE49-F238E27FC236}">
                  <a16:creationId xmlns:a16="http://schemas.microsoft.com/office/drawing/2014/main" id="{1E5E027E-F43B-350B-3764-D07A2C769923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 flipH="1">
              <a:off x="1667009" y="501551"/>
              <a:ext cx="2161982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06DD9F5C-D519-C5FF-5906-6A7721DBF585}"/>
                </a:ext>
              </a:extLst>
            </p:cNvPr>
            <p:cNvCxnSpPr>
              <a:cxnSpLocks/>
              <a:stCxn id="8" idx="4"/>
              <a:endCxn id="26" idx="0"/>
            </p:cNvCxnSpPr>
            <p:nvPr/>
          </p:nvCxnSpPr>
          <p:spPr>
            <a:xfrm flipH="1">
              <a:off x="1668991" y="501551"/>
              <a:ext cx="32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直接连接符 138">
              <a:extLst>
                <a:ext uri="{FF2B5EF4-FFF2-40B4-BE49-F238E27FC236}">
                  <a16:creationId xmlns:a16="http://schemas.microsoft.com/office/drawing/2014/main" id="{1F82474A-7D35-5E41-70E0-837562D3FB97}"/>
                </a:ext>
              </a:extLst>
            </p:cNvPr>
            <p:cNvCxnSpPr>
              <a:cxnSpLocks/>
              <a:stCxn id="9" idx="4"/>
              <a:endCxn id="26" idx="0"/>
            </p:cNvCxnSpPr>
            <p:nvPr/>
          </p:nvCxnSpPr>
          <p:spPr>
            <a:xfrm flipH="1">
              <a:off x="1668991" y="501551"/>
              <a:ext cx="43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2" name="直接连接符 141">
              <a:extLst>
                <a:ext uri="{FF2B5EF4-FFF2-40B4-BE49-F238E27FC236}">
                  <a16:creationId xmlns:a16="http://schemas.microsoft.com/office/drawing/2014/main" id="{F33988CB-606E-1C73-60E9-411D3CD197D7}"/>
                </a:ext>
              </a:extLst>
            </p:cNvPr>
            <p:cNvCxnSpPr>
              <a:cxnSpLocks/>
              <a:stCxn id="10" idx="4"/>
              <a:endCxn id="26" idx="0"/>
            </p:cNvCxnSpPr>
            <p:nvPr/>
          </p:nvCxnSpPr>
          <p:spPr>
            <a:xfrm flipH="1">
              <a:off x="1668991" y="501551"/>
              <a:ext cx="540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5" name="直接连接符 144">
              <a:extLst>
                <a:ext uri="{FF2B5EF4-FFF2-40B4-BE49-F238E27FC236}">
                  <a16:creationId xmlns:a16="http://schemas.microsoft.com/office/drawing/2014/main" id="{CF13FF13-20D6-5564-C94A-A0E26F444726}"/>
                </a:ext>
              </a:extLst>
            </p:cNvPr>
            <p:cNvCxnSpPr>
              <a:cxnSpLocks/>
              <a:stCxn id="11" idx="4"/>
              <a:endCxn id="26" idx="0"/>
            </p:cNvCxnSpPr>
            <p:nvPr/>
          </p:nvCxnSpPr>
          <p:spPr>
            <a:xfrm flipH="1">
              <a:off x="1668991" y="501551"/>
              <a:ext cx="64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4ADCFC4E-B026-5893-BB0A-62C64D4C6C31}"/>
                </a:ext>
              </a:extLst>
            </p:cNvPr>
            <p:cNvCxnSpPr>
              <a:cxnSpLocks/>
              <a:stCxn id="12" idx="4"/>
              <a:endCxn id="26" idx="0"/>
            </p:cNvCxnSpPr>
            <p:nvPr/>
          </p:nvCxnSpPr>
          <p:spPr>
            <a:xfrm flipH="1">
              <a:off x="1668991" y="501551"/>
              <a:ext cx="75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直接连接符 150">
              <a:extLst>
                <a:ext uri="{FF2B5EF4-FFF2-40B4-BE49-F238E27FC236}">
                  <a16:creationId xmlns:a16="http://schemas.microsoft.com/office/drawing/2014/main" id="{93F86585-5424-E388-EF13-24EAB36BE045}"/>
                </a:ext>
              </a:extLst>
            </p:cNvPr>
            <p:cNvCxnSpPr>
              <a:cxnSpLocks/>
              <a:stCxn id="13" idx="4"/>
              <a:endCxn id="26" idx="0"/>
            </p:cNvCxnSpPr>
            <p:nvPr/>
          </p:nvCxnSpPr>
          <p:spPr>
            <a:xfrm flipH="1">
              <a:off x="1668991" y="501551"/>
              <a:ext cx="86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1A7DCBCA-DBB8-D445-E698-D269394E169F}"/>
                </a:ext>
              </a:extLst>
            </p:cNvPr>
            <p:cNvCxnSpPr>
              <a:cxnSpLocks/>
              <a:stCxn id="4" idx="4"/>
              <a:endCxn id="25" idx="0"/>
            </p:cNvCxnSpPr>
            <p:nvPr/>
          </p:nvCxnSpPr>
          <p:spPr>
            <a:xfrm>
              <a:off x="588991" y="501551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0490421C-A216-427A-1D29-3EDDB475C1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81600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D32AD2D7-47BA-DB94-79F5-0C4A5C7A85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81600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B2228BD1-5B45-9E3A-199D-F7F6E89BF3AB}"/>
                </a:ext>
              </a:extLst>
            </p:cNvPr>
            <p:cNvCxnSpPr>
              <a:cxnSpLocks/>
              <a:stCxn id="4" idx="4"/>
              <a:endCxn id="24" idx="0"/>
            </p:cNvCxnSpPr>
            <p:nvPr/>
          </p:nvCxnSpPr>
          <p:spPr>
            <a:xfrm>
              <a:off x="588991" y="501551"/>
              <a:ext cx="10808609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AB7D0718-7DA9-6CE0-3BD2-EA9DCFD92339}"/>
                </a:ext>
              </a:extLst>
            </p:cNvPr>
            <p:cNvCxnSpPr>
              <a:cxnSpLocks/>
              <a:stCxn id="5" idx="4"/>
              <a:endCxn id="24" idx="0"/>
            </p:cNvCxnSpPr>
            <p:nvPr/>
          </p:nvCxnSpPr>
          <p:spPr>
            <a:xfrm>
              <a:off x="1668991" y="501551"/>
              <a:ext cx="9728609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54BD66E5-54F5-EF7F-5C84-C9C76EFD988F}"/>
                </a:ext>
              </a:extLst>
            </p:cNvPr>
            <p:cNvCxnSpPr>
              <a:cxnSpLocks/>
              <a:stCxn id="23" idx="4"/>
              <a:endCxn id="25" idx="0"/>
            </p:cNvCxnSpPr>
            <p:nvPr/>
          </p:nvCxnSpPr>
          <p:spPr>
            <a:xfrm flipH="1">
              <a:off x="588991" y="501551"/>
              <a:ext cx="10808609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7003E411-B14B-7511-E980-04538B2E29E9}"/>
                </a:ext>
              </a:extLst>
            </p:cNvPr>
            <p:cNvCxnSpPr>
              <a:cxnSpLocks/>
              <a:stCxn id="23" idx="4"/>
              <a:endCxn id="26" idx="0"/>
            </p:cNvCxnSpPr>
            <p:nvPr/>
          </p:nvCxnSpPr>
          <p:spPr>
            <a:xfrm flipH="1">
              <a:off x="1668991" y="501551"/>
              <a:ext cx="9728609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325685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BBDFF-1F32-FE5A-C934-68CC9D0A5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5" name="表格 164">
            <a:extLst>
              <a:ext uri="{FF2B5EF4-FFF2-40B4-BE49-F238E27FC236}">
                <a16:creationId xmlns:a16="http://schemas.microsoft.com/office/drawing/2014/main" id="{D8684417-8CD0-094D-6E18-25F53D448C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3789419"/>
              </p:ext>
            </p:extLst>
          </p:nvPr>
        </p:nvGraphicFramePr>
        <p:xfrm>
          <a:off x="4908991" y="2882899"/>
          <a:ext cx="3960000" cy="39546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7339649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91563925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93817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966937"/>
                  </a:ext>
                </a:extLst>
              </a:tr>
            </a:tbl>
          </a:graphicData>
        </a:graphic>
      </p:graphicFrame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F882498E-DBD1-4E03-F2F4-4454BD46F276}"/>
              </a:ext>
            </a:extLst>
          </p:cNvPr>
          <p:cNvCxnSpPr/>
          <p:nvPr/>
        </p:nvCxnSpPr>
        <p:spPr>
          <a:xfrm>
            <a:off x="4810708" y="2795411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2110FAB6-3E1C-C790-DA52-9B29DE1FE0CA}"/>
                  </a:ext>
                </a:extLst>
              </p:cNvPr>
              <p:cNvSpPr txBox="1"/>
              <p:nvPr/>
            </p:nvSpPr>
            <p:spPr>
              <a:xfrm>
                <a:off x="6104726" y="2447522"/>
                <a:ext cx="447174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2110FAB6-3E1C-C790-DA52-9B29DE1FE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4726" y="2447522"/>
                <a:ext cx="447174" cy="391646"/>
              </a:xfrm>
              <a:prstGeom prst="rect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7738AB1-6088-09D7-7DFF-71C477CFAE93}"/>
              </a:ext>
            </a:extLst>
          </p:cNvPr>
          <p:cNvCxnSpPr>
            <a:cxnSpLocks/>
          </p:cNvCxnSpPr>
          <p:nvPr/>
        </p:nvCxnSpPr>
        <p:spPr>
          <a:xfrm rot="5400000">
            <a:off x="4054708" y="3551411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A0FF9721-5BF3-D02D-AB1C-09F6FE6A1B22}"/>
                  </a:ext>
                </a:extLst>
              </p:cNvPr>
              <p:cNvSpPr txBox="1"/>
              <p:nvPr/>
            </p:nvSpPr>
            <p:spPr>
              <a:xfrm>
                <a:off x="4437717" y="3902961"/>
                <a:ext cx="442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A0FF9721-5BF3-D02D-AB1C-09F6FE6A1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717" y="3902961"/>
                <a:ext cx="442364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椭圆 3">
            <a:extLst>
              <a:ext uri="{FF2B5EF4-FFF2-40B4-BE49-F238E27FC236}">
                <a16:creationId xmlns:a16="http://schemas.microsoft.com/office/drawing/2014/main" id="{4FC4CBE2-CEBF-2488-40BA-32EFA5A7A65A}"/>
              </a:ext>
            </a:extLst>
          </p:cNvPr>
          <p:cNvSpPr>
            <a:spLocks noChangeAspect="1"/>
          </p:cNvSpPr>
          <p:nvPr/>
        </p:nvSpPr>
        <p:spPr>
          <a:xfrm>
            <a:off x="472266" y="64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5CA9289-083E-F286-56F6-0E7BB7E6E37F}"/>
              </a:ext>
            </a:extLst>
          </p:cNvPr>
          <p:cNvSpPr>
            <a:spLocks noChangeAspect="1"/>
          </p:cNvSpPr>
          <p:nvPr/>
        </p:nvSpPr>
        <p:spPr>
          <a:xfrm>
            <a:off x="1552266" y="64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165F9F2B-749E-0621-5A0C-B4A8DC972685}"/>
              </a:ext>
            </a:extLst>
          </p:cNvPr>
          <p:cNvSpPr>
            <a:spLocks noChangeAspect="1"/>
          </p:cNvSpPr>
          <p:nvPr/>
        </p:nvSpPr>
        <p:spPr>
          <a:xfrm>
            <a:off x="2632266" y="64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9CB90210-3407-B6A4-CEE8-3FF5219D7261}"/>
              </a:ext>
            </a:extLst>
          </p:cNvPr>
          <p:cNvSpPr>
            <a:spLocks noChangeAspect="1"/>
          </p:cNvSpPr>
          <p:nvPr/>
        </p:nvSpPr>
        <p:spPr>
          <a:xfrm>
            <a:off x="3712266" y="64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3B3C53D9-F1D1-CE76-B090-9F68C3F8F0D4}"/>
              </a:ext>
            </a:extLst>
          </p:cNvPr>
          <p:cNvSpPr>
            <a:spLocks noChangeAspect="1"/>
          </p:cNvSpPr>
          <p:nvPr/>
        </p:nvSpPr>
        <p:spPr>
          <a:xfrm>
            <a:off x="4792266" y="64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0E353E22-8E98-8BBE-D112-299C5C7DD480}"/>
              </a:ext>
            </a:extLst>
          </p:cNvPr>
          <p:cNvSpPr>
            <a:spLocks noChangeAspect="1"/>
          </p:cNvSpPr>
          <p:nvPr/>
        </p:nvSpPr>
        <p:spPr>
          <a:xfrm>
            <a:off x="5872266" y="64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A34BF85F-2455-612B-0197-05ADF2218C98}"/>
              </a:ext>
            </a:extLst>
          </p:cNvPr>
          <p:cNvSpPr>
            <a:spLocks noChangeAspect="1"/>
          </p:cNvSpPr>
          <p:nvPr/>
        </p:nvSpPr>
        <p:spPr>
          <a:xfrm>
            <a:off x="6952266" y="64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2FFA2E0C-33EB-B778-6122-808C210C8B7D}"/>
              </a:ext>
            </a:extLst>
          </p:cNvPr>
          <p:cNvSpPr>
            <a:spLocks noChangeAspect="1"/>
          </p:cNvSpPr>
          <p:nvPr/>
        </p:nvSpPr>
        <p:spPr>
          <a:xfrm>
            <a:off x="8032266" y="64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D0FD6014-AEEB-6FB2-3B23-7E72FCEA9805}"/>
              </a:ext>
            </a:extLst>
          </p:cNvPr>
          <p:cNvSpPr>
            <a:spLocks noChangeAspect="1"/>
          </p:cNvSpPr>
          <p:nvPr/>
        </p:nvSpPr>
        <p:spPr>
          <a:xfrm>
            <a:off x="9112266" y="64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72440D4C-E7EC-3EB9-3B66-C751B475C6F6}"/>
              </a:ext>
            </a:extLst>
          </p:cNvPr>
          <p:cNvSpPr>
            <a:spLocks noChangeAspect="1"/>
          </p:cNvSpPr>
          <p:nvPr/>
        </p:nvSpPr>
        <p:spPr>
          <a:xfrm>
            <a:off x="10192266" y="64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0C7C03B9-7E98-5988-00AC-9BDFADDE571B}"/>
              </a:ext>
            </a:extLst>
          </p:cNvPr>
          <p:cNvSpPr>
            <a:spLocks noChangeAspect="1"/>
          </p:cNvSpPr>
          <p:nvPr/>
        </p:nvSpPr>
        <p:spPr>
          <a:xfrm>
            <a:off x="472266" y="2341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69C1C505-63E8-85AE-8110-F665A2EEDFCA}"/>
              </a:ext>
            </a:extLst>
          </p:cNvPr>
          <p:cNvSpPr>
            <a:spLocks noChangeAspect="1"/>
          </p:cNvSpPr>
          <p:nvPr/>
        </p:nvSpPr>
        <p:spPr>
          <a:xfrm>
            <a:off x="1552266" y="2341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0EB34E27-D218-0001-C1B9-156135EEF3F0}"/>
              </a:ext>
            </a:extLst>
          </p:cNvPr>
          <p:cNvSpPr>
            <a:spLocks noChangeAspect="1"/>
          </p:cNvSpPr>
          <p:nvPr/>
        </p:nvSpPr>
        <p:spPr>
          <a:xfrm>
            <a:off x="2632266" y="2341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1037D37-FFA6-7349-2863-6F1A8CECB85F}"/>
              </a:ext>
            </a:extLst>
          </p:cNvPr>
          <p:cNvSpPr>
            <a:spLocks noChangeAspect="1"/>
          </p:cNvSpPr>
          <p:nvPr/>
        </p:nvSpPr>
        <p:spPr>
          <a:xfrm>
            <a:off x="3712266" y="2341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8213FA58-0FBB-8C56-1131-018B026855B5}"/>
              </a:ext>
            </a:extLst>
          </p:cNvPr>
          <p:cNvSpPr>
            <a:spLocks noChangeAspect="1"/>
          </p:cNvSpPr>
          <p:nvPr/>
        </p:nvSpPr>
        <p:spPr>
          <a:xfrm>
            <a:off x="4792266" y="2341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5B53F25D-DD9C-F2B5-7C81-A1F8138905AA}"/>
              </a:ext>
            </a:extLst>
          </p:cNvPr>
          <p:cNvSpPr>
            <a:spLocks noChangeAspect="1"/>
          </p:cNvSpPr>
          <p:nvPr/>
        </p:nvSpPr>
        <p:spPr>
          <a:xfrm>
            <a:off x="5872266" y="2341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D9A00663-7860-74EE-F92F-F71986B40121}"/>
              </a:ext>
            </a:extLst>
          </p:cNvPr>
          <p:cNvSpPr>
            <a:spLocks noChangeAspect="1"/>
          </p:cNvSpPr>
          <p:nvPr/>
        </p:nvSpPr>
        <p:spPr>
          <a:xfrm>
            <a:off x="6952266" y="2341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ABD9F26E-0A86-DACC-261E-7C6ADB839D92}"/>
              </a:ext>
            </a:extLst>
          </p:cNvPr>
          <p:cNvSpPr>
            <a:spLocks noChangeAspect="1"/>
          </p:cNvSpPr>
          <p:nvPr/>
        </p:nvSpPr>
        <p:spPr>
          <a:xfrm>
            <a:off x="8032266" y="2341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379ED75E-7F53-220F-8AEE-0043AAECFEEA}"/>
              </a:ext>
            </a:extLst>
          </p:cNvPr>
          <p:cNvSpPr>
            <a:spLocks noChangeAspect="1"/>
          </p:cNvSpPr>
          <p:nvPr/>
        </p:nvSpPr>
        <p:spPr>
          <a:xfrm>
            <a:off x="9112266" y="2341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F7EC32F4-8EDE-9D5A-44B6-D2F8B3B5216B}"/>
              </a:ext>
            </a:extLst>
          </p:cNvPr>
          <p:cNvSpPr>
            <a:spLocks noChangeAspect="1"/>
          </p:cNvSpPr>
          <p:nvPr/>
        </p:nvSpPr>
        <p:spPr>
          <a:xfrm>
            <a:off x="10192266" y="2341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2517C43-5805-D0F8-2BD1-0C87562AE63F}"/>
              </a:ext>
            </a:extLst>
          </p:cNvPr>
          <p:cNvCxnSpPr>
            <a:cxnSpLocks/>
            <a:stCxn id="4" idx="4"/>
            <a:endCxn id="25" idx="0"/>
          </p:cNvCxnSpPr>
          <p:nvPr/>
        </p:nvCxnSpPr>
        <p:spPr>
          <a:xfrm>
            <a:off x="688266" y="496546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205092B-B352-29A2-FD31-9B1B4C312876}"/>
              </a:ext>
            </a:extLst>
          </p:cNvPr>
          <p:cNvCxnSpPr>
            <a:cxnSpLocks/>
            <a:stCxn id="4" idx="4"/>
            <a:endCxn id="26" idx="0"/>
          </p:cNvCxnSpPr>
          <p:nvPr/>
        </p:nvCxnSpPr>
        <p:spPr>
          <a:xfrm>
            <a:off x="68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624B533-65AE-1CCB-D312-568D8EF96728}"/>
              </a:ext>
            </a:extLst>
          </p:cNvPr>
          <p:cNvCxnSpPr>
            <a:cxnSpLocks/>
            <a:stCxn id="5" idx="4"/>
            <a:endCxn id="25" idx="0"/>
          </p:cNvCxnSpPr>
          <p:nvPr/>
        </p:nvCxnSpPr>
        <p:spPr>
          <a:xfrm flipH="1">
            <a:off x="68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1F163C-CF25-8BA6-5994-B303FC410F91}"/>
              </a:ext>
            </a:extLst>
          </p:cNvPr>
          <p:cNvCxnSpPr>
            <a:cxnSpLocks/>
            <a:stCxn id="5" idx="4"/>
            <a:endCxn id="26" idx="0"/>
          </p:cNvCxnSpPr>
          <p:nvPr/>
        </p:nvCxnSpPr>
        <p:spPr>
          <a:xfrm>
            <a:off x="1768266" y="496546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A06A62E8-FA76-4E70-2036-ACBD08CC20B7}"/>
              </a:ext>
            </a:extLst>
          </p:cNvPr>
          <p:cNvCxnSpPr>
            <a:cxnSpLocks/>
            <a:stCxn id="5" idx="4"/>
            <a:endCxn id="27" idx="0"/>
          </p:cNvCxnSpPr>
          <p:nvPr/>
        </p:nvCxnSpPr>
        <p:spPr>
          <a:xfrm>
            <a:off x="176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B7EA4655-8F65-B62A-8337-D65949E48BA1}"/>
              </a:ext>
            </a:extLst>
          </p:cNvPr>
          <p:cNvCxnSpPr>
            <a:cxnSpLocks/>
            <a:stCxn id="6" idx="4"/>
            <a:endCxn id="26" idx="0"/>
          </p:cNvCxnSpPr>
          <p:nvPr/>
        </p:nvCxnSpPr>
        <p:spPr>
          <a:xfrm flipH="1">
            <a:off x="176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BF8114-2E44-CD45-39A9-0AF64C992245}"/>
              </a:ext>
            </a:extLst>
          </p:cNvPr>
          <p:cNvCxnSpPr>
            <a:cxnSpLocks/>
            <a:stCxn id="6" idx="4"/>
            <a:endCxn id="27" idx="0"/>
          </p:cNvCxnSpPr>
          <p:nvPr/>
        </p:nvCxnSpPr>
        <p:spPr>
          <a:xfrm>
            <a:off x="2848266" y="496546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D2D0D1B-4E78-7237-1B4E-AEE2DE352DB8}"/>
              </a:ext>
            </a:extLst>
          </p:cNvPr>
          <p:cNvCxnSpPr>
            <a:cxnSpLocks/>
            <a:stCxn id="6" idx="4"/>
            <a:endCxn id="28" idx="0"/>
          </p:cNvCxnSpPr>
          <p:nvPr/>
        </p:nvCxnSpPr>
        <p:spPr>
          <a:xfrm>
            <a:off x="284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7A67B0B6-65BA-5AB5-66AF-0C013928A4D2}"/>
              </a:ext>
            </a:extLst>
          </p:cNvPr>
          <p:cNvCxnSpPr>
            <a:cxnSpLocks/>
            <a:stCxn id="7" idx="4"/>
            <a:endCxn id="27" idx="0"/>
          </p:cNvCxnSpPr>
          <p:nvPr/>
        </p:nvCxnSpPr>
        <p:spPr>
          <a:xfrm flipH="1">
            <a:off x="284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EA296E2A-6DD9-1DE7-952A-8A1D0A517BEA}"/>
              </a:ext>
            </a:extLst>
          </p:cNvPr>
          <p:cNvCxnSpPr>
            <a:cxnSpLocks/>
            <a:stCxn id="7" idx="4"/>
            <a:endCxn id="28" idx="0"/>
          </p:cNvCxnSpPr>
          <p:nvPr/>
        </p:nvCxnSpPr>
        <p:spPr>
          <a:xfrm>
            <a:off x="3928266" y="496546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78A8063-D005-8285-30C9-520B0DF35D1C}"/>
              </a:ext>
            </a:extLst>
          </p:cNvPr>
          <p:cNvCxnSpPr>
            <a:cxnSpLocks/>
            <a:stCxn id="7" idx="4"/>
            <a:endCxn id="29" idx="0"/>
          </p:cNvCxnSpPr>
          <p:nvPr/>
        </p:nvCxnSpPr>
        <p:spPr>
          <a:xfrm>
            <a:off x="392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F9F63DF-877F-F55B-E0E6-4BE0D6C27681}"/>
              </a:ext>
            </a:extLst>
          </p:cNvPr>
          <p:cNvCxnSpPr>
            <a:cxnSpLocks/>
            <a:stCxn id="8" idx="4"/>
            <a:endCxn id="28" idx="0"/>
          </p:cNvCxnSpPr>
          <p:nvPr/>
        </p:nvCxnSpPr>
        <p:spPr>
          <a:xfrm flipH="1">
            <a:off x="392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405F338-AD67-4BF1-BDB2-7F410E6F2228}"/>
              </a:ext>
            </a:extLst>
          </p:cNvPr>
          <p:cNvCxnSpPr>
            <a:cxnSpLocks/>
            <a:stCxn id="8" idx="4"/>
            <a:endCxn id="29" idx="0"/>
          </p:cNvCxnSpPr>
          <p:nvPr/>
        </p:nvCxnSpPr>
        <p:spPr>
          <a:xfrm>
            <a:off x="5008266" y="496546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4B70463E-ABA5-81B2-4942-DA4156CFD15B}"/>
              </a:ext>
            </a:extLst>
          </p:cNvPr>
          <p:cNvCxnSpPr>
            <a:cxnSpLocks/>
            <a:stCxn id="8" idx="4"/>
            <a:endCxn id="30" idx="0"/>
          </p:cNvCxnSpPr>
          <p:nvPr/>
        </p:nvCxnSpPr>
        <p:spPr>
          <a:xfrm>
            <a:off x="500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80A4EB21-504C-1D69-C439-70034AAC8131}"/>
              </a:ext>
            </a:extLst>
          </p:cNvPr>
          <p:cNvCxnSpPr>
            <a:cxnSpLocks/>
            <a:stCxn id="9" idx="4"/>
            <a:endCxn id="29" idx="0"/>
          </p:cNvCxnSpPr>
          <p:nvPr/>
        </p:nvCxnSpPr>
        <p:spPr>
          <a:xfrm flipH="1">
            <a:off x="500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6871C848-70F9-1BEE-D080-66C4C9F32B2A}"/>
              </a:ext>
            </a:extLst>
          </p:cNvPr>
          <p:cNvCxnSpPr>
            <a:cxnSpLocks/>
            <a:stCxn id="9" idx="4"/>
            <a:endCxn id="30" idx="0"/>
          </p:cNvCxnSpPr>
          <p:nvPr/>
        </p:nvCxnSpPr>
        <p:spPr>
          <a:xfrm>
            <a:off x="6088266" y="496546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548B1D96-51E0-7F09-3DA2-173FCB0E576F}"/>
              </a:ext>
            </a:extLst>
          </p:cNvPr>
          <p:cNvCxnSpPr>
            <a:cxnSpLocks/>
            <a:stCxn id="9" idx="4"/>
            <a:endCxn id="31" idx="0"/>
          </p:cNvCxnSpPr>
          <p:nvPr/>
        </p:nvCxnSpPr>
        <p:spPr>
          <a:xfrm>
            <a:off x="608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6DC56F43-7384-249E-EE90-B38FB4628CF3}"/>
              </a:ext>
            </a:extLst>
          </p:cNvPr>
          <p:cNvCxnSpPr>
            <a:cxnSpLocks/>
            <a:stCxn id="10" idx="4"/>
            <a:endCxn id="30" idx="0"/>
          </p:cNvCxnSpPr>
          <p:nvPr/>
        </p:nvCxnSpPr>
        <p:spPr>
          <a:xfrm flipH="1">
            <a:off x="608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78537753-0378-F57F-79C6-18A435C9F810}"/>
              </a:ext>
            </a:extLst>
          </p:cNvPr>
          <p:cNvCxnSpPr>
            <a:cxnSpLocks/>
            <a:stCxn id="10" idx="4"/>
            <a:endCxn id="31" idx="0"/>
          </p:cNvCxnSpPr>
          <p:nvPr/>
        </p:nvCxnSpPr>
        <p:spPr>
          <a:xfrm>
            <a:off x="7168266" y="496546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571E72B6-044C-2683-F130-4C9B0501C14F}"/>
              </a:ext>
            </a:extLst>
          </p:cNvPr>
          <p:cNvCxnSpPr>
            <a:cxnSpLocks/>
            <a:stCxn id="10" idx="4"/>
            <a:endCxn id="32" idx="0"/>
          </p:cNvCxnSpPr>
          <p:nvPr/>
        </p:nvCxnSpPr>
        <p:spPr>
          <a:xfrm>
            <a:off x="716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6A1F8BEB-988B-8930-187C-01D8895D7261}"/>
              </a:ext>
            </a:extLst>
          </p:cNvPr>
          <p:cNvCxnSpPr>
            <a:cxnSpLocks/>
            <a:stCxn id="11" idx="4"/>
            <a:endCxn id="31" idx="0"/>
          </p:cNvCxnSpPr>
          <p:nvPr/>
        </p:nvCxnSpPr>
        <p:spPr>
          <a:xfrm flipH="1">
            <a:off x="716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0C96BD92-0C40-5993-C298-D6F2DCB99227}"/>
              </a:ext>
            </a:extLst>
          </p:cNvPr>
          <p:cNvCxnSpPr>
            <a:cxnSpLocks/>
            <a:stCxn id="11" idx="4"/>
            <a:endCxn id="32" idx="0"/>
          </p:cNvCxnSpPr>
          <p:nvPr/>
        </p:nvCxnSpPr>
        <p:spPr>
          <a:xfrm>
            <a:off x="8248266" y="496546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0BF3EE68-B2C0-1C8B-D304-DEA1F06D6ADB}"/>
              </a:ext>
            </a:extLst>
          </p:cNvPr>
          <p:cNvCxnSpPr>
            <a:cxnSpLocks/>
            <a:stCxn id="11" idx="4"/>
            <a:endCxn id="33" idx="0"/>
          </p:cNvCxnSpPr>
          <p:nvPr/>
        </p:nvCxnSpPr>
        <p:spPr>
          <a:xfrm>
            <a:off x="824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985C510D-0488-4800-FFC2-0FBEED8CCF65}"/>
              </a:ext>
            </a:extLst>
          </p:cNvPr>
          <p:cNvCxnSpPr>
            <a:cxnSpLocks/>
            <a:stCxn id="12" idx="4"/>
            <a:endCxn id="32" idx="0"/>
          </p:cNvCxnSpPr>
          <p:nvPr/>
        </p:nvCxnSpPr>
        <p:spPr>
          <a:xfrm flipH="1">
            <a:off x="824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7B5EEBEF-F816-4D48-4BB2-DDBDE650E18E}"/>
              </a:ext>
            </a:extLst>
          </p:cNvPr>
          <p:cNvCxnSpPr>
            <a:cxnSpLocks/>
            <a:stCxn id="12" idx="4"/>
            <a:endCxn id="33" idx="0"/>
          </p:cNvCxnSpPr>
          <p:nvPr/>
        </p:nvCxnSpPr>
        <p:spPr>
          <a:xfrm>
            <a:off x="9328266" y="496546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FEAE771D-C38B-3A7D-3847-1940ECE47FF3}"/>
              </a:ext>
            </a:extLst>
          </p:cNvPr>
          <p:cNvCxnSpPr>
            <a:cxnSpLocks/>
            <a:stCxn id="12" idx="4"/>
            <a:endCxn id="34" idx="0"/>
          </p:cNvCxnSpPr>
          <p:nvPr/>
        </p:nvCxnSpPr>
        <p:spPr>
          <a:xfrm>
            <a:off x="932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10AFC23-E5D4-B88D-3559-84BE38536670}"/>
              </a:ext>
            </a:extLst>
          </p:cNvPr>
          <p:cNvCxnSpPr>
            <a:cxnSpLocks/>
            <a:stCxn id="13" idx="4"/>
            <a:endCxn id="33" idx="0"/>
          </p:cNvCxnSpPr>
          <p:nvPr/>
        </p:nvCxnSpPr>
        <p:spPr>
          <a:xfrm flipH="1">
            <a:off x="9328266" y="496546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A2472C2-B9A7-244A-F464-6CB58261983B}"/>
              </a:ext>
            </a:extLst>
          </p:cNvPr>
          <p:cNvCxnSpPr>
            <a:cxnSpLocks/>
            <a:stCxn id="13" idx="4"/>
            <a:endCxn id="34" idx="0"/>
          </p:cNvCxnSpPr>
          <p:nvPr/>
        </p:nvCxnSpPr>
        <p:spPr>
          <a:xfrm>
            <a:off x="10408266" y="496546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9C32907E-10D8-E910-A5B5-5296AD11A76A}"/>
              </a:ext>
            </a:extLst>
          </p:cNvPr>
          <p:cNvSpPr>
            <a:spLocks noChangeAspect="1"/>
          </p:cNvSpPr>
          <p:nvPr/>
        </p:nvSpPr>
        <p:spPr>
          <a:xfrm>
            <a:off x="11289600" y="64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5EF88592-DECA-F62C-1F0A-988D9AED07AD}"/>
              </a:ext>
            </a:extLst>
          </p:cNvPr>
          <p:cNvSpPr>
            <a:spLocks noChangeAspect="1"/>
          </p:cNvSpPr>
          <p:nvPr/>
        </p:nvSpPr>
        <p:spPr>
          <a:xfrm>
            <a:off x="11289600" y="234154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0E273DBB-A7C1-9342-58D0-5F55A6EDF56E}"/>
              </a:ext>
            </a:extLst>
          </p:cNvPr>
          <p:cNvCxnSpPr>
            <a:cxnSpLocks/>
            <a:stCxn id="13" idx="4"/>
            <a:endCxn id="42" idx="0"/>
          </p:cNvCxnSpPr>
          <p:nvPr/>
        </p:nvCxnSpPr>
        <p:spPr>
          <a:xfrm>
            <a:off x="10408266" y="496546"/>
            <a:ext cx="1097334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2714FEF4-3492-18F4-AA21-323AAA24ED47}"/>
              </a:ext>
            </a:extLst>
          </p:cNvPr>
          <p:cNvCxnSpPr>
            <a:cxnSpLocks/>
            <a:stCxn id="41" idx="4"/>
            <a:endCxn id="34" idx="0"/>
          </p:cNvCxnSpPr>
          <p:nvPr/>
        </p:nvCxnSpPr>
        <p:spPr>
          <a:xfrm flipH="1">
            <a:off x="10408266" y="496546"/>
            <a:ext cx="1097334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FF3135EE-A028-C17A-80C6-14BF83B42A99}"/>
              </a:ext>
            </a:extLst>
          </p:cNvPr>
          <p:cNvCxnSpPr>
            <a:cxnSpLocks/>
            <a:stCxn id="41" idx="4"/>
            <a:endCxn id="42" idx="0"/>
          </p:cNvCxnSpPr>
          <p:nvPr/>
        </p:nvCxnSpPr>
        <p:spPr>
          <a:xfrm>
            <a:off x="11505600" y="496546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908184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4AC55-F0CA-14F5-C75A-B0340B0C7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5" name="表格 164">
            <a:extLst>
              <a:ext uri="{FF2B5EF4-FFF2-40B4-BE49-F238E27FC236}">
                <a16:creationId xmlns:a16="http://schemas.microsoft.com/office/drawing/2014/main" id="{410258D9-C2D5-F782-32FC-485739062A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458328"/>
              </p:ext>
            </p:extLst>
          </p:nvPr>
        </p:nvGraphicFramePr>
        <p:xfrm>
          <a:off x="4908991" y="2882899"/>
          <a:ext cx="3960000" cy="39546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7339649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91563925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493817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966937"/>
                  </a:ext>
                </a:extLst>
              </a:tr>
            </a:tbl>
          </a:graphicData>
        </a:graphic>
      </p:graphicFrame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E538496E-2929-F035-D884-455E30223DF5}"/>
              </a:ext>
            </a:extLst>
          </p:cNvPr>
          <p:cNvCxnSpPr/>
          <p:nvPr/>
        </p:nvCxnSpPr>
        <p:spPr>
          <a:xfrm>
            <a:off x="4810708" y="2795411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C20877E-2320-1DC6-5727-D1C6C10B423E}"/>
                  </a:ext>
                </a:extLst>
              </p:cNvPr>
              <p:cNvSpPr txBox="1"/>
              <p:nvPr/>
            </p:nvSpPr>
            <p:spPr>
              <a:xfrm>
                <a:off x="6104726" y="2447522"/>
                <a:ext cx="447174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C20877E-2320-1DC6-5727-D1C6C10B4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4726" y="2447522"/>
                <a:ext cx="447174" cy="391646"/>
              </a:xfrm>
              <a:prstGeom prst="rect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2D41BD8-380A-5724-D1C8-D4172E3AA640}"/>
              </a:ext>
            </a:extLst>
          </p:cNvPr>
          <p:cNvCxnSpPr>
            <a:cxnSpLocks/>
          </p:cNvCxnSpPr>
          <p:nvPr/>
        </p:nvCxnSpPr>
        <p:spPr>
          <a:xfrm rot="5400000">
            <a:off x="4054708" y="3551411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39FEE6C-4F0B-90B2-60C1-DB3F52363C54}"/>
                  </a:ext>
                </a:extLst>
              </p:cNvPr>
              <p:cNvSpPr txBox="1"/>
              <p:nvPr/>
            </p:nvSpPr>
            <p:spPr>
              <a:xfrm>
                <a:off x="4437717" y="3902961"/>
                <a:ext cx="442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39FEE6C-4F0B-90B2-60C1-DB3F52363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717" y="3902961"/>
                <a:ext cx="442364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2" name="组合 161">
            <a:extLst>
              <a:ext uri="{FF2B5EF4-FFF2-40B4-BE49-F238E27FC236}">
                <a16:creationId xmlns:a16="http://schemas.microsoft.com/office/drawing/2014/main" id="{8DD95655-160E-13A0-0BA4-A74A95FDB089}"/>
              </a:ext>
            </a:extLst>
          </p:cNvPr>
          <p:cNvGrpSpPr/>
          <p:nvPr/>
        </p:nvGrpSpPr>
        <p:grpSpPr>
          <a:xfrm>
            <a:off x="830073" y="-65655"/>
            <a:ext cx="11230892" cy="2709000"/>
            <a:chOff x="490708" y="-1076"/>
            <a:chExt cx="11230892" cy="2709000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6A20FC6A-E3A9-A27E-DC52-936E08C09E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BC8E3E6F-1629-3A97-E737-11E7E277AF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7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6C0BA752-200C-0C21-52FD-7F410D5CAD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5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2DA9876D-C9EE-8ECE-63A4-1A2A0D52B8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3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28A2D957-495F-58DE-891F-167B5B70A2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1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AF259D9B-1647-8503-16C7-89112A880A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9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A6CA0BF6-C8C0-E173-9E51-546E727CED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7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19B3E3F-590E-C386-54D7-DD424C33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5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65EFFBEE-73D1-CBEB-BF80-E973C0EB18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3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8D8DC2D8-EE81-6F59-9FD6-93E478F38B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21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EA7B11F3-F955-EF50-353D-A2506553C6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0F89D923-FC45-3226-B012-F1F559CA15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7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3887B04D-4F6C-563C-DD33-F6C4F1EEBA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5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C99E7B9E-1A54-5E3F-016F-37A9E9398D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3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98019F77-08FD-3A61-EDAF-DAED0A400F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1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F025D93F-70EE-E92D-B26E-B450C64570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9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9536A556-0B4E-F368-EEFA-6E8356D122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7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47A17697-638B-A519-F26C-D205FB651C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5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A421B8E0-9EBD-BC56-C869-BE2E208643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3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DDB20FE3-7E87-537A-1561-88D782312E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21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9F6AB52D-15A3-22E1-088B-0B2D0D3182D6}"/>
                </a:ext>
              </a:extLst>
            </p:cNvPr>
            <p:cNvCxnSpPr>
              <a:cxnSpLocks/>
              <a:stCxn id="4" idx="4"/>
              <a:endCxn id="25" idx="0"/>
            </p:cNvCxnSpPr>
            <p:nvPr/>
          </p:nvCxnSpPr>
          <p:spPr>
            <a:xfrm>
              <a:off x="70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BAA21356-CA87-4E05-51AD-32C453F7D1C2}"/>
                </a:ext>
              </a:extLst>
            </p:cNvPr>
            <p:cNvCxnSpPr>
              <a:cxnSpLocks/>
              <a:stCxn id="5" idx="4"/>
              <a:endCxn id="26" idx="0"/>
            </p:cNvCxnSpPr>
            <p:nvPr/>
          </p:nvCxnSpPr>
          <p:spPr>
            <a:xfrm>
              <a:off x="178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9ADC666B-F170-C69B-69F8-92BBFC10B52A}"/>
                </a:ext>
              </a:extLst>
            </p:cNvPr>
            <p:cNvCxnSpPr>
              <a:cxnSpLocks/>
              <a:stCxn id="6" idx="4"/>
              <a:endCxn id="27" idx="0"/>
            </p:cNvCxnSpPr>
            <p:nvPr/>
          </p:nvCxnSpPr>
          <p:spPr>
            <a:xfrm>
              <a:off x="286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13B115B-3E0D-5B9A-F219-5CCA902975D9}"/>
                </a:ext>
              </a:extLst>
            </p:cNvPr>
            <p:cNvCxnSpPr>
              <a:cxnSpLocks/>
              <a:stCxn id="7" idx="4"/>
              <a:endCxn id="28" idx="0"/>
            </p:cNvCxnSpPr>
            <p:nvPr/>
          </p:nvCxnSpPr>
          <p:spPr>
            <a:xfrm>
              <a:off x="394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0B801F4-469B-7C1E-82DA-8CFE765BA654}"/>
                </a:ext>
              </a:extLst>
            </p:cNvPr>
            <p:cNvCxnSpPr>
              <a:cxnSpLocks/>
              <a:stCxn id="8" idx="4"/>
              <a:endCxn id="29" idx="0"/>
            </p:cNvCxnSpPr>
            <p:nvPr/>
          </p:nvCxnSpPr>
          <p:spPr>
            <a:xfrm>
              <a:off x="502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7E9B0233-E4CE-5B1F-CB8A-B666E46AAC6F}"/>
                </a:ext>
              </a:extLst>
            </p:cNvPr>
            <p:cNvCxnSpPr>
              <a:cxnSpLocks/>
              <a:stCxn id="9" idx="4"/>
              <a:endCxn id="30" idx="0"/>
            </p:cNvCxnSpPr>
            <p:nvPr/>
          </p:nvCxnSpPr>
          <p:spPr>
            <a:xfrm>
              <a:off x="610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EB31AB0A-6B98-7462-78C7-72B84A78A379}"/>
                </a:ext>
              </a:extLst>
            </p:cNvPr>
            <p:cNvCxnSpPr>
              <a:cxnSpLocks/>
              <a:stCxn id="10" idx="4"/>
              <a:endCxn id="31" idx="0"/>
            </p:cNvCxnSpPr>
            <p:nvPr/>
          </p:nvCxnSpPr>
          <p:spPr>
            <a:xfrm>
              <a:off x="718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98915FC8-6A75-17B1-01F1-581124426470}"/>
                </a:ext>
              </a:extLst>
            </p:cNvPr>
            <p:cNvCxnSpPr>
              <a:cxnSpLocks/>
              <a:stCxn id="11" idx="4"/>
              <a:endCxn id="32" idx="0"/>
            </p:cNvCxnSpPr>
            <p:nvPr/>
          </p:nvCxnSpPr>
          <p:spPr>
            <a:xfrm>
              <a:off x="826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8F9158C0-F666-BC24-72ED-A6B85979694E}"/>
                </a:ext>
              </a:extLst>
            </p:cNvPr>
            <p:cNvCxnSpPr>
              <a:cxnSpLocks/>
              <a:stCxn id="12" idx="4"/>
              <a:endCxn id="33" idx="0"/>
            </p:cNvCxnSpPr>
            <p:nvPr/>
          </p:nvCxnSpPr>
          <p:spPr>
            <a:xfrm>
              <a:off x="934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F5C4892A-6CC0-95DC-393E-1B58BCC4DB87}"/>
                </a:ext>
              </a:extLst>
            </p:cNvPr>
            <p:cNvCxnSpPr>
              <a:cxnSpLocks/>
              <a:stCxn id="13" idx="4"/>
              <a:endCxn id="34" idx="0"/>
            </p:cNvCxnSpPr>
            <p:nvPr/>
          </p:nvCxnSpPr>
          <p:spPr>
            <a:xfrm>
              <a:off x="1042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ED65EBD1-AB92-5257-04C4-BC12D23E1D3A}"/>
                </a:ext>
              </a:extLst>
            </p:cNvPr>
            <p:cNvCxnSpPr>
              <a:cxnSpLocks/>
              <a:stCxn id="4" idx="4"/>
              <a:endCxn id="27" idx="0"/>
            </p:cNvCxnSpPr>
            <p:nvPr/>
          </p:nvCxnSpPr>
          <p:spPr>
            <a:xfrm>
              <a:off x="70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FCC95976-F619-1356-4683-7C84D65BA3AC}"/>
                </a:ext>
              </a:extLst>
            </p:cNvPr>
            <p:cNvCxnSpPr>
              <a:cxnSpLocks/>
              <a:stCxn id="5" idx="4"/>
              <a:endCxn id="28" idx="0"/>
            </p:cNvCxnSpPr>
            <p:nvPr/>
          </p:nvCxnSpPr>
          <p:spPr>
            <a:xfrm>
              <a:off x="178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33C39633-69FE-DBA5-9DBE-4B28249F7687}"/>
                </a:ext>
              </a:extLst>
            </p:cNvPr>
            <p:cNvCxnSpPr>
              <a:cxnSpLocks/>
              <a:stCxn id="6" idx="4"/>
              <a:endCxn id="29" idx="0"/>
            </p:cNvCxnSpPr>
            <p:nvPr/>
          </p:nvCxnSpPr>
          <p:spPr>
            <a:xfrm>
              <a:off x="286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8C7D6A6-6EB5-9143-E066-10E34D261138}"/>
                </a:ext>
              </a:extLst>
            </p:cNvPr>
            <p:cNvCxnSpPr>
              <a:cxnSpLocks/>
              <a:stCxn id="7" idx="4"/>
              <a:endCxn id="30" idx="0"/>
            </p:cNvCxnSpPr>
            <p:nvPr/>
          </p:nvCxnSpPr>
          <p:spPr>
            <a:xfrm>
              <a:off x="394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73DA85C3-C21C-E179-3B5F-233558CF1D26}"/>
                </a:ext>
              </a:extLst>
            </p:cNvPr>
            <p:cNvCxnSpPr>
              <a:cxnSpLocks/>
              <a:stCxn id="8" idx="4"/>
              <a:endCxn id="31" idx="0"/>
            </p:cNvCxnSpPr>
            <p:nvPr/>
          </p:nvCxnSpPr>
          <p:spPr>
            <a:xfrm>
              <a:off x="502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接连接符 87">
              <a:extLst>
                <a:ext uri="{FF2B5EF4-FFF2-40B4-BE49-F238E27FC236}">
                  <a16:creationId xmlns:a16="http://schemas.microsoft.com/office/drawing/2014/main" id="{63E0D243-2FE3-5CC6-EA3E-CD42BAF22E14}"/>
                </a:ext>
              </a:extLst>
            </p:cNvPr>
            <p:cNvCxnSpPr>
              <a:cxnSpLocks/>
              <a:stCxn id="9" idx="4"/>
              <a:endCxn id="32" idx="0"/>
            </p:cNvCxnSpPr>
            <p:nvPr/>
          </p:nvCxnSpPr>
          <p:spPr>
            <a:xfrm>
              <a:off x="610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直接连接符 91">
              <a:extLst>
                <a:ext uri="{FF2B5EF4-FFF2-40B4-BE49-F238E27FC236}">
                  <a16:creationId xmlns:a16="http://schemas.microsoft.com/office/drawing/2014/main" id="{07CE027A-1D9A-E321-9A7E-ED7750C6F3B7}"/>
                </a:ext>
              </a:extLst>
            </p:cNvPr>
            <p:cNvCxnSpPr>
              <a:cxnSpLocks/>
              <a:stCxn id="10" idx="4"/>
              <a:endCxn id="33" idx="0"/>
            </p:cNvCxnSpPr>
            <p:nvPr/>
          </p:nvCxnSpPr>
          <p:spPr>
            <a:xfrm>
              <a:off x="718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直接连接符 95">
              <a:extLst>
                <a:ext uri="{FF2B5EF4-FFF2-40B4-BE49-F238E27FC236}">
                  <a16:creationId xmlns:a16="http://schemas.microsoft.com/office/drawing/2014/main" id="{5CFDD792-04AC-3BDC-E421-312B25D06531}"/>
                </a:ext>
              </a:extLst>
            </p:cNvPr>
            <p:cNvCxnSpPr>
              <a:cxnSpLocks/>
              <a:stCxn id="11" idx="4"/>
              <a:endCxn id="34" idx="0"/>
            </p:cNvCxnSpPr>
            <p:nvPr/>
          </p:nvCxnSpPr>
          <p:spPr>
            <a:xfrm>
              <a:off x="826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直接连接符 110">
              <a:extLst>
                <a:ext uri="{FF2B5EF4-FFF2-40B4-BE49-F238E27FC236}">
                  <a16:creationId xmlns:a16="http://schemas.microsoft.com/office/drawing/2014/main" id="{681150D9-B002-1291-131E-A779D2860CBD}"/>
                </a:ext>
              </a:extLst>
            </p:cNvPr>
            <p:cNvCxnSpPr>
              <a:cxnSpLocks/>
              <a:stCxn id="13" idx="4"/>
              <a:endCxn id="32" idx="0"/>
            </p:cNvCxnSpPr>
            <p:nvPr/>
          </p:nvCxnSpPr>
          <p:spPr>
            <a:xfrm flipH="1">
              <a:off x="826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5" name="直接连接符 114">
              <a:extLst>
                <a:ext uri="{FF2B5EF4-FFF2-40B4-BE49-F238E27FC236}">
                  <a16:creationId xmlns:a16="http://schemas.microsoft.com/office/drawing/2014/main" id="{0906F5A0-08EA-3DA1-19C4-CC187CC1FB7A}"/>
                </a:ext>
              </a:extLst>
            </p:cNvPr>
            <p:cNvCxnSpPr>
              <a:cxnSpLocks/>
              <a:stCxn id="12" idx="4"/>
              <a:endCxn id="31" idx="0"/>
            </p:cNvCxnSpPr>
            <p:nvPr/>
          </p:nvCxnSpPr>
          <p:spPr>
            <a:xfrm flipH="1">
              <a:off x="718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5DD199CE-CCEC-5059-5833-91066F66EE5B}"/>
                </a:ext>
              </a:extLst>
            </p:cNvPr>
            <p:cNvCxnSpPr>
              <a:cxnSpLocks/>
              <a:stCxn id="11" idx="4"/>
              <a:endCxn id="30" idx="0"/>
            </p:cNvCxnSpPr>
            <p:nvPr/>
          </p:nvCxnSpPr>
          <p:spPr>
            <a:xfrm flipH="1">
              <a:off x="610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0AC15E95-60E9-379C-CC9B-54DCAFBE1D7D}"/>
                </a:ext>
              </a:extLst>
            </p:cNvPr>
            <p:cNvCxnSpPr>
              <a:cxnSpLocks/>
              <a:stCxn id="10" idx="4"/>
              <a:endCxn id="29" idx="0"/>
            </p:cNvCxnSpPr>
            <p:nvPr/>
          </p:nvCxnSpPr>
          <p:spPr>
            <a:xfrm flipH="1">
              <a:off x="502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7" name="直接连接符 126">
              <a:extLst>
                <a:ext uri="{FF2B5EF4-FFF2-40B4-BE49-F238E27FC236}">
                  <a16:creationId xmlns:a16="http://schemas.microsoft.com/office/drawing/2014/main" id="{985C4AA5-DE24-48AE-9284-F850F091F643}"/>
                </a:ext>
              </a:extLst>
            </p:cNvPr>
            <p:cNvCxnSpPr>
              <a:cxnSpLocks/>
              <a:stCxn id="9" idx="4"/>
              <a:endCxn id="28" idx="0"/>
            </p:cNvCxnSpPr>
            <p:nvPr/>
          </p:nvCxnSpPr>
          <p:spPr>
            <a:xfrm flipH="1">
              <a:off x="394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直接连接符 130">
              <a:extLst>
                <a:ext uri="{FF2B5EF4-FFF2-40B4-BE49-F238E27FC236}">
                  <a16:creationId xmlns:a16="http://schemas.microsoft.com/office/drawing/2014/main" id="{266A0EAE-41D5-F4F5-FF5D-10373946703C}"/>
                </a:ext>
              </a:extLst>
            </p:cNvPr>
            <p:cNvCxnSpPr>
              <a:cxnSpLocks/>
              <a:stCxn id="8" idx="4"/>
              <a:endCxn id="27" idx="0"/>
            </p:cNvCxnSpPr>
            <p:nvPr/>
          </p:nvCxnSpPr>
          <p:spPr>
            <a:xfrm flipH="1">
              <a:off x="286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F9BC7321-853E-39C3-FD0B-2EA55DA804D7}"/>
                </a:ext>
              </a:extLst>
            </p:cNvPr>
            <p:cNvCxnSpPr>
              <a:cxnSpLocks/>
              <a:stCxn id="7" idx="4"/>
              <a:endCxn id="26" idx="0"/>
            </p:cNvCxnSpPr>
            <p:nvPr/>
          </p:nvCxnSpPr>
          <p:spPr>
            <a:xfrm flipH="1">
              <a:off x="178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直接连接符 138">
              <a:extLst>
                <a:ext uri="{FF2B5EF4-FFF2-40B4-BE49-F238E27FC236}">
                  <a16:creationId xmlns:a16="http://schemas.microsoft.com/office/drawing/2014/main" id="{FC77E810-6EBB-3719-0CD7-E0DB9DE75016}"/>
                </a:ext>
              </a:extLst>
            </p:cNvPr>
            <p:cNvCxnSpPr>
              <a:cxnSpLocks/>
              <a:stCxn id="6" idx="4"/>
              <a:endCxn id="25" idx="0"/>
            </p:cNvCxnSpPr>
            <p:nvPr/>
          </p:nvCxnSpPr>
          <p:spPr>
            <a:xfrm flipH="1">
              <a:off x="70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9" name="椭圆 148">
              <a:extLst>
                <a:ext uri="{FF2B5EF4-FFF2-40B4-BE49-F238E27FC236}">
                  <a16:creationId xmlns:a16="http://schemas.microsoft.com/office/drawing/2014/main" id="{8B7AB241-7D6D-2EF6-D3D8-D77AE60E576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600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50" name="椭圆 149">
              <a:extLst>
                <a:ext uri="{FF2B5EF4-FFF2-40B4-BE49-F238E27FC236}">
                  <a16:creationId xmlns:a16="http://schemas.microsoft.com/office/drawing/2014/main" id="{93063B4A-0E47-7E97-2117-648DDC470B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89600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151" name="直接连接符 150">
              <a:extLst>
                <a:ext uri="{FF2B5EF4-FFF2-40B4-BE49-F238E27FC236}">
                  <a16:creationId xmlns:a16="http://schemas.microsoft.com/office/drawing/2014/main" id="{1FDB311E-F2AC-6F1A-A03B-6E7A601958B7}"/>
                </a:ext>
              </a:extLst>
            </p:cNvPr>
            <p:cNvCxnSpPr>
              <a:cxnSpLocks/>
              <a:stCxn id="12" idx="4"/>
              <a:endCxn id="150" idx="0"/>
            </p:cNvCxnSpPr>
            <p:nvPr/>
          </p:nvCxnSpPr>
          <p:spPr>
            <a:xfrm>
              <a:off x="9346708" y="430924"/>
              <a:ext cx="2158892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直接连接符 153">
              <a:extLst>
                <a:ext uri="{FF2B5EF4-FFF2-40B4-BE49-F238E27FC236}">
                  <a16:creationId xmlns:a16="http://schemas.microsoft.com/office/drawing/2014/main" id="{90FCCD95-BFE6-164D-A07B-D0CD00D25E7B}"/>
                </a:ext>
              </a:extLst>
            </p:cNvPr>
            <p:cNvCxnSpPr>
              <a:cxnSpLocks/>
              <a:stCxn id="149" idx="4"/>
              <a:endCxn id="33" idx="0"/>
            </p:cNvCxnSpPr>
            <p:nvPr/>
          </p:nvCxnSpPr>
          <p:spPr>
            <a:xfrm flipH="1">
              <a:off x="9346708" y="430924"/>
              <a:ext cx="2158892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直接连接符 158">
              <a:extLst>
                <a:ext uri="{FF2B5EF4-FFF2-40B4-BE49-F238E27FC236}">
                  <a16:creationId xmlns:a16="http://schemas.microsoft.com/office/drawing/2014/main" id="{BEEB1E6B-5BB0-41D0-2840-F3A614F4DD1B}"/>
                </a:ext>
              </a:extLst>
            </p:cNvPr>
            <p:cNvCxnSpPr>
              <a:cxnSpLocks/>
              <a:stCxn id="149" idx="4"/>
              <a:endCxn id="150" idx="0"/>
            </p:cNvCxnSpPr>
            <p:nvPr/>
          </p:nvCxnSpPr>
          <p:spPr>
            <a:xfrm>
              <a:off x="11505600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3203758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1BA2C-1C80-69B4-3964-680A0FCC7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5" name="表格 164">
            <a:extLst>
              <a:ext uri="{FF2B5EF4-FFF2-40B4-BE49-F238E27FC236}">
                <a16:creationId xmlns:a16="http://schemas.microsoft.com/office/drawing/2014/main" id="{6ED09DF0-4645-3025-4E05-8C13E5442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0139378"/>
              </p:ext>
            </p:extLst>
          </p:nvPr>
        </p:nvGraphicFramePr>
        <p:xfrm>
          <a:off x="4908991" y="2882899"/>
          <a:ext cx="3240000" cy="323563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</a:tbl>
          </a:graphicData>
        </a:graphic>
      </p:graphicFrame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AA27592F-3F75-E60F-F5AE-3EA7BBFD9778}"/>
              </a:ext>
            </a:extLst>
          </p:cNvPr>
          <p:cNvCxnSpPr/>
          <p:nvPr/>
        </p:nvCxnSpPr>
        <p:spPr>
          <a:xfrm>
            <a:off x="4810708" y="2795411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ED682836-24F3-2224-2272-3B9F57286CDC}"/>
                  </a:ext>
                </a:extLst>
              </p:cNvPr>
              <p:cNvSpPr txBox="1"/>
              <p:nvPr/>
            </p:nvSpPr>
            <p:spPr>
              <a:xfrm>
                <a:off x="6104726" y="2447522"/>
                <a:ext cx="447174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ED682836-24F3-2224-2272-3B9F57286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4726" y="2447522"/>
                <a:ext cx="447174" cy="391646"/>
              </a:xfrm>
              <a:prstGeom prst="rect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261A9E9-E499-E319-33B4-0DB34605E188}"/>
              </a:ext>
            </a:extLst>
          </p:cNvPr>
          <p:cNvCxnSpPr>
            <a:cxnSpLocks/>
          </p:cNvCxnSpPr>
          <p:nvPr/>
        </p:nvCxnSpPr>
        <p:spPr>
          <a:xfrm rot="5400000">
            <a:off x="4054708" y="3551411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68D119B9-A5FB-7F2A-0DFB-326A85A6687E}"/>
                  </a:ext>
                </a:extLst>
              </p:cNvPr>
              <p:cNvSpPr txBox="1"/>
              <p:nvPr/>
            </p:nvSpPr>
            <p:spPr>
              <a:xfrm>
                <a:off x="4437717" y="3902961"/>
                <a:ext cx="442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68D119B9-A5FB-7F2A-0DFB-326A85A668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717" y="3902961"/>
                <a:ext cx="442364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椭圆 12">
            <a:extLst>
              <a:ext uri="{FF2B5EF4-FFF2-40B4-BE49-F238E27FC236}">
                <a16:creationId xmlns:a16="http://schemas.microsoft.com/office/drawing/2014/main" id="{76374E79-F16D-0AA2-91F7-2A4762026F46}"/>
              </a:ext>
            </a:extLst>
          </p:cNvPr>
          <p:cNvSpPr>
            <a:spLocks noChangeAspect="1"/>
          </p:cNvSpPr>
          <p:nvPr/>
        </p:nvSpPr>
        <p:spPr>
          <a:xfrm>
            <a:off x="10210708" y="-1076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D2AB0F6E-1ED8-32BC-5AA7-3CC60A050A9C}"/>
              </a:ext>
            </a:extLst>
          </p:cNvPr>
          <p:cNvSpPr>
            <a:spLocks noChangeAspect="1"/>
          </p:cNvSpPr>
          <p:nvPr/>
        </p:nvSpPr>
        <p:spPr>
          <a:xfrm>
            <a:off x="10210708" y="2275924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70F4959E-97B8-C213-10FD-239F26057E54}"/>
              </a:ext>
            </a:extLst>
          </p:cNvPr>
          <p:cNvCxnSpPr>
            <a:cxnSpLocks/>
            <a:stCxn id="13" idx="4"/>
            <a:endCxn id="34" idx="0"/>
          </p:cNvCxnSpPr>
          <p:nvPr/>
        </p:nvCxnSpPr>
        <p:spPr>
          <a:xfrm>
            <a:off x="10426708" y="430924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0E8619F0-F054-785E-9286-80266C823EFA}"/>
              </a:ext>
            </a:extLst>
          </p:cNvPr>
          <p:cNvGrpSpPr/>
          <p:nvPr/>
        </p:nvGrpSpPr>
        <p:grpSpPr>
          <a:xfrm>
            <a:off x="490708" y="-1076"/>
            <a:ext cx="9072000" cy="2709000"/>
            <a:chOff x="490708" y="-1076"/>
            <a:chExt cx="9072000" cy="2709000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09BD9A09-B305-94A2-9C6C-B7AC444B4E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42C03971-FAE8-F1A9-68FB-7BE1C993B2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7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EA9A815A-8081-F1FC-E5AD-36F5251199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5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3714008C-9FC9-D553-730A-1E2DEDC2A9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3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2EB31EFD-887B-DF49-C2F9-E3BA4BA585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1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F962340C-86B3-3DB2-E86B-E38BF4B472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9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EB8D912C-DC03-314D-3657-6D8A16D7DE8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7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FB9E48E-4B1D-756A-31CE-71E910AB92C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5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99CD23C6-F469-5B60-F859-7E74701108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30708" y="-1076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DCC284B3-0874-B701-55F9-273ECDF0C5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9F6A1038-44F6-526F-D7B8-BC15DD40D7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7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E34CC9D6-7A58-C21A-5BB0-4F898F8B69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5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8EC9BCB7-E02C-E101-B8C1-9BAD9DAD95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3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5C4817CF-E728-96E9-EF8F-77A53D6A4D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1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5B9D5E1D-F46F-CEB8-E623-C0F22D6E86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9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6C9DACFE-9A4C-C9B1-6F0B-234C7F5565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97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71819DAD-A6BC-7988-D1C2-2F0B603D6F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05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5E83466E-2479-F8AD-E9A4-EC20FB01B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30708" y="2275924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2DE60F54-60F2-1032-199E-25A0975E7B4B}"/>
                </a:ext>
              </a:extLst>
            </p:cNvPr>
            <p:cNvCxnSpPr>
              <a:cxnSpLocks/>
              <a:stCxn id="4" idx="4"/>
              <a:endCxn id="25" idx="0"/>
            </p:cNvCxnSpPr>
            <p:nvPr/>
          </p:nvCxnSpPr>
          <p:spPr>
            <a:xfrm>
              <a:off x="70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62874E0B-D857-09C1-3B63-695D1430886C}"/>
                </a:ext>
              </a:extLst>
            </p:cNvPr>
            <p:cNvCxnSpPr>
              <a:cxnSpLocks/>
              <a:stCxn id="5" idx="4"/>
              <a:endCxn id="26" idx="0"/>
            </p:cNvCxnSpPr>
            <p:nvPr/>
          </p:nvCxnSpPr>
          <p:spPr>
            <a:xfrm>
              <a:off x="178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CCE2C38D-EF28-25A9-1C0A-1DBD2542032E}"/>
                </a:ext>
              </a:extLst>
            </p:cNvPr>
            <p:cNvCxnSpPr>
              <a:cxnSpLocks/>
              <a:stCxn id="6" idx="4"/>
              <a:endCxn id="27" idx="0"/>
            </p:cNvCxnSpPr>
            <p:nvPr/>
          </p:nvCxnSpPr>
          <p:spPr>
            <a:xfrm>
              <a:off x="286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2C7715B8-15BB-1538-57A8-4F901CF1D039}"/>
                </a:ext>
              </a:extLst>
            </p:cNvPr>
            <p:cNvCxnSpPr>
              <a:cxnSpLocks/>
              <a:stCxn id="7" idx="4"/>
              <a:endCxn id="28" idx="0"/>
            </p:cNvCxnSpPr>
            <p:nvPr/>
          </p:nvCxnSpPr>
          <p:spPr>
            <a:xfrm>
              <a:off x="394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F25F40D5-5C79-9857-1709-EDDAD889185E}"/>
                </a:ext>
              </a:extLst>
            </p:cNvPr>
            <p:cNvCxnSpPr>
              <a:cxnSpLocks/>
              <a:stCxn id="8" idx="4"/>
              <a:endCxn id="29" idx="0"/>
            </p:cNvCxnSpPr>
            <p:nvPr/>
          </p:nvCxnSpPr>
          <p:spPr>
            <a:xfrm>
              <a:off x="502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C6A7D292-2930-AAAD-73D0-9E565542BD33}"/>
                </a:ext>
              </a:extLst>
            </p:cNvPr>
            <p:cNvCxnSpPr>
              <a:cxnSpLocks/>
              <a:stCxn id="9" idx="4"/>
              <a:endCxn id="30" idx="0"/>
            </p:cNvCxnSpPr>
            <p:nvPr/>
          </p:nvCxnSpPr>
          <p:spPr>
            <a:xfrm>
              <a:off x="610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4B4276DD-DCC0-3D4D-D58B-2716E0E15AB2}"/>
                </a:ext>
              </a:extLst>
            </p:cNvPr>
            <p:cNvCxnSpPr>
              <a:cxnSpLocks/>
              <a:stCxn id="10" idx="4"/>
              <a:endCxn id="31" idx="0"/>
            </p:cNvCxnSpPr>
            <p:nvPr/>
          </p:nvCxnSpPr>
          <p:spPr>
            <a:xfrm>
              <a:off x="718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0DB686EA-EF33-F9FF-D85F-C4ADF1727EE5}"/>
                </a:ext>
              </a:extLst>
            </p:cNvPr>
            <p:cNvCxnSpPr>
              <a:cxnSpLocks/>
              <a:stCxn id="11" idx="4"/>
              <a:endCxn id="32" idx="0"/>
            </p:cNvCxnSpPr>
            <p:nvPr/>
          </p:nvCxnSpPr>
          <p:spPr>
            <a:xfrm>
              <a:off x="826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C6132B94-6F5A-47BE-B4DC-81846542052A}"/>
                </a:ext>
              </a:extLst>
            </p:cNvPr>
            <p:cNvCxnSpPr>
              <a:cxnSpLocks/>
              <a:stCxn id="12" idx="4"/>
              <a:endCxn id="33" idx="0"/>
            </p:cNvCxnSpPr>
            <p:nvPr/>
          </p:nvCxnSpPr>
          <p:spPr>
            <a:xfrm>
              <a:off x="9346708" y="430924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DDF0D923-EF82-9561-FDCE-D65A0FE2D5B2}"/>
                </a:ext>
              </a:extLst>
            </p:cNvPr>
            <p:cNvCxnSpPr>
              <a:cxnSpLocks/>
              <a:stCxn id="4" idx="4"/>
              <a:endCxn id="26" idx="0"/>
            </p:cNvCxnSpPr>
            <p:nvPr/>
          </p:nvCxnSpPr>
          <p:spPr>
            <a:xfrm>
              <a:off x="70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直接连接符 70">
              <a:extLst>
                <a:ext uri="{FF2B5EF4-FFF2-40B4-BE49-F238E27FC236}">
                  <a16:creationId xmlns:a16="http://schemas.microsoft.com/office/drawing/2014/main" id="{DE5A55D0-FE67-C8DB-C0E0-8B1D658BBDAD}"/>
                </a:ext>
              </a:extLst>
            </p:cNvPr>
            <p:cNvCxnSpPr>
              <a:cxnSpLocks/>
              <a:stCxn id="5" idx="4"/>
              <a:endCxn id="27" idx="0"/>
            </p:cNvCxnSpPr>
            <p:nvPr/>
          </p:nvCxnSpPr>
          <p:spPr>
            <a:xfrm>
              <a:off x="178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B11D53A6-91AA-C174-7B3F-3D85E7DF7A03}"/>
                </a:ext>
              </a:extLst>
            </p:cNvPr>
            <p:cNvCxnSpPr>
              <a:cxnSpLocks/>
              <a:stCxn id="5" idx="4"/>
              <a:endCxn id="25" idx="0"/>
            </p:cNvCxnSpPr>
            <p:nvPr/>
          </p:nvCxnSpPr>
          <p:spPr>
            <a:xfrm flipH="1">
              <a:off x="70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48D90955-12BE-798F-7094-6306B2B5C9D0}"/>
                </a:ext>
              </a:extLst>
            </p:cNvPr>
            <p:cNvCxnSpPr>
              <a:cxnSpLocks/>
              <a:stCxn id="5" idx="4"/>
              <a:endCxn id="27" idx="0"/>
            </p:cNvCxnSpPr>
            <p:nvPr/>
          </p:nvCxnSpPr>
          <p:spPr>
            <a:xfrm>
              <a:off x="178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024F3493-CA5B-6416-B6BE-152EB6AED836}"/>
                </a:ext>
              </a:extLst>
            </p:cNvPr>
            <p:cNvCxnSpPr>
              <a:cxnSpLocks/>
              <a:stCxn id="6" idx="4"/>
            </p:cNvCxnSpPr>
            <p:nvPr/>
          </p:nvCxnSpPr>
          <p:spPr>
            <a:xfrm flipH="1">
              <a:off x="178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直接连接符 85">
              <a:extLst>
                <a:ext uri="{FF2B5EF4-FFF2-40B4-BE49-F238E27FC236}">
                  <a16:creationId xmlns:a16="http://schemas.microsoft.com/office/drawing/2014/main" id="{05885663-B472-3164-A5C0-0EA3A7C42F0C}"/>
                </a:ext>
              </a:extLst>
            </p:cNvPr>
            <p:cNvCxnSpPr>
              <a:cxnSpLocks/>
              <a:stCxn id="6" idx="4"/>
              <a:endCxn id="25" idx="0"/>
            </p:cNvCxnSpPr>
            <p:nvPr/>
          </p:nvCxnSpPr>
          <p:spPr>
            <a:xfrm flipH="1">
              <a:off x="70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接连接符 90">
              <a:extLst>
                <a:ext uri="{FF2B5EF4-FFF2-40B4-BE49-F238E27FC236}">
                  <a16:creationId xmlns:a16="http://schemas.microsoft.com/office/drawing/2014/main" id="{8B221775-681C-4D96-3ACB-0950259183C2}"/>
                </a:ext>
              </a:extLst>
            </p:cNvPr>
            <p:cNvCxnSpPr>
              <a:cxnSpLocks/>
              <a:stCxn id="7" idx="4"/>
              <a:endCxn id="29" idx="0"/>
            </p:cNvCxnSpPr>
            <p:nvPr/>
          </p:nvCxnSpPr>
          <p:spPr>
            <a:xfrm>
              <a:off x="394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直接连接符 92">
              <a:extLst>
                <a:ext uri="{FF2B5EF4-FFF2-40B4-BE49-F238E27FC236}">
                  <a16:creationId xmlns:a16="http://schemas.microsoft.com/office/drawing/2014/main" id="{7FDFC4F1-9EB5-CBA2-7B7F-39A59BED812B}"/>
                </a:ext>
              </a:extLst>
            </p:cNvPr>
            <p:cNvCxnSpPr>
              <a:cxnSpLocks/>
              <a:stCxn id="8" idx="4"/>
              <a:endCxn id="28" idx="0"/>
            </p:cNvCxnSpPr>
            <p:nvPr/>
          </p:nvCxnSpPr>
          <p:spPr>
            <a:xfrm flipH="1">
              <a:off x="394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接连接符 93">
              <a:extLst>
                <a:ext uri="{FF2B5EF4-FFF2-40B4-BE49-F238E27FC236}">
                  <a16:creationId xmlns:a16="http://schemas.microsoft.com/office/drawing/2014/main" id="{B97F9D5C-92C6-79A4-DE99-F4B0338C0C3A}"/>
                </a:ext>
              </a:extLst>
            </p:cNvPr>
            <p:cNvCxnSpPr>
              <a:cxnSpLocks/>
              <a:stCxn id="8" idx="4"/>
              <a:endCxn id="30" idx="0"/>
            </p:cNvCxnSpPr>
            <p:nvPr/>
          </p:nvCxnSpPr>
          <p:spPr>
            <a:xfrm>
              <a:off x="502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直接连接符 94">
              <a:extLst>
                <a:ext uri="{FF2B5EF4-FFF2-40B4-BE49-F238E27FC236}">
                  <a16:creationId xmlns:a16="http://schemas.microsoft.com/office/drawing/2014/main" id="{5E7843FD-440A-7E75-1D3A-00E5187E6D5C}"/>
                </a:ext>
              </a:extLst>
            </p:cNvPr>
            <p:cNvCxnSpPr>
              <a:cxnSpLocks/>
              <a:stCxn id="9" idx="4"/>
              <a:endCxn id="29" idx="0"/>
            </p:cNvCxnSpPr>
            <p:nvPr/>
          </p:nvCxnSpPr>
          <p:spPr>
            <a:xfrm flipH="1">
              <a:off x="502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接连接符 96">
              <a:extLst>
                <a:ext uri="{FF2B5EF4-FFF2-40B4-BE49-F238E27FC236}">
                  <a16:creationId xmlns:a16="http://schemas.microsoft.com/office/drawing/2014/main" id="{9AC67653-3827-C6B7-C6ED-7E7C5BE77E2C}"/>
                </a:ext>
              </a:extLst>
            </p:cNvPr>
            <p:cNvCxnSpPr>
              <a:cxnSpLocks/>
              <a:stCxn id="9" idx="4"/>
              <a:endCxn id="28" idx="0"/>
            </p:cNvCxnSpPr>
            <p:nvPr/>
          </p:nvCxnSpPr>
          <p:spPr>
            <a:xfrm flipH="1">
              <a:off x="394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C8537573-8EDD-5AF5-6445-200767DCDD1E}"/>
                </a:ext>
              </a:extLst>
            </p:cNvPr>
            <p:cNvCxnSpPr>
              <a:cxnSpLocks/>
              <a:stCxn id="4" idx="4"/>
              <a:endCxn id="27" idx="0"/>
            </p:cNvCxnSpPr>
            <p:nvPr/>
          </p:nvCxnSpPr>
          <p:spPr>
            <a:xfrm>
              <a:off x="70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2396FB89-FDCF-333E-8294-EDCF68FBE2EE}"/>
                </a:ext>
              </a:extLst>
            </p:cNvPr>
            <p:cNvCxnSpPr>
              <a:cxnSpLocks/>
              <a:stCxn id="7" idx="4"/>
              <a:endCxn id="30" idx="0"/>
            </p:cNvCxnSpPr>
            <p:nvPr/>
          </p:nvCxnSpPr>
          <p:spPr>
            <a:xfrm>
              <a:off x="394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直接连接符 123">
              <a:extLst>
                <a:ext uri="{FF2B5EF4-FFF2-40B4-BE49-F238E27FC236}">
                  <a16:creationId xmlns:a16="http://schemas.microsoft.com/office/drawing/2014/main" id="{470C5AAF-F6EC-16AD-F0CF-F1CC13AE8E0D}"/>
                </a:ext>
              </a:extLst>
            </p:cNvPr>
            <p:cNvCxnSpPr>
              <a:cxnSpLocks/>
              <a:stCxn id="10" idx="4"/>
              <a:endCxn id="32" idx="0"/>
            </p:cNvCxnSpPr>
            <p:nvPr/>
          </p:nvCxnSpPr>
          <p:spPr>
            <a:xfrm>
              <a:off x="718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5" name="直接连接符 124">
              <a:extLst>
                <a:ext uri="{FF2B5EF4-FFF2-40B4-BE49-F238E27FC236}">
                  <a16:creationId xmlns:a16="http://schemas.microsoft.com/office/drawing/2014/main" id="{491C1A6A-D999-D6A4-02CF-5F7921C36136}"/>
                </a:ext>
              </a:extLst>
            </p:cNvPr>
            <p:cNvCxnSpPr>
              <a:cxnSpLocks/>
              <a:stCxn id="11" idx="4"/>
              <a:endCxn id="31" idx="0"/>
            </p:cNvCxnSpPr>
            <p:nvPr/>
          </p:nvCxnSpPr>
          <p:spPr>
            <a:xfrm flipH="1">
              <a:off x="718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6" name="直接连接符 125">
              <a:extLst>
                <a:ext uri="{FF2B5EF4-FFF2-40B4-BE49-F238E27FC236}">
                  <a16:creationId xmlns:a16="http://schemas.microsoft.com/office/drawing/2014/main" id="{759C5E4A-A39A-831E-5C09-9FC984E84695}"/>
                </a:ext>
              </a:extLst>
            </p:cNvPr>
            <p:cNvCxnSpPr>
              <a:cxnSpLocks/>
              <a:stCxn id="11" idx="4"/>
              <a:endCxn id="33" idx="0"/>
            </p:cNvCxnSpPr>
            <p:nvPr/>
          </p:nvCxnSpPr>
          <p:spPr>
            <a:xfrm>
              <a:off x="826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接连接符 127">
              <a:extLst>
                <a:ext uri="{FF2B5EF4-FFF2-40B4-BE49-F238E27FC236}">
                  <a16:creationId xmlns:a16="http://schemas.microsoft.com/office/drawing/2014/main" id="{6A5852B6-C084-B0CD-40AA-1200C3E4CB87}"/>
                </a:ext>
              </a:extLst>
            </p:cNvPr>
            <p:cNvCxnSpPr>
              <a:cxnSpLocks/>
              <a:stCxn id="12" idx="4"/>
              <a:endCxn id="32" idx="0"/>
            </p:cNvCxnSpPr>
            <p:nvPr/>
          </p:nvCxnSpPr>
          <p:spPr>
            <a:xfrm flipH="1">
              <a:off x="8266708" y="430924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直接连接符 128">
              <a:extLst>
                <a:ext uri="{FF2B5EF4-FFF2-40B4-BE49-F238E27FC236}">
                  <a16:creationId xmlns:a16="http://schemas.microsoft.com/office/drawing/2014/main" id="{31AD03B7-F22B-AF08-EF6A-B8B31E213890}"/>
                </a:ext>
              </a:extLst>
            </p:cNvPr>
            <p:cNvCxnSpPr>
              <a:cxnSpLocks/>
              <a:stCxn id="12" idx="4"/>
              <a:endCxn id="31" idx="0"/>
            </p:cNvCxnSpPr>
            <p:nvPr/>
          </p:nvCxnSpPr>
          <p:spPr>
            <a:xfrm flipH="1">
              <a:off x="718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直接连接符 129">
              <a:extLst>
                <a:ext uri="{FF2B5EF4-FFF2-40B4-BE49-F238E27FC236}">
                  <a16:creationId xmlns:a16="http://schemas.microsoft.com/office/drawing/2014/main" id="{B6A14D3A-6A9F-5C3B-8C08-1548A333087C}"/>
                </a:ext>
              </a:extLst>
            </p:cNvPr>
            <p:cNvCxnSpPr>
              <a:cxnSpLocks/>
              <a:stCxn id="10" idx="4"/>
              <a:endCxn id="33" idx="0"/>
            </p:cNvCxnSpPr>
            <p:nvPr/>
          </p:nvCxnSpPr>
          <p:spPr>
            <a:xfrm>
              <a:off x="7186708" y="430924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0334330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DA98F-2A84-9B1D-2305-93F029FCA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1A0D255A-1EAD-1899-6B0F-CFBFDB8CB468}"/>
              </a:ext>
            </a:extLst>
          </p:cNvPr>
          <p:cNvCxnSpPr/>
          <p:nvPr/>
        </p:nvCxnSpPr>
        <p:spPr>
          <a:xfrm>
            <a:off x="4017717" y="1287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CB3AC413-E414-7072-ABE6-AD101C7BBB4B}"/>
                  </a:ext>
                </a:extLst>
              </p:cNvPr>
              <p:cNvSpPr txBox="1"/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CB3AC413-E414-7072-ABE6-AD101C7BBB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blipFill>
                <a:blip r:embed="rId2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F2A33624-0862-C998-48A9-EF994F105A0C}"/>
              </a:ext>
            </a:extLst>
          </p:cNvPr>
          <p:cNvCxnSpPr>
            <a:cxnSpLocks/>
          </p:cNvCxnSpPr>
          <p:nvPr/>
        </p:nvCxnSpPr>
        <p:spPr>
          <a:xfrm rot="5400000">
            <a:off x="3261717" y="2043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1C6A8670-31ED-0761-E780-7540C5F889FE}"/>
                  </a:ext>
                </a:extLst>
              </p:cNvPr>
              <p:cNvSpPr txBox="1"/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1C6A8670-31ED-0761-E780-7540C5F889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C6A74B28-C2B7-8384-9C4A-670DB0AA4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741471"/>
              </p:ext>
            </p:extLst>
          </p:nvPr>
        </p:nvGraphicFramePr>
        <p:xfrm>
          <a:off x="4116000" y="1374611"/>
          <a:ext cx="3960000" cy="39546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7339649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91563925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93817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966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078628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B7EAE-4EF2-158A-E822-039B10852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4C91241A-DCDF-A8C1-62B4-7A904CE61FD6}"/>
              </a:ext>
            </a:extLst>
          </p:cNvPr>
          <p:cNvCxnSpPr/>
          <p:nvPr/>
        </p:nvCxnSpPr>
        <p:spPr>
          <a:xfrm>
            <a:off x="4017717" y="1287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CC87FB5A-9565-82A6-3C03-04A475C6CC64}"/>
                  </a:ext>
                </a:extLst>
              </p:cNvPr>
              <p:cNvSpPr txBox="1"/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CC87FB5A-9565-82A6-3C03-04A475C6CC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blipFill>
                <a:blip r:embed="rId2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7A732057-4892-7987-62D4-0D306310B919}"/>
              </a:ext>
            </a:extLst>
          </p:cNvPr>
          <p:cNvCxnSpPr>
            <a:cxnSpLocks/>
          </p:cNvCxnSpPr>
          <p:nvPr/>
        </p:nvCxnSpPr>
        <p:spPr>
          <a:xfrm rot="5400000">
            <a:off x="3261717" y="2043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836409CA-DA8F-47F9-19DA-33F4F68092EA}"/>
                  </a:ext>
                </a:extLst>
              </p:cNvPr>
              <p:cNvSpPr txBox="1"/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836409CA-DA8F-47F9-19DA-33F4F6809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CE38EB2C-1F26-31F0-6ACA-CE78B2CBE9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9087190"/>
              </p:ext>
            </p:extLst>
          </p:nvPr>
        </p:nvGraphicFramePr>
        <p:xfrm>
          <a:off x="4116000" y="1374611"/>
          <a:ext cx="3960000" cy="39546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7339649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91563925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93817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966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810022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47660-8A17-832B-B17B-59FD1DA03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AAF40969-3BBC-4DA8-317A-265FA49AB9A2}"/>
              </a:ext>
            </a:extLst>
          </p:cNvPr>
          <p:cNvCxnSpPr/>
          <p:nvPr/>
        </p:nvCxnSpPr>
        <p:spPr>
          <a:xfrm>
            <a:off x="4017717" y="1287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6B97A2C0-5684-D95B-5038-0BDF4E2DF3C3}"/>
                  </a:ext>
                </a:extLst>
              </p:cNvPr>
              <p:cNvSpPr txBox="1"/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6B97A2C0-5684-D95B-5038-0BDF4E2DF3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blipFill>
                <a:blip r:embed="rId2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DDFCD92C-9F96-B7DB-B379-4130DD058617}"/>
              </a:ext>
            </a:extLst>
          </p:cNvPr>
          <p:cNvCxnSpPr>
            <a:cxnSpLocks/>
          </p:cNvCxnSpPr>
          <p:nvPr/>
        </p:nvCxnSpPr>
        <p:spPr>
          <a:xfrm rot="5400000">
            <a:off x="3261717" y="2043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222515FD-945E-399D-5697-411D600BF22F}"/>
                  </a:ext>
                </a:extLst>
              </p:cNvPr>
              <p:cNvSpPr txBox="1"/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222515FD-945E-399D-5697-411D600BF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9E60FBCC-F000-9F03-C94D-D167D1055A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755832"/>
              </p:ext>
            </p:extLst>
          </p:nvPr>
        </p:nvGraphicFramePr>
        <p:xfrm>
          <a:off x="4116000" y="1374611"/>
          <a:ext cx="3960000" cy="39546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7339649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91563925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93817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966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577085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3268-ABA6-EF9E-6466-64F82B63E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E4D44B7A-F6A3-BEF0-ED5A-347F4804A525}"/>
              </a:ext>
            </a:extLst>
          </p:cNvPr>
          <p:cNvCxnSpPr/>
          <p:nvPr/>
        </p:nvCxnSpPr>
        <p:spPr>
          <a:xfrm>
            <a:off x="4017717" y="1287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026BD13A-F1C1-0A31-127D-217A01F60F47}"/>
                  </a:ext>
                </a:extLst>
              </p:cNvPr>
              <p:cNvSpPr txBox="1"/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026BD13A-F1C1-0A31-127D-217A01F60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blipFill>
                <a:blip r:embed="rId2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7313A8EF-70A9-7C46-3A4E-8349F5CC8AFD}"/>
              </a:ext>
            </a:extLst>
          </p:cNvPr>
          <p:cNvCxnSpPr>
            <a:cxnSpLocks/>
          </p:cNvCxnSpPr>
          <p:nvPr/>
        </p:nvCxnSpPr>
        <p:spPr>
          <a:xfrm rot="5400000">
            <a:off x="3261717" y="2043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7563738C-FDCC-E9F2-E874-6E1B84908EFF}"/>
                  </a:ext>
                </a:extLst>
              </p:cNvPr>
              <p:cNvSpPr txBox="1"/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7563738C-FDCC-E9F2-E874-6E1B84908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7207A3D3-81D5-D09E-6229-D4BFE7192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715894"/>
              </p:ext>
            </p:extLst>
          </p:nvPr>
        </p:nvGraphicFramePr>
        <p:xfrm>
          <a:off x="4116000" y="1374611"/>
          <a:ext cx="3960000" cy="39546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7339649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91563925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93817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966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100447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2DC53912-5F24-385C-BC69-8E7FD169D8C5}"/>
              </a:ext>
            </a:extLst>
          </p:cNvPr>
          <p:cNvSpPr/>
          <p:nvPr/>
        </p:nvSpPr>
        <p:spPr>
          <a:xfrm>
            <a:off x="688252" y="3627642"/>
            <a:ext cx="8549442" cy="488355"/>
          </a:xfrm>
          <a:custGeom>
            <a:avLst/>
            <a:gdLst>
              <a:gd name="connsiteX0" fmla="*/ 8511771 w 8754771"/>
              <a:gd name="connsiteY0" fmla="*/ 0 h 488355"/>
              <a:gd name="connsiteX1" fmla="*/ 8754771 w 8754771"/>
              <a:gd name="connsiteY1" fmla="*/ 243000 h 488355"/>
              <a:gd name="connsiteX2" fmla="*/ 8511771 w 8754771"/>
              <a:gd name="connsiteY2" fmla="*/ 486000 h 488355"/>
              <a:gd name="connsiteX3" fmla="*/ 8511771 w 8754771"/>
              <a:gd name="connsiteY3" fmla="*/ 488355 h 488355"/>
              <a:gd name="connsiteX4" fmla="*/ 260049 w 8754771"/>
              <a:gd name="connsiteY4" fmla="*/ 488355 h 488355"/>
              <a:gd name="connsiteX5" fmla="*/ 260049 w 8754771"/>
              <a:gd name="connsiteY5" fmla="*/ 486637 h 488355"/>
              <a:gd name="connsiteX6" fmla="*/ 243000 w 8754771"/>
              <a:gd name="connsiteY6" fmla="*/ 488355 h 488355"/>
              <a:gd name="connsiteX7" fmla="*/ 0 w 8754771"/>
              <a:gd name="connsiteY7" fmla="*/ 245355 h 488355"/>
              <a:gd name="connsiteX8" fmla="*/ 243000 w 8754771"/>
              <a:gd name="connsiteY8" fmla="*/ 2355 h 488355"/>
              <a:gd name="connsiteX9" fmla="*/ 260049 w 8754771"/>
              <a:gd name="connsiteY9" fmla="*/ 4074 h 488355"/>
              <a:gd name="connsiteX10" fmla="*/ 260049 w 8754771"/>
              <a:gd name="connsiteY10" fmla="*/ 3354 h 488355"/>
              <a:gd name="connsiteX11" fmla="*/ 8478500 w 8754771"/>
              <a:gd name="connsiteY11" fmla="*/ 3354 h 48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54771" h="488355">
                <a:moveTo>
                  <a:pt x="8511771" y="0"/>
                </a:moveTo>
                <a:cubicBezTo>
                  <a:pt x="8645976" y="0"/>
                  <a:pt x="8754771" y="108795"/>
                  <a:pt x="8754771" y="243000"/>
                </a:cubicBezTo>
                <a:cubicBezTo>
                  <a:pt x="8754771" y="377205"/>
                  <a:pt x="8645976" y="486000"/>
                  <a:pt x="8511771" y="486000"/>
                </a:cubicBezTo>
                <a:lnTo>
                  <a:pt x="8511771" y="488355"/>
                </a:lnTo>
                <a:lnTo>
                  <a:pt x="260049" y="488355"/>
                </a:lnTo>
                <a:lnTo>
                  <a:pt x="260049" y="486637"/>
                </a:lnTo>
                <a:lnTo>
                  <a:pt x="243000" y="488355"/>
                </a:lnTo>
                <a:cubicBezTo>
                  <a:pt x="108795" y="488355"/>
                  <a:pt x="0" y="379560"/>
                  <a:pt x="0" y="245355"/>
                </a:cubicBezTo>
                <a:cubicBezTo>
                  <a:pt x="0" y="111150"/>
                  <a:pt x="108795" y="2355"/>
                  <a:pt x="243000" y="2355"/>
                </a:cubicBezTo>
                <a:lnTo>
                  <a:pt x="260049" y="4074"/>
                </a:lnTo>
                <a:lnTo>
                  <a:pt x="260049" y="3354"/>
                </a:lnTo>
                <a:lnTo>
                  <a:pt x="8478500" y="3354"/>
                </a:lnTo>
                <a:close/>
              </a:path>
            </a:pathLst>
          </a:cu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1249EE6-BCAF-DA88-0923-83F0C02C41E3}"/>
              </a:ext>
            </a:extLst>
          </p:cNvPr>
          <p:cNvSpPr/>
          <p:nvPr/>
        </p:nvSpPr>
        <p:spPr>
          <a:xfrm>
            <a:off x="4680000" y="641023"/>
            <a:ext cx="514169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1-16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6EF3C319-E0E0-BC62-0800-C05C872C6DBB}"/>
              </a:ext>
            </a:extLst>
          </p:cNvPr>
          <p:cNvSpPr/>
          <p:nvPr/>
        </p:nvSpPr>
        <p:spPr>
          <a:xfrm>
            <a:off x="2570723" y="1282046"/>
            <a:ext cx="514169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1-8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93783CB2-CB3E-F130-F61A-26684689491B}"/>
              </a:ext>
            </a:extLst>
          </p:cNvPr>
          <p:cNvSpPr/>
          <p:nvPr/>
        </p:nvSpPr>
        <p:spPr>
          <a:xfrm>
            <a:off x="7021572" y="1282047"/>
            <a:ext cx="514169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9-16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2997B2CC-7ACA-27B8-1115-4D8D7958663A}"/>
              </a:ext>
            </a:extLst>
          </p:cNvPr>
          <p:cNvSpPr/>
          <p:nvPr/>
        </p:nvSpPr>
        <p:spPr>
          <a:xfrm>
            <a:off x="1359202" y="2196446"/>
            <a:ext cx="514169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1-4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79B4B408-B355-8E59-BAE0-05830312C7AE}"/>
              </a:ext>
            </a:extLst>
          </p:cNvPr>
          <p:cNvSpPr/>
          <p:nvPr/>
        </p:nvSpPr>
        <p:spPr>
          <a:xfrm>
            <a:off x="5708338" y="2196446"/>
            <a:ext cx="514169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9-12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2865588-7E81-81A0-9CB7-7F1E5A245EE3}"/>
              </a:ext>
            </a:extLst>
          </p:cNvPr>
          <p:cNvSpPr/>
          <p:nvPr/>
        </p:nvSpPr>
        <p:spPr>
          <a:xfrm>
            <a:off x="3651662" y="2196446"/>
            <a:ext cx="514169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5-8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1238CAC-5A21-BBBD-7C5D-374029D06511}"/>
              </a:ext>
            </a:extLst>
          </p:cNvPr>
          <p:cNvSpPr/>
          <p:nvPr/>
        </p:nvSpPr>
        <p:spPr>
          <a:xfrm>
            <a:off x="8022100" y="2196446"/>
            <a:ext cx="616578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13-16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E758BF7C-BF8F-856F-996E-54D0F7EE62DD}"/>
              </a:ext>
            </a:extLst>
          </p:cNvPr>
          <p:cNvSpPr/>
          <p:nvPr/>
        </p:nvSpPr>
        <p:spPr>
          <a:xfrm>
            <a:off x="845033" y="3080209"/>
            <a:ext cx="514169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1,2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1CED9000-F65E-C0FF-D5F9-EBB647ADEFBC}"/>
              </a:ext>
            </a:extLst>
          </p:cNvPr>
          <p:cNvSpPr/>
          <p:nvPr/>
        </p:nvSpPr>
        <p:spPr>
          <a:xfrm>
            <a:off x="1873371" y="3108488"/>
            <a:ext cx="514169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3,4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3B9A14A-0DFC-2F18-1E21-155CB40645E1}"/>
              </a:ext>
            </a:extLst>
          </p:cNvPr>
          <p:cNvSpPr/>
          <p:nvPr/>
        </p:nvSpPr>
        <p:spPr>
          <a:xfrm>
            <a:off x="3137493" y="3108488"/>
            <a:ext cx="514169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5,6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4A33F55-B478-9F6E-13A2-AE7B24188296}"/>
              </a:ext>
            </a:extLst>
          </p:cNvPr>
          <p:cNvSpPr/>
          <p:nvPr/>
        </p:nvSpPr>
        <p:spPr>
          <a:xfrm>
            <a:off x="4165831" y="3106133"/>
            <a:ext cx="514169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7,8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DD3EA3C-2621-9521-1B37-789C013AA720}"/>
              </a:ext>
            </a:extLst>
          </p:cNvPr>
          <p:cNvSpPr/>
          <p:nvPr/>
        </p:nvSpPr>
        <p:spPr>
          <a:xfrm>
            <a:off x="5194169" y="3106133"/>
            <a:ext cx="514169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9,10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226697F3-D52E-35EB-C0B5-B19ED4110665}"/>
              </a:ext>
            </a:extLst>
          </p:cNvPr>
          <p:cNvSpPr/>
          <p:nvPr/>
        </p:nvSpPr>
        <p:spPr>
          <a:xfrm>
            <a:off x="6222507" y="3106133"/>
            <a:ext cx="705972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11,12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31514D65-DCA5-4179-1CB0-4F04F21DD18B}"/>
              </a:ext>
            </a:extLst>
          </p:cNvPr>
          <p:cNvSpPr/>
          <p:nvPr/>
        </p:nvSpPr>
        <p:spPr>
          <a:xfrm>
            <a:off x="7442649" y="3106133"/>
            <a:ext cx="616578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13,14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19DBFEA-2CCC-3B01-C27A-FE6B6E6357C8}"/>
              </a:ext>
            </a:extLst>
          </p:cNvPr>
          <p:cNvSpPr/>
          <p:nvPr/>
        </p:nvSpPr>
        <p:spPr>
          <a:xfrm>
            <a:off x="8638677" y="3106133"/>
            <a:ext cx="616578" cy="32051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15,16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3146414C-8BD9-700E-AC8E-DB723142DF8C}"/>
              </a:ext>
            </a:extLst>
          </p:cNvPr>
          <p:cNvSpPr>
            <a:spLocks noChangeAspect="1"/>
          </p:cNvSpPr>
          <p:nvPr/>
        </p:nvSpPr>
        <p:spPr>
          <a:xfrm>
            <a:off x="75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1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84C857A7-7D68-11DD-DC11-9377043F88B5}"/>
              </a:ext>
            </a:extLst>
          </p:cNvPr>
          <p:cNvSpPr>
            <a:spLocks noChangeAspect="1"/>
          </p:cNvSpPr>
          <p:nvPr/>
        </p:nvSpPr>
        <p:spPr>
          <a:xfrm>
            <a:off x="129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D716BA27-D130-CFA9-6B05-8B03A687136A}"/>
              </a:ext>
            </a:extLst>
          </p:cNvPr>
          <p:cNvSpPr>
            <a:spLocks noChangeAspect="1"/>
          </p:cNvSpPr>
          <p:nvPr/>
        </p:nvSpPr>
        <p:spPr>
          <a:xfrm>
            <a:off x="183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3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4E8A41D2-394F-94E1-50F2-45F14EAAD6F1}"/>
              </a:ext>
            </a:extLst>
          </p:cNvPr>
          <p:cNvSpPr>
            <a:spLocks noChangeAspect="1"/>
          </p:cNvSpPr>
          <p:nvPr/>
        </p:nvSpPr>
        <p:spPr>
          <a:xfrm>
            <a:off x="237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4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528C185-23F2-4349-EE59-602499BEF949}"/>
              </a:ext>
            </a:extLst>
          </p:cNvPr>
          <p:cNvSpPr>
            <a:spLocks noChangeAspect="1"/>
          </p:cNvSpPr>
          <p:nvPr/>
        </p:nvSpPr>
        <p:spPr>
          <a:xfrm>
            <a:off x="291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5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BFE1697D-6BB7-B378-138F-93C4607B7297}"/>
              </a:ext>
            </a:extLst>
          </p:cNvPr>
          <p:cNvSpPr>
            <a:spLocks noChangeAspect="1"/>
          </p:cNvSpPr>
          <p:nvPr/>
        </p:nvSpPr>
        <p:spPr>
          <a:xfrm>
            <a:off x="345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6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D1829CEE-38F7-25C4-A8BF-206A826A548E}"/>
              </a:ext>
            </a:extLst>
          </p:cNvPr>
          <p:cNvSpPr>
            <a:spLocks noChangeAspect="1"/>
          </p:cNvSpPr>
          <p:nvPr/>
        </p:nvSpPr>
        <p:spPr>
          <a:xfrm>
            <a:off x="399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7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4C0202D-8885-13B9-4835-865D3E3D59FE}"/>
              </a:ext>
            </a:extLst>
          </p:cNvPr>
          <p:cNvSpPr>
            <a:spLocks noChangeAspect="1"/>
          </p:cNvSpPr>
          <p:nvPr/>
        </p:nvSpPr>
        <p:spPr>
          <a:xfrm>
            <a:off x="453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8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25FDD370-7B9E-57AB-0ECF-C6A196CE6EDA}"/>
              </a:ext>
            </a:extLst>
          </p:cNvPr>
          <p:cNvSpPr>
            <a:spLocks noChangeAspect="1"/>
          </p:cNvSpPr>
          <p:nvPr/>
        </p:nvSpPr>
        <p:spPr>
          <a:xfrm>
            <a:off x="507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9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A5F51BA7-89F2-F087-E0CF-C3F8ACC0DF8C}"/>
              </a:ext>
            </a:extLst>
          </p:cNvPr>
          <p:cNvSpPr>
            <a:spLocks noChangeAspect="1"/>
          </p:cNvSpPr>
          <p:nvPr/>
        </p:nvSpPr>
        <p:spPr>
          <a:xfrm>
            <a:off x="561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10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AD9874F2-6676-AF32-4894-4A2218DAD3DC}"/>
              </a:ext>
            </a:extLst>
          </p:cNvPr>
          <p:cNvSpPr>
            <a:spLocks noChangeAspect="1"/>
          </p:cNvSpPr>
          <p:nvPr/>
        </p:nvSpPr>
        <p:spPr>
          <a:xfrm>
            <a:off x="615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11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6B8E33AF-2CC2-65C9-7476-194870BAED67}"/>
              </a:ext>
            </a:extLst>
          </p:cNvPr>
          <p:cNvSpPr>
            <a:spLocks noChangeAspect="1"/>
          </p:cNvSpPr>
          <p:nvPr/>
        </p:nvSpPr>
        <p:spPr>
          <a:xfrm>
            <a:off x="6693152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12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6823A62D-4567-532F-0986-3C5BCDA17534}"/>
              </a:ext>
            </a:extLst>
          </p:cNvPr>
          <p:cNvSpPr>
            <a:spLocks noChangeAspect="1"/>
          </p:cNvSpPr>
          <p:nvPr/>
        </p:nvSpPr>
        <p:spPr>
          <a:xfrm>
            <a:off x="7232743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13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ABD49B1-786C-AEE1-E3BB-FB0D5F9FED45}"/>
              </a:ext>
            </a:extLst>
          </p:cNvPr>
          <p:cNvSpPr>
            <a:spLocks noChangeAspect="1"/>
          </p:cNvSpPr>
          <p:nvPr/>
        </p:nvSpPr>
        <p:spPr>
          <a:xfrm>
            <a:off x="7772334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14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398BD08B-6E3B-94DF-CE55-AF8C253AF4FF}"/>
              </a:ext>
            </a:extLst>
          </p:cNvPr>
          <p:cNvSpPr>
            <a:spLocks noChangeAspect="1"/>
          </p:cNvSpPr>
          <p:nvPr/>
        </p:nvSpPr>
        <p:spPr>
          <a:xfrm>
            <a:off x="8311925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15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1B471F71-4753-0A06-7F67-13982AD72E5C}"/>
              </a:ext>
            </a:extLst>
          </p:cNvPr>
          <p:cNvSpPr>
            <a:spLocks noChangeAspect="1"/>
          </p:cNvSpPr>
          <p:nvPr/>
        </p:nvSpPr>
        <p:spPr>
          <a:xfrm>
            <a:off x="8853561" y="3727820"/>
            <a:ext cx="288000" cy="288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200" dirty="0">
                <a:latin typeface="宋体" panose="02010600030101010101" pitchFamily="2" charset="-122"/>
                <a:ea typeface="宋体" panose="02010600030101010101" pitchFamily="2" charset="-122"/>
              </a:rPr>
              <a:t>16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C774CC8D-D8F5-A3C9-95FF-DB948F8BF864}"/>
              </a:ext>
            </a:extLst>
          </p:cNvPr>
          <p:cNvCxnSpPr>
            <a:cxnSpLocks/>
            <a:stCxn id="4" idx="1"/>
            <a:endCxn id="16" idx="0"/>
          </p:cNvCxnSpPr>
          <p:nvPr/>
        </p:nvCxnSpPr>
        <p:spPr>
          <a:xfrm flipH="1">
            <a:off x="2827808" y="801279"/>
            <a:ext cx="1852192" cy="4807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C72B930-5368-65A1-B92B-5F3E4C78A678}"/>
              </a:ext>
            </a:extLst>
          </p:cNvPr>
          <p:cNvCxnSpPr>
            <a:cxnSpLocks/>
            <a:stCxn id="16" idx="1"/>
            <a:endCxn id="18" idx="0"/>
          </p:cNvCxnSpPr>
          <p:nvPr/>
        </p:nvCxnSpPr>
        <p:spPr>
          <a:xfrm flipH="1">
            <a:off x="1616287" y="1442302"/>
            <a:ext cx="954436" cy="7541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9309450-98A6-A38A-7B77-58D0860B0831}"/>
              </a:ext>
            </a:extLst>
          </p:cNvPr>
          <p:cNvCxnSpPr>
            <a:cxnSpLocks/>
            <a:stCxn id="16" idx="3"/>
            <a:endCxn id="20" idx="0"/>
          </p:cNvCxnSpPr>
          <p:nvPr/>
        </p:nvCxnSpPr>
        <p:spPr>
          <a:xfrm>
            <a:off x="3084892" y="1442302"/>
            <a:ext cx="823855" cy="7541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51686EB-0959-A698-CC4D-56C153AC2559}"/>
              </a:ext>
            </a:extLst>
          </p:cNvPr>
          <p:cNvCxnSpPr>
            <a:cxnSpLocks/>
            <a:stCxn id="17" idx="1"/>
            <a:endCxn id="19" idx="0"/>
          </p:cNvCxnSpPr>
          <p:nvPr/>
        </p:nvCxnSpPr>
        <p:spPr>
          <a:xfrm flipH="1">
            <a:off x="5965423" y="1442303"/>
            <a:ext cx="1056149" cy="75414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DF171364-102F-8F3B-99F0-53308D1BB2B6}"/>
              </a:ext>
            </a:extLst>
          </p:cNvPr>
          <p:cNvCxnSpPr>
            <a:cxnSpLocks/>
            <a:stCxn id="17" idx="3"/>
            <a:endCxn id="21" idx="0"/>
          </p:cNvCxnSpPr>
          <p:nvPr/>
        </p:nvCxnSpPr>
        <p:spPr>
          <a:xfrm>
            <a:off x="7535741" y="1442303"/>
            <a:ext cx="794648" cy="75414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873E2AF2-4562-15E6-7FC2-4EB4882F4AC9}"/>
              </a:ext>
            </a:extLst>
          </p:cNvPr>
          <p:cNvCxnSpPr>
            <a:cxnSpLocks/>
            <a:stCxn id="18" idx="1"/>
            <a:endCxn id="22" idx="0"/>
          </p:cNvCxnSpPr>
          <p:nvPr/>
        </p:nvCxnSpPr>
        <p:spPr>
          <a:xfrm flipH="1">
            <a:off x="1102118" y="2356702"/>
            <a:ext cx="257084" cy="72350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115C88E5-4043-6196-3C4A-84AC0FD212CF}"/>
              </a:ext>
            </a:extLst>
          </p:cNvPr>
          <p:cNvCxnSpPr>
            <a:cxnSpLocks/>
            <a:stCxn id="18" idx="3"/>
            <a:endCxn id="23" idx="0"/>
          </p:cNvCxnSpPr>
          <p:nvPr/>
        </p:nvCxnSpPr>
        <p:spPr>
          <a:xfrm>
            <a:off x="1873371" y="2356702"/>
            <a:ext cx="257085" cy="7517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8F502914-8E04-2CBC-F822-A7698A815F54}"/>
              </a:ext>
            </a:extLst>
          </p:cNvPr>
          <p:cNvCxnSpPr>
            <a:cxnSpLocks/>
            <a:stCxn id="20" idx="3"/>
            <a:endCxn id="25" idx="0"/>
          </p:cNvCxnSpPr>
          <p:nvPr/>
        </p:nvCxnSpPr>
        <p:spPr>
          <a:xfrm>
            <a:off x="4165831" y="2356702"/>
            <a:ext cx="257085" cy="749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114D23C7-239D-B04D-19C6-6F61E8E3FEB2}"/>
              </a:ext>
            </a:extLst>
          </p:cNvPr>
          <p:cNvCxnSpPr>
            <a:cxnSpLocks/>
            <a:stCxn id="19" idx="1"/>
            <a:endCxn id="26" idx="0"/>
          </p:cNvCxnSpPr>
          <p:nvPr/>
        </p:nvCxnSpPr>
        <p:spPr>
          <a:xfrm flipH="1">
            <a:off x="5451254" y="2356702"/>
            <a:ext cx="257084" cy="749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58F66A71-0371-D70D-9B2A-5345B834DC06}"/>
              </a:ext>
            </a:extLst>
          </p:cNvPr>
          <p:cNvCxnSpPr>
            <a:cxnSpLocks/>
            <a:stCxn id="19" idx="3"/>
            <a:endCxn id="27" idx="0"/>
          </p:cNvCxnSpPr>
          <p:nvPr/>
        </p:nvCxnSpPr>
        <p:spPr>
          <a:xfrm>
            <a:off x="6222507" y="2356702"/>
            <a:ext cx="352986" cy="749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A5514996-1315-E904-BF08-91C961D83613}"/>
              </a:ext>
            </a:extLst>
          </p:cNvPr>
          <p:cNvCxnSpPr>
            <a:cxnSpLocks/>
            <a:stCxn id="20" idx="1"/>
            <a:endCxn id="24" idx="0"/>
          </p:cNvCxnSpPr>
          <p:nvPr/>
        </p:nvCxnSpPr>
        <p:spPr>
          <a:xfrm flipH="1">
            <a:off x="3394578" y="2356702"/>
            <a:ext cx="257084" cy="7517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06A53708-E8F4-B2EB-1BF0-C74DDA0BECE2}"/>
              </a:ext>
            </a:extLst>
          </p:cNvPr>
          <p:cNvCxnSpPr>
            <a:cxnSpLocks/>
            <a:stCxn id="21" idx="3"/>
            <a:endCxn id="29" idx="0"/>
          </p:cNvCxnSpPr>
          <p:nvPr/>
        </p:nvCxnSpPr>
        <p:spPr>
          <a:xfrm>
            <a:off x="8638678" y="2356702"/>
            <a:ext cx="308288" cy="749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5BF2D41F-C572-6D67-A676-0DC1CF34757B}"/>
              </a:ext>
            </a:extLst>
          </p:cNvPr>
          <p:cNvCxnSpPr>
            <a:cxnSpLocks/>
            <a:stCxn id="21" idx="1"/>
            <a:endCxn id="28" idx="0"/>
          </p:cNvCxnSpPr>
          <p:nvPr/>
        </p:nvCxnSpPr>
        <p:spPr>
          <a:xfrm flipH="1">
            <a:off x="7750938" y="2356702"/>
            <a:ext cx="271162" cy="749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B4874B08-71DB-979F-21B9-B8BBD7031340}"/>
              </a:ext>
            </a:extLst>
          </p:cNvPr>
          <p:cNvCxnSpPr>
            <a:cxnSpLocks/>
            <a:stCxn id="4" idx="3"/>
            <a:endCxn id="17" idx="0"/>
          </p:cNvCxnSpPr>
          <p:nvPr/>
        </p:nvCxnSpPr>
        <p:spPr>
          <a:xfrm>
            <a:off x="5194169" y="801279"/>
            <a:ext cx="2084488" cy="48076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362606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42CEC9F5-C3FF-7606-3FC3-EBFBF1427B17}"/>
              </a:ext>
            </a:extLst>
          </p:cNvPr>
          <p:cNvCxnSpPr/>
          <p:nvPr/>
        </p:nvCxnSpPr>
        <p:spPr>
          <a:xfrm>
            <a:off x="4017717" y="1287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1EFC5534-7997-FCF5-7DA0-DC5E1361B1E5}"/>
                  </a:ext>
                </a:extLst>
              </p:cNvPr>
              <p:cNvSpPr txBox="1"/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1EFC5534-7997-FCF5-7DA0-DC5E1361B1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blipFill>
                <a:blip r:embed="rId2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71869E88-B55D-80E6-48A9-648718EEDBF3}"/>
              </a:ext>
            </a:extLst>
          </p:cNvPr>
          <p:cNvCxnSpPr>
            <a:cxnSpLocks/>
          </p:cNvCxnSpPr>
          <p:nvPr/>
        </p:nvCxnSpPr>
        <p:spPr>
          <a:xfrm rot="5400000">
            <a:off x="3261717" y="2043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362C833-895D-2B41-D132-B83B9174D598}"/>
                  </a:ext>
                </a:extLst>
              </p:cNvPr>
              <p:cNvSpPr txBox="1"/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362C833-895D-2B41-D132-B83B9174D5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33DF3E65-E869-F2E5-F6AB-98AB1FC00A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409056"/>
              </p:ext>
            </p:extLst>
          </p:nvPr>
        </p:nvGraphicFramePr>
        <p:xfrm>
          <a:off x="4116000" y="1374611"/>
          <a:ext cx="3960000" cy="39546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7339649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91563925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493817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966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28466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3F9C7-AF0A-176E-1E64-D8DF10BA3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箭头连接符 1">
            <a:extLst>
              <a:ext uri="{FF2B5EF4-FFF2-40B4-BE49-F238E27FC236}">
                <a16:creationId xmlns:a16="http://schemas.microsoft.com/office/drawing/2014/main" id="{7A73962A-EADB-1DB1-4CD9-4402B8BFA079}"/>
              </a:ext>
            </a:extLst>
          </p:cNvPr>
          <p:cNvCxnSpPr/>
          <p:nvPr/>
        </p:nvCxnSpPr>
        <p:spPr>
          <a:xfrm>
            <a:off x="4017717" y="1287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F41F1F63-FB02-85DD-F033-821D628A065E}"/>
                  </a:ext>
                </a:extLst>
              </p:cNvPr>
              <p:cNvSpPr txBox="1"/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F41F1F63-FB02-85DD-F033-821D628A06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735" y="939234"/>
                <a:ext cx="447174" cy="391646"/>
              </a:xfrm>
              <a:prstGeom prst="rect">
                <a:avLst/>
              </a:prstGeom>
              <a:blipFill>
                <a:blip r:embed="rId2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E6E7EFB2-C6DD-F547-BA98-FC6E9182533B}"/>
              </a:ext>
            </a:extLst>
          </p:cNvPr>
          <p:cNvCxnSpPr>
            <a:cxnSpLocks/>
          </p:cNvCxnSpPr>
          <p:nvPr/>
        </p:nvCxnSpPr>
        <p:spPr>
          <a:xfrm rot="5400000">
            <a:off x="3261717" y="2043123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F4A7B9A0-CEF6-9873-F508-59A3CEFF113C}"/>
                  </a:ext>
                </a:extLst>
              </p:cNvPr>
              <p:cNvSpPr txBox="1"/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F4A7B9A0-CEF6-9873-F508-59A3CEFF1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726" y="2394673"/>
                <a:ext cx="442364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5189B897-A2FC-7EB5-1F85-BE2E5E1D60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498765"/>
              </p:ext>
            </p:extLst>
          </p:nvPr>
        </p:nvGraphicFramePr>
        <p:xfrm>
          <a:off x="4116000" y="1374611"/>
          <a:ext cx="3960000" cy="39546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7339649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91563925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493817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DC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966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097404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组合 70">
            <a:extLst>
              <a:ext uri="{FF2B5EF4-FFF2-40B4-BE49-F238E27FC236}">
                <a16:creationId xmlns:a16="http://schemas.microsoft.com/office/drawing/2014/main" id="{0668E4E2-5973-79CD-8475-12B7D874CEC7}"/>
              </a:ext>
            </a:extLst>
          </p:cNvPr>
          <p:cNvGrpSpPr/>
          <p:nvPr/>
        </p:nvGrpSpPr>
        <p:grpSpPr>
          <a:xfrm>
            <a:off x="1612965" y="1009462"/>
            <a:ext cx="8182464" cy="4839076"/>
            <a:chOff x="603315" y="1712057"/>
            <a:chExt cx="8182464" cy="4839076"/>
          </a:xfrm>
        </p:grpSpPr>
        <p:sp>
          <p:nvSpPr>
            <p:cNvPr id="4" name="流程图: 磁盘 3">
              <a:extLst>
                <a:ext uri="{FF2B5EF4-FFF2-40B4-BE49-F238E27FC236}">
                  <a16:creationId xmlns:a16="http://schemas.microsoft.com/office/drawing/2014/main" id="{A70FAD4C-FAA2-59E9-6A74-DB980AB953D1}"/>
                </a:ext>
              </a:extLst>
            </p:cNvPr>
            <p:cNvSpPr/>
            <p:nvPr/>
          </p:nvSpPr>
          <p:spPr>
            <a:xfrm>
              <a:off x="603316" y="2083324"/>
              <a:ext cx="999242" cy="650449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指令数据</a:t>
              </a: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B741C157-2FD9-872C-181B-D4B1677082D1}"/>
                </a:ext>
              </a:extLst>
            </p:cNvPr>
            <p:cNvSpPr/>
            <p:nvPr/>
          </p:nvSpPr>
          <p:spPr>
            <a:xfrm>
              <a:off x="2281287" y="2234152"/>
              <a:ext cx="999242" cy="36764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质量评估</a:t>
              </a:r>
            </a:p>
          </p:txBody>
        </p:sp>
        <p:sp>
          <p:nvSpPr>
            <p:cNvPr id="6" name="流程图: 磁盘 5">
              <a:extLst>
                <a:ext uri="{FF2B5EF4-FFF2-40B4-BE49-F238E27FC236}">
                  <a16:creationId xmlns:a16="http://schemas.microsoft.com/office/drawing/2014/main" id="{0E6141A2-F497-485C-F11B-255E133E84D9}"/>
                </a:ext>
              </a:extLst>
            </p:cNvPr>
            <p:cNvSpPr/>
            <p:nvPr/>
          </p:nvSpPr>
          <p:spPr>
            <a:xfrm>
              <a:off x="3893270" y="2083324"/>
              <a:ext cx="999242" cy="65045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高质量</a:t>
              </a:r>
              <a:endParaRPr lang="en-US" altLang="zh-CN" sz="13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指令数据</a:t>
              </a: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38EEDF7B-8F67-ABD3-2511-465BB26A2EBE}"/>
                </a:ext>
              </a:extLst>
            </p:cNvPr>
            <p:cNvSpPr/>
            <p:nvPr/>
          </p:nvSpPr>
          <p:spPr>
            <a:xfrm>
              <a:off x="5882326" y="2234152"/>
              <a:ext cx="999242" cy="36764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贪婪算法</a:t>
              </a:r>
            </a:p>
          </p:txBody>
        </p:sp>
        <p:sp>
          <p:nvSpPr>
            <p:cNvPr id="8" name="流程图: 磁盘 7">
              <a:extLst>
                <a:ext uri="{FF2B5EF4-FFF2-40B4-BE49-F238E27FC236}">
                  <a16:creationId xmlns:a16="http://schemas.microsoft.com/office/drawing/2014/main" id="{4913D579-06F8-C6FD-EA2B-039A6AE8DFBD}"/>
                </a:ext>
              </a:extLst>
            </p:cNvPr>
            <p:cNvSpPr/>
            <p:nvPr/>
          </p:nvSpPr>
          <p:spPr>
            <a:xfrm>
              <a:off x="7786537" y="2083324"/>
              <a:ext cx="999242" cy="65045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种子</a:t>
              </a:r>
              <a:endParaRPr lang="en-US" altLang="zh-CN" sz="13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指令数据</a:t>
              </a: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B327585F-566C-5F75-BFB5-575302046089}"/>
                </a:ext>
              </a:extLst>
            </p:cNvPr>
            <p:cNvSpPr/>
            <p:nvPr/>
          </p:nvSpPr>
          <p:spPr>
            <a:xfrm>
              <a:off x="603315" y="4072380"/>
              <a:ext cx="1093509" cy="36764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预训练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LLM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17D9FCA9-AF1E-F272-D90E-C673CB392CFE}"/>
                </a:ext>
              </a:extLst>
            </p:cNvPr>
            <p:cNvSpPr/>
            <p:nvPr/>
          </p:nvSpPr>
          <p:spPr>
            <a:xfrm>
              <a:off x="2630078" y="4072380"/>
              <a:ext cx="1093509" cy="36764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初始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LLM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00E9E23E-DCAB-C973-1042-F25A7BE92426}"/>
                </a:ext>
              </a:extLst>
            </p:cNvPr>
            <p:cNvSpPr/>
            <p:nvPr/>
          </p:nvSpPr>
          <p:spPr>
            <a:xfrm>
              <a:off x="4708687" y="4072380"/>
              <a:ext cx="1093509" cy="36764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必要性评估</a:t>
              </a: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2DB56FAD-B251-813D-AA43-ADDF4557635F}"/>
                </a:ext>
              </a:extLst>
            </p:cNvPr>
            <p:cNvSpPr/>
            <p:nvPr/>
          </p:nvSpPr>
          <p:spPr>
            <a:xfrm>
              <a:off x="6174554" y="4072380"/>
              <a:ext cx="1093509" cy="36764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贪婪算法</a:t>
              </a:r>
            </a:p>
          </p:txBody>
        </p:sp>
        <p:sp>
          <p:nvSpPr>
            <p:cNvPr id="13" name="流程图: 磁盘 12">
              <a:extLst>
                <a:ext uri="{FF2B5EF4-FFF2-40B4-BE49-F238E27FC236}">
                  <a16:creationId xmlns:a16="http://schemas.microsoft.com/office/drawing/2014/main" id="{20C2B539-E552-8F1B-9FBD-8722B9BCAA06}"/>
                </a:ext>
              </a:extLst>
            </p:cNvPr>
            <p:cNvSpPr/>
            <p:nvPr/>
          </p:nvSpPr>
          <p:spPr>
            <a:xfrm>
              <a:off x="7786537" y="3930978"/>
              <a:ext cx="999242" cy="65045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增强</a:t>
              </a:r>
              <a:endParaRPr lang="en-US" altLang="zh-CN" sz="13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指令数据</a:t>
              </a:r>
            </a:p>
          </p:txBody>
        </p:sp>
        <p:sp>
          <p:nvSpPr>
            <p:cNvPr id="14" name="流程图: 磁盘 13">
              <a:extLst>
                <a:ext uri="{FF2B5EF4-FFF2-40B4-BE49-F238E27FC236}">
                  <a16:creationId xmlns:a16="http://schemas.microsoft.com/office/drawing/2014/main" id="{15013E52-4649-1625-9F8B-42967D42A1D1}"/>
                </a:ext>
              </a:extLst>
            </p:cNvPr>
            <p:cNvSpPr/>
            <p:nvPr/>
          </p:nvSpPr>
          <p:spPr>
            <a:xfrm>
              <a:off x="1687396" y="3233393"/>
              <a:ext cx="999242" cy="65045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种子</a:t>
              </a:r>
              <a:endParaRPr lang="en-US" altLang="zh-CN" sz="13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指令数据</a:t>
              </a:r>
            </a:p>
          </p:txBody>
        </p:sp>
        <p:sp>
          <p:nvSpPr>
            <p:cNvPr id="15" name="流程图: 磁盘 14">
              <a:extLst>
                <a:ext uri="{FF2B5EF4-FFF2-40B4-BE49-F238E27FC236}">
                  <a16:creationId xmlns:a16="http://schemas.microsoft.com/office/drawing/2014/main" id="{876CA537-DEDE-E70A-64E6-2E7C52ADCE8A}"/>
                </a:ext>
              </a:extLst>
            </p:cNvPr>
            <p:cNvSpPr/>
            <p:nvPr/>
          </p:nvSpPr>
          <p:spPr>
            <a:xfrm>
              <a:off x="3723587" y="3233393"/>
              <a:ext cx="999242" cy="65045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高质量</a:t>
              </a:r>
              <a:endParaRPr lang="en-US" altLang="zh-CN" sz="13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指令数据</a:t>
              </a:r>
            </a:p>
          </p:txBody>
        </p:sp>
        <p:sp>
          <p:nvSpPr>
            <p:cNvPr id="16" name="流程图: 磁盘 15">
              <a:extLst>
                <a:ext uri="{FF2B5EF4-FFF2-40B4-BE49-F238E27FC236}">
                  <a16:creationId xmlns:a16="http://schemas.microsoft.com/office/drawing/2014/main" id="{F49A9087-C599-3E10-5A08-73712B54F287}"/>
                </a:ext>
              </a:extLst>
            </p:cNvPr>
            <p:cNvSpPr/>
            <p:nvPr/>
          </p:nvSpPr>
          <p:spPr>
            <a:xfrm>
              <a:off x="2635429" y="5167229"/>
              <a:ext cx="999242" cy="65045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种子</a:t>
              </a:r>
              <a:endParaRPr lang="en-US" altLang="zh-CN" sz="13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指令数据</a:t>
              </a:r>
            </a:p>
          </p:txBody>
        </p:sp>
        <p:sp>
          <p:nvSpPr>
            <p:cNvPr id="17" name="流程图: 磁盘 16">
              <a:extLst>
                <a:ext uri="{FF2B5EF4-FFF2-40B4-BE49-F238E27FC236}">
                  <a16:creationId xmlns:a16="http://schemas.microsoft.com/office/drawing/2014/main" id="{9AAB3044-2A2B-A274-95C6-66BDC85B38DE}"/>
                </a:ext>
              </a:extLst>
            </p:cNvPr>
            <p:cNvSpPr/>
            <p:nvPr/>
          </p:nvSpPr>
          <p:spPr>
            <a:xfrm>
              <a:off x="4151867" y="5183433"/>
              <a:ext cx="999242" cy="650450"/>
            </a:xfrm>
            <a:prstGeom prst="flowChartMagneticDisk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增强</a:t>
              </a:r>
              <a:endParaRPr lang="en-US" altLang="zh-CN" sz="13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3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指令数据</a:t>
              </a: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66B41049-BE4E-24B2-73CD-D774F0E226E0}"/>
                </a:ext>
              </a:extLst>
            </p:cNvPr>
            <p:cNvSpPr/>
            <p:nvPr/>
          </p:nvSpPr>
          <p:spPr>
            <a:xfrm>
              <a:off x="1961409" y="6114721"/>
              <a:ext cx="1093509" cy="36764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预训练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LLM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3D945C8D-87B6-8E14-6A4F-C61B38213E88}"/>
                </a:ext>
              </a:extLst>
            </p:cNvPr>
            <p:cNvSpPr/>
            <p:nvPr/>
          </p:nvSpPr>
          <p:spPr>
            <a:xfrm>
              <a:off x="4663958" y="6114721"/>
              <a:ext cx="1093509" cy="367646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最终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LLM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D3229DF4-48E6-E091-D73D-82FB5DFA0939}"/>
                </a:ext>
              </a:extLst>
            </p:cNvPr>
            <p:cNvCxnSpPr>
              <a:cxnSpLocks/>
              <a:stCxn id="4" idx="4"/>
              <a:endCxn id="5" idx="1"/>
            </p:cNvCxnSpPr>
            <p:nvPr/>
          </p:nvCxnSpPr>
          <p:spPr>
            <a:xfrm>
              <a:off x="1602558" y="2408549"/>
              <a:ext cx="678729" cy="942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553D2F07-F0C4-A4C2-5556-0AD1E761F55D}"/>
                </a:ext>
              </a:extLst>
            </p:cNvPr>
            <p:cNvCxnSpPr>
              <a:cxnSpLocks/>
              <a:stCxn id="5" idx="3"/>
              <a:endCxn id="6" idx="2"/>
            </p:cNvCxnSpPr>
            <p:nvPr/>
          </p:nvCxnSpPr>
          <p:spPr>
            <a:xfrm flipV="1">
              <a:off x="3280529" y="2408549"/>
              <a:ext cx="612741" cy="942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47BC53F-E7FE-D9F5-D202-85FAC75B23CD}"/>
                </a:ext>
              </a:extLst>
            </p:cNvPr>
            <p:cNvCxnSpPr>
              <a:cxnSpLocks/>
              <a:stCxn id="6" idx="4"/>
              <a:endCxn id="7" idx="1"/>
            </p:cNvCxnSpPr>
            <p:nvPr/>
          </p:nvCxnSpPr>
          <p:spPr>
            <a:xfrm>
              <a:off x="4892512" y="2408549"/>
              <a:ext cx="989814" cy="942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3CD5CF95-BED5-F6DD-81EF-1178A7724F3B}"/>
                </a:ext>
              </a:extLst>
            </p:cNvPr>
            <p:cNvCxnSpPr>
              <a:cxnSpLocks/>
              <a:stCxn id="7" idx="3"/>
              <a:endCxn id="8" idx="2"/>
            </p:cNvCxnSpPr>
            <p:nvPr/>
          </p:nvCxnSpPr>
          <p:spPr>
            <a:xfrm flipV="1">
              <a:off x="6881568" y="2408549"/>
              <a:ext cx="904969" cy="9426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8CA455B7-7B4C-4A76-A072-245425C94DFF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>
              <a:off x="1696824" y="4256203"/>
              <a:ext cx="933254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B365D426-4EE5-67C4-104A-03C5902E4D65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2187017" y="3883843"/>
              <a:ext cx="0" cy="37236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32402DCA-E0F3-9B32-C7CE-1B18F6322647}"/>
                </a:ext>
              </a:extLst>
            </p:cNvPr>
            <p:cNvSpPr txBox="1"/>
            <p:nvPr/>
          </p:nvSpPr>
          <p:spPr>
            <a:xfrm>
              <a:off x="2017335" y="4330772"/>
              <a:ext cx="339363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微调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CF6EB405-B128-065A-CC4A-7750DB12A6F8}"/>
                </a:ext>
              </a:extLst>
            </p:cNvPr>
            <p:cNvSpPr txBox="1"/>
            <p:nvPr/>
          </p:nvSpPr>
          <p:spPr>
            <a:xfrm>
              <a:off x="4072377" y="4330772"/>
              <a:ext cx="339363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推理</a:t>
              </a:r>
            </a:p>
          </p:txBody>
        </p: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6602571C-D4B1-C2AD-DB52-5FE84160BE7D}"/>
                </a:ext>
              </a:extLst>
            </p:cNvPr>
            <p:cNvCxnSpPr>
              <a:cxnSpLocks/>
              <a:stCxn id="10" idx="3"/>
              <a:endCxn id="11" idx="1"/>
            </p:cNvCxnSpPr>
            <p:nvPr/>
          </p:nvCxnSpPr>
          <p:spPr>
            <a:xfrm>
              <a:off x="3723587" y="4256203"/>
              <a:ext cx="985100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422DC6A8-B8DF-5969-5C2B-AA2A1863DE4E}"/>
                </a:ext>
              </a:extLst>
            </p:cNvPr>
            <p:cNvCxnSpPr>
              <a:cxnSpLocks/>
              <a:stCxn id="15" idx="3"/>
            </p:cNvCxnSpPr>
            <p:nvPr/>
          </p:nvCxnSpPr>
          <p:spPr>
            <a:xfrm>
              <a:off x="4223208" y="3883843"/>
              <a:ext cx="0" cy="37236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EB1E8A26-C665-88C7-139B-039382921028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5802196" y="4256203"/>
              <a:ext cx="37235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DF0D15A5-2577-7548-567F-1606E0C6B2A3}"/>
                </a:ext>
              </a:extLst>
            </p:cNvPr>
            <p:cNvCxnSpPr>
              <a:cxnSpLocks/>
              <a:stCxn id="12" idx="3"/>
              <a:endCxn id="13" idx="2"/>
            </p:cNvCxnSpPr>
            <p:nvPr/>
          </p:nvCxnSpPr>
          <p:spPr>
            <a:xfrm>
              <a:off x="7268063" y="4256203"/>
              <a:ext cx="518474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73A00A6F-EC0A-DB55-6698-C37A3E2B072D}"/>
                </a:ext>
              </a:extLst>
            </p:cNvPr>
            <p:cNvCxnSpPr>
              <a:cxnSpLocks/>
              <a:stCxn id="18" idx="3"/>
              <a:endCxn id="19" idx="1"/>
            </p:cNvCxnSpPr>
            <p:nvPr/>
          </p:nvCxnSpPr>
          <p:spPr>
            <a:xfrm>
              <a:off x="3054918" y="6298544"/>
              <a:ext cx="1609040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加号 59">
              <a:extLst>
                <a:ext uri="{FF2B5EF4-FFF2-40B4-BE49-F238E27FC236}">
                  <a16:creationId xmlns:a16="http://schemas.microsoft.com/office/drawing/2014/main" id="{463ED0CF-46FF-857F-3610-97BD9CB6EE46}"/>
                </a:ext>
              </a:extLst>
            </p:cNvPr>
            <p:cNvSpPr/>
            <p:nvPr/>
          </p:nvSpPr>
          <p:spPr>
            <a:xfrm>
              <a:off x="3666389" y="5267779"/>
              <a:ext cx="453760" cy="453760"/>
            </a:xfrm>
            <a:prstGeom prst="mathPlus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C06259EE-7D94-A2F1-B706-19E82B2FB319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>
              <a:off x="3893269" y="5661393"/>
              <a:ext cx="0" cy="63715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3D29713E-203F-406C-FC2C-389011F808A5}"/>
                </a:ext>
              </a:extLst>
            </p:cNvPr>
            <p:cNvSpPr txBox="1"/>
            <p:nvPr/>
          </p:nvSpPr>
          <p:spPr>
            <a:xfrm>
              <a:off x="3723587" y="6366467"/>
              <a:ext cx="339363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微调</a:t>
              </a:r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55717CC5-D369-F07C-61E8-4177358DBAB6}"/>
                </a:ext>
              </a:extLst>
            </p:cNvPr>
            <p:cNvSpPr txBox="1"/>
            <p:nvPr/>
          </p:nvSpPr>
          <p:spPr>
            <a:xfrm>
              <a:off x="673918" y="1712057"/>
              <a:ext cx="858038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zh-CN" sz="1200" b="1" dirty="0">
                  <a:latin typeface="Times New Roman" panose="02020603050405020304" pitchFamily="18" charset="0"/>
                </a:rPr>
                <a:t>1.</a:t>
              </a:r>
              <a:r>
                <a:rPr lang="zh-CN" altLang="en-US" sz="1200" b="1" dirty="0">
                  <a:latin typeface="Times New Roman" panose="02020603050405020304" pitchFamily="18" charset="0"/>
                </a:rPr>
                <a:t>质量评估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4C6C38E7-886E-2EC3-37F5-EFB9CDA0D4DE}"/>
                </a:ext>
              </a:extLst>
            </p:cNvPr>
            <p:cNvSpPr txBox="1"/>
            <p:nvPr/>
          </p:nvSpPr>
          <p:spPr>
            <a:xfrm>
              <a:off x="4892512" y="1712057"/>
              <a:ext cx="1989056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zh-CN" sz="1200" b="1" dirty="0">
                  <a:latin typeface="Times New Roman" panose="02020603050405020304" pitchFamily="18" charset="0"/>
                </a:rPr>
                <a:t>2.</a:t>
              </a:r>
              <a:r>
                <a:rPr lang="zh-CN" altLang="en-US" sz="1200" b="1" dirty="0">
                  <a:latin typeface="Times New Roman" panose="02020603050405020304" pitchFamily="18" charset="0"/>
                </a:rPr>
                <a:t>种子指令的多样化数据选择</a:t>
              </a: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6AC8BD3E-88C7-FE95-3E56-21556A749DE7}"/>
                </a:ext>
              </a:extLst>
            </p:cNvPr>
            <p:cNvSpPr txBox="1"/>
            <p:nvPr/>
          </p:nvSpPr>
          <p:spPr>
            <a:xfrm>
              <a:off x="609597" y="3032471"/>
              <a:ext cx="1087227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zh-CN" sz="1200" b="1" dirty="0">
                  <a:latin typeface="Times New Roman" panose="02020603050405020304" pitchFamily="18" charset="0"/>
                </a:rPr>
                <a:t>3.</a:t>
              </a:r>
              <a:r>
                <a:rPr lang="zh-CN" altLang="en-US" sz="1200" b="1" dirty="0">
                  <a:latin typeface="Times New Roman" panose="02020603050405020304" pitchFamily="18" charset="0"/>
                </a:rPr>
                <a:t>增强数据选择</a:t>
              </a: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A39B90F0-FD01-6DAB-22CB-4C64DE6C454A}"/>
                </a:ext>
              </a:extLst>
            </p:cNvPr>
            <p:cNvSpPr txBox="1"/>
            <p:nvPr/>
          </p:nvSpPr>
          <p:spPr>
            <a:xfrm>
              <a:off x="2187016" y="4870187"/>
              <a:ext cx="1542856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zh-CN" altLang="en-US" sz="1200" b="1" dirty="0">
                  <a:latin typeface="Times New Roman" panose="02020603050405020304" pitchFamily="18" charset="0"/>
                </a:rPr>
                <a:t>使用选定数据进行微调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3112092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C6FBD9C3-EFAB-BBB7-5EB2-5BB0314EDF79}"/>
              </a:ext>
            </a:extLst>
          </p:cNvPr>
          <p:cNvGrpSpPr/>
          <p:nvPr/>
        </p:nvGrpSpPr>
        <p:grpSpPr>
          <a:xfrm>
            <a:off x="1065229" y="1432875"/>
            <a:ext cx="10076111" cy="3155046"/>
            <a:chOff x="1065229" y="1432875"/>
            <a:chExt cx="10076111" cy="3155046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E989036B-16B3-5228-78B8-AF1AB1C70F1B}"/>
                </a:ext>
              </a:extLst>
            </p:cNvPr>
            <p:cNvSpPr/>
            <p:nvPr/>
          </p:nvSpPr>
          <p:spPr>
            <a:xfrm>
              <a:off x="2328421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[CLS]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任意多边形: 形状 1">
              <a:extLst>
                <a:ext uri="{FF2B5EF4-FFF2-40B4-BE49-F238E27FC236}">
                  <a16:creationId xmlns:a16="http://schemas.microsoft.com/office/drawing/2014/main" id="{A7B7BEFF-FF28-C8CF-E79C-BF1E28943C1F}"/>
                </a:ext>
              </a:extLst>
            </p:cNvPr>
            <p:cNvSpPr/>
            <p:nvPr/>
          </p:nvSpPr>
          <p:spPr>
            <a:xfrm>
              <a:off x="3129700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my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任意多边形: 形状 2">
              <a:extLst>
                <a:ext uri="{FF2B5EF4-FFF2-40B4-BE49-F238E27FC236}">
                  <a16:creationId xmlns:a16="http://schemas.microsoft.com/office/drawing/2014/main" id="{FAE534D6-655A-A13B-40D5-D8A2D92E158A}"/>
                </a:ext>
              </a:extLst>
            </p:cNvPr>
            <p:cNvSpPr/>
            <p:nvPr/>
          </p:nvSpPr>
          <p:spPr>
            <a:xfrm>
              <a:off x="3930979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dog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任意多边形: 形状 3">
              <a:extLst>
                <a:ext uri="{FF2B5EF4-FFF2-40B4-BE49-F238E27FC236}">
                  <a16:creationId xmlns:a16="http://schemas.microsoft.com/office/drawing/2014/main" id="{D1B1F3BD-5E34-5888-87B2-D4566214D2C1}"/>
                </a:ext>
              </a:extLst>
            </p:cNvPr>
            <p:cNvSpPr/>
            <p:nvPr/>
          </p:nvSpPr>
          <p:spPr>
            <a:xfrm>
              <a:off x="4732258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is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2E171564-85D3-3295-4D2E-BF7FA3CD82B8}"/>
                </a:ext>
              </a:extLst>
            </p:cNvPr>
            <p:cNvSpPr/>
            <p:nvPr/>
          </p:nvSpPr>
          <p:spPr>
            <a:xfrm>
              <a:off x="5533537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cute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0AE24207-7D60-640C-920E-683E6C1F9B4C}"/>
                </a:ext>
              </a:extLst>
            </p:cNvPr>
            <p:cNvSpPr/>
            <p:nvPr/>
          </p:nvSpPr>
          <p:spPr>
            <a:xfrm>
              <a:off x="6334816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[SEP]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9A3C2076-0190-F297-0714-9E9821E084D0}"/>
                </a:ext>
              </a:extLst>
            </p:cNvPr>
            <p:cNvSpPr/>
            <p:nvPr/>
          </p:nvSpPr>
          <p:spPr>
            <a:xfrm>
              <a:off x="7136095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he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F0D6D59D-4DD6-2674-1DF2-77D6DD2A2679}"/>
                </a:ext>
              </a:extLst>
            </p:cNvPr>
            <p:cNvSpPr/>
            <p:nvPr/>
          </p:nvSpPr>
          <p:spPr>
            <a:xfrm>
              <a:off x="7937374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likes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AA5CE0FC-9890-CC01-4F56-579FBB2007DA}"/>
                </a:ext>
              </a:extLst>
            </p:cNvPr>
            <p:cNvSpPr/>
            <p:nvPr/>
          </p:nvSpPr>
          <p:spPr>
            <a:xfrm>
              <a:off x="8738653" y="1432876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play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CE5D0FF5-960D-0A81-FCDE-DA4DB5BCBAFC}"/>
                </a:ext>
              </a:extLst>
            </p:cNvPr>
            <p:cNvSpPr/>
            <p:nvPr/>
          </p:nvSpPr>
          <p:spPr>
            <a:xfrm>
              <a:off x="9539932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##ing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CB0B27B5-A57E-950B-634B-30F2043289F1}"/>
                </a:ext>
              </a:extLst>
            </p:cNvPr>
            <p:cNvSpPr/>
            <p:nvPr/>
          </p:nvSpPr>
          <p:spPr>
            <a:xfrm>
              <a:off x="10341211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[SEP]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C4015304-420B-C727-45F8-7C6197DA40D2}"/>
                    </a:ext>
                  </a:extLst>
                </p:cNvPr>
                <p:cNvSpPr/>
                <p:nvPr/>
              </p:nvSpPr>
              <p:spPr>
                <a:xfrm>
                  <a:off x="2327271" y="2347274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𝐶𝐿𝑆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C4015304-420B-C727-45F8-7C6197DA40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7271" y="2347274"/>
                  <a:ext cx="651600" cy="378000"/>
                </a:xfrm>
                <a:prstGeom prst="rect">
                  <a:avLst/>
                </a:prstGeom>
                <a:blipFill>
                  <a:blip r:embed="rId2"/>
                  <a:stretch>
                    <a:fillRect l="-82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0F7F2290-F19E-51B1-8D6F-EBF3EFC28065}"/>
                    </a:ext>
                  </a:extLst>
                </p:cNvPr>
                <p:cNvSpPr/>
                <p:nvPr/>
              </p:nvSpPr>
              <p:spPr>
                <a:xfrm>
                  <a:off x="3129700" y="2347274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𝑚𝑦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0F7F2290-F19E-51B1-8D6F-EBF3EFC2806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9700" y="2347274"/>
                  <a:ext cx="651600" cy="378000"/>
                </a:xfrm>
                <a:prstGeom prst="rect">
                  <a:avLst/>
                </a:prstGeom>
                <a:blipFill>
                  <a:blip r:embed="rId3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B51163D-086F-0711-7ED2-F9474249117D}"/>
                    </a:ext>
                  </a:extLst>
                </p:cNvPr>
                <p:cNvSpPr/>
                <p:nvPr/>
              </p:nvSpPr>
              <p:spPr>
                <a:xfrm>
                  <a:off x="3930979" y="2347274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𝑑𝑜𝑔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B51163D-086F-0711-7ED2-F947424911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0979" y="2347274"/>
                  <a:ext cx="651600" cy="378000"/>
                </a:xfrm>
                <a:prstGeom prst="rect">
                  <a:avLst/>
                </a:prstGeom>
                <a:blipFill>
                  <a:blip r:embed="rId4"/>
                  <a:stretch>
                    <a:fillRect l="-917" b="-1093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矩形 15">
                  <a:extLst>
                    <a:ext uri="{FF2B5EF4-FFF2-40B4-BE49-F238E27FC236}">
                      <a16:creationId xmlns:a16="http://schemas.microsoft.com/office/drawing/2014/main" id="{4D5DA83F-5666-781C-AD66-5AC24100ECF7}"/>
                    </a:ext>
                  </a:extLst>
                </p:cNvPr>
                <p:cNvSpPr/>
                <p:nvPr/>
              </p:nvSpPr>
              <p:spPr>
                <a:xfrm>
                  <a:off x="4729958" y="2348202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𝑖𝑠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6" name="矩形 15">
                  <a:extLst>
                    <a:ext uri="{FF2B5EF4-FFF2-40B4-BE49-F238E27FC236}">
                      <a16:creationId xmlns:a16="http://schemas.microsoft.com/office/drawing/2014/main" id="{4D5DA83F-5666-781C-AD66-5AC24100EC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958" y="2348202"/>
                  <a:ext cx="651600" cy="3780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792DDA64-97F8-E08D-0FBA-E5AED7810D72}"/>
                    </a:ext>
                  </a:extLst>
                </p:cNvPr>
                <p:cNvSpPr/>
                <p:nvPr/>
              </p:nvSpPr>
              <p:spPr>
                <a:xfrm>
                  <a:off x="5532387" y="2348202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𝑐𝑢𝑡𝑒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792DDA64-97F8-E08D-0FBA-E5AED7810D7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2387" y="2348202"/>
                  <a:ext cx="651600" cy="378000"/>
                </a:xfrm>
                <a:prstGeom prst="rect">
                  <a:avLst/>
                </a:prstGeom>
                <a:blipFill>
                  <a:blip r:embed="rId6"/>
                  <a:stretch>
                    <a:fillRect l="-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94545AEA-A6D1-6568-1281-8D8BEC353324}"/>
                    </a:ext>
                  </a:extLst>
                </p:cNvPr>
                <p:cNvSpPr/>
                <p:nvPr/>
              </p:nvSpPr>
              <p:spPr>
                <a:xfrm>
                  <a:off x="6333666" y="2348202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[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𝑆𝐸𝑃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]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94545AEA-A6D1-6568-1281-8D8BEC3533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666" y="2348202"/>
                  <a:ext cx="651600" cy="378000"/>
                </a:xfrm>
                <a:prstGeom prst="rect">
                  <a:avLst/>
                </a:prstGeom>
                <a:blipFill>
                  <a:blip r:embed="rId7"/>
                  <a:stretch>
                    <a:fillRect l="-9174" b="-1093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895EE853-2E2C-A7FB-837E-CB24E2948EF2}"/>
                    </a:ext>
                  </a:extLst>
                </p:cNvPr>
                <p:cNvSpPr/>
                <p:nvPr/>
              </p:nvSpPr>
              <p:spPr>
                <a:xfrm>
                  <a:off x="7137245" y="2357629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h𝑒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895EE853-2E2C-A7FB-837E-CB24E2948E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7245" y="2357629"/>
                  <a:ext cx="651600" cy="37800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BC51867A-B076-D751-E2C1-627A8002152E}"/>
                    </a:ext>
                  </a:extLst>
                </p:cNvPr>
                <p:cNvSpPr/>
                <p:nvPr/>
              </p:nvSpPr>
              <p:spPr>
                <a:xfrm>
                  <a:off x="7938524" y="2357629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𝑙𝑖𝑘𝑒𝑠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BC51867A-B076-D751-E2C1-627A8002152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8524" y="2357629"/>
                  <a:ext cx="651600" cy="378000"/>
                </a:xfrm>
                <a:prstGeom prst="rect">
                  <a:avLst/>
                </a:prstGeom>
                <a:blipFill>
                  <a:blip r:embed="rId9"/>
                  <a:stretch>
                    <a:fillRect l="-64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8C357391-C0AD-AD3A-A94A-1007EE1041DE}"/>
                    </a:ext>
                  </a:extLst>
                </p:cNvPr>
                <p:cNvSpPr/>
                <p:nvPr/>
              </p:nvSpPr>
              <p:spPr>
                <a:xfrm>
                  <a:off x="8737503" y="2358557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𝑝𝑙𝑎𝑦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8C357391-C0AD-AD3A-A94A-1007EE1041D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37503" y="2358557"/>
                  <a:ext cx="651600" cy="378000"/>
                </a:xfrm>
                <a:prstGeom prst="rect">
                  <a:avLst/>
                </a:prstGeom>
                <a:blipFill>
                  <a:blip r:embed="rId10"/>
                  <a:stretch>
                    <a:fillRect l="-5505" b="-78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3B475487-FB32-CE59-C84B-96D4CECE20C8}"/>
                    </a:ext>
                  </a:extLst>
                </p:cNvPr>
                <p:cNvSpPr/>
                <p:nvPr/>
              </p:nvSpPr>
              <p:spPr>
                <a:xfrm>
                  <a:off x="9539932" y="2358557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##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𝑖𝑛𝑔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3B475487-FB32-CE59-C84B-96D4CECE20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9932" y="2358557"/>
                  <a:ext cx="651600" cy="378000"/>
                </a:xfrm>
                <a:prstGeom prst="rect">
                  <a:avLst/>
                </a:prstGeom>
                <a:blipFill>
                  <a:blip r:embed="rId11"/>
                  <a:stretch>
                    <a:fillRect l="-13761" r="-4587" b="-1093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E65844F6-7B22-0D03-A363-A97E47E24D81}"/>
                    </a:ext>
                  </a:extLst>
                </p:cNvPr>
                <p:cNvSpPr/>
                <p:nvPr/>
              </p:nvSpPr>
              <p:spPr>
                <a:xfrm>
                  <a:off x="10341211" y="2358557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[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𝑆𝐸𝑃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]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E65844F6-7B22-0D03-A363-A97E47E24D8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41211" y="2358557"/>
                  <a:ext cx="651600" cy="378000"/>
                </a:xfrm>
                <a:prstGeom prst="rect">
                  <a:avLst/>
                </a:prstGeom>
                <a:blipFill>
                  <a:blip r:embed="rId12"/>
                  <a:stretch>
                    <a:fillRect l="-9174" b="-1093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294F535B-6AFD-B813-38CD-EBAC12E0EC69}"/>
                    </a:ext>
                  </a:extLst>
                </p:cNvPr>
                <p:cNvSpPr/>
                <p:nvPr/>
              </p:nvSpPr>
              <p:spPr>
                <a:xfrm>
                  <a:off x="2327271" y="327295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294F535B-6AFD-B813-38CD-EBAC12E0EC6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7271" y="3272956"/>
                  <a:ext cx="651600" cy="37800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6E460DC6-850A-4C08-0DF9-FD76A5336554}"/>
                    </a:ext>
                  </a:extLst>
                </p:cNvPr>
                <p:cNvSpPr/>
                <p:nvPr/>
              </p:nvSpPr>
              <p:spPr>
                <a:xfrm>
                  <a:off x="3129700" y="327295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6E460DC6-850A-4C08-0DF9-FD76A53365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9700" y="3272956"/>
                  <a:ext cx="651600" cy="37800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2BA85033-D357-C78D-9006-EC19CBDDCDFC}"/>
                    </a:ext>
                  </a:extLst>
                </p:cNvPr>
                <p:cNvSpPr/>
                <p:nvPr/>
              </p:nvSpPr>
              <p:spPr>
                <a:xfrm>
                  <a:off x="3930979" y="327295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2BA85033-D357-C78D-9006-EC19CBDDCDF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0979" y="3272956"/>
                  <a:ext cx="651600" cy="37800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5039633F-D4F3-D1B0-88D8-5FBCC8C1A3C0}"/>
                    </a:ext>
                  </a:extLst>
                </p:cNvPr>
                <p:cNvSpPr/>
                <p:nvPr/>
              </p:nvSpPr>
              <p:spPr>
                <a:xfrm>
                  <a:off x="4729958" y="3273884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5039633F-D4F3-D1B0-88D8-5FBCC8C1A3C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958" y="3273884"/>
                  <a:ext cx="651600" cy="378000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37B0EB7F-7126-DA41-AA0C-BA0D72CACAC3}"/>
                    </a:ext>
                  </a:extLst>
                </p:cNvPr>
                <p:cNvSpPr/>
                <p:nvPr/>
              </p:nvSpPr>
              <p:spPr>
                <a:xfrm>
                  <a:off x="5532387" y="3273884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37B0EB7F-7126-DA41-AA0C-BA0D72CACAC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2387" y="3273884"/>
                  <a:ext cx="651600" cy="37800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C5F2FA1B-4973-59CF-F951-C8DE9C1AAA6C}"/>
                    </a:ext>
                  </a:extLst>
                </p:cNvPr>
                <p:cNvSpPr/>
                <p:nvPr/>
              </p:nvSpPr>
              <p:spPr>
                <a:xfrm>
                  <a:off x="6333666" y="3273884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C5F2FA1B-4973-59CF-F951-C8DE9C1AAA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666" y="3273884"/>
                  <a:ext cx="651600" cy="378000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矩形 29">
                  <a:extLst>
                    <a:ext uri="{FF2B5EF4-FFF2-40B4-BE49-F238E27FC236}">
                      <a16:creationId xmlns:a16="http://schemas.microsoft.com/office/drawing/2014/main" id="{2009F0DF-32ED-B650-B49D-17E3B10F0D24}"/>
                    </a:ext>
                  </a:extLst>
                </p:cNvPr>
                <p:cNvSpPr/>
                <p:nvPr/>
              </p:nvSpPr>
              <p:spPr>
                <a:xfrm>
                  <a:off x="7137245" y="3283311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0" name="矩形 29">
                  <a:extLst>
                    <a:ext uri="{FF2B5EF4-FFF2-40B4-BE49-F238E27FC236}">
                      <a16:creationId xmlns:a16="http://schemas.microsoft.com/office/drawing/2014/main" id="{2009F0DF-32ED-B650-B49D-17E3B10F0D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7245" y="3283311"/>
                  <a:ext cx="651600" cy="378000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844081DC-69C0-C9EF-CA16-F2280D73EB6C}"/>
                    </a:ext>
                  </a:extLst>
                </p:cNvPr>
                <p:cNvSpPr/>
                <p:nvPr/>
              </p:nvSpPr>
              <p:spPr>
                <a:xfrm>
                  <a:off x="7938524" y="3283311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844081DC-69C0-C9EF-CA16-F2280D73EB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8524" y="3283311"/>
                  <a:ext cx="651600" cy="37800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DA2DB7D2-28F3-8E1C-DC31-20EB846156D9}"/>
                    </a:ext>
                  </a:extLst>
                </p:cNvPr>
                <p:cNvSpPr/>
                <p:nvPr/>
              </p:nvSpPr>
              <p:spPr>
                <a:xfrm>
                  <a:off x="8737503" y="3284239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DA2DB7D2-28F3-8E1C-DC31-20EB846156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37503" y="3284239"/>
                  <a:ext cx="651600" cy="37800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8382A986-2DDB-7374-58B7-B9F3F6C716EB}"/>
                    </a:ext>
                  </a:extLst>
                </p:cNvPr>
                <p:cNvSpPr/>
                <p:nvPr/>
              </p:nvSpPr>
              <p:spPr>
                <a:xfrm>
                  <a:off x="9539932" y="3284239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8382A986-2DDB-7374-58B7-B9F3F6C716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9932" y="3284239"/>
                  <a:ext cx="651600" cy="378000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5122043C-5667-F037-4384-685D85B7884B}"/>
                    </a:ext>
                  </a:extLst>
                </p:cNvPr>
                <p:cNvSpPr/>
                <p:nvPr/>
              </p:nvSpPr>
              <p:spPr>
                <a:xfrm>
                  <a:off x="10341211" y="3284239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5122043C-5667-F037-4384-685D85B788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41211" y="3284239"/>
                  <a:ext cx="651600" cy="378000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矩形 34">
                  <a:extLst>
                    <a:ext uri="{FF2B5EF4-FFF2-40B4-BE49-F238E27FC236}">
                      <a16:creationId xmlns:a16="http://schemas.microsoft.com/office/drawing/2014/main" id="{E32C0F46-B63E-FF40-0A30-F609FA39F731}"/>
                    </a:ext>
                  </a:extLst>
                </p:cNvPr>
                <p:cNvSpPr/>
                <p:nvPr/>
              </p:nvSpPr>
              <p:spPr>
                <a:xfrm>
                  <a:off x="2327271" y="4198638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5" name="矩形 34">
                  <a:extLst>
                    <a:ext uri="{FF2B5EF4-FFF2-40B4-BE49-F238E27FC236}">
                      <a16:creationId xmlns:a16="http://schemas.microsoft.com/office/drawing/2014/main" id="{E32C0F46-B63E-FF40-0A30-F609FA39F73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7271" y="4198638"/>
                  <a:ext cx="651600" cy="378000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D9956F3C-1CC4-22F1-5A12-DF0B29CAC672}"/>
                    </a:ext>
                  </a:extLst>
                </p:cNvPr>
                <p:cNvSpPr/>
                <p:nvPr/>
              </p:nvSpPr>
              <p:spPr>
                <a:xfrm>
                  <a:off x="3129700" y="4198638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D9956F3C-1CC4-22F1-5A12-DF0B29CAC67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9700" y="4198638"/>
                  <a:ext cx="651600" cy="378000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72B40E54-60CD-558A-6D22-BF8B00A30162}"/>
                    </a:ext>
                  </a:extLst>
                </p:cNvPr>
                <p:cNvSpPr/>
                <p:nvPr/>
              </p:nvSpPr>
              <p:spPr>
                <a:xfrm>
                  <a:off x="3930979" y="4198638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72B40E54-60CD-558A-6D22-BF8B00A3016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0979" y="4198638"/>
                  <a:ext cx="651600" cy="378000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C82C7A9C-13B4-9EC8-0EC7-00EC1CA168B4}"/>
                    </a:ext>
                  </a:extLst>
                </p:cNvPr>
                <p:cNvSpPr/>
                <p:nvPr/>
              </p:nvSpPr>
              <p:spPr>
                <a:xfrm>
                  <a:off x="4729958" y="419956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C82C7A9C-13B4-9EC8-0EC7-00EC1CA168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958" y="4199566"/>
                  <a:ext cx="651600" cy="378000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F2F58D3D-FF41-CBDB-495E-5CE626B108A2}"/>
                    </a:ext>
                  </a:extLst>
                </p:cNvPr>
                <p:cNvSpPr/>
                <p:nvPr/>
              </p:nvSpPr>
              <p:spPr>
                <a:xfrm>
                  <a:off x="5532387" y="419956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F2F58D3D-FF41-CBDB-495E-5CE626B108A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2387" y="4199566"/>
                  <a:ext cx="651600" cy="378000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7D34BB17-0584-80BC-BBB8-7BCD91E1ADEB}"/>
                    </a:ext>
                  </a:extLst>
                </p:cNvPr>
                <p:cNvSpPr/>
                <p:nvPr/>
              </p:nvSpPr>
              <p:spPr>
                <a:xfrm>
                  <a:off x="6333666" y="419956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7D34BB17-0584-80BC-BBB8-7BCD91E1AD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666" y="4199566"/>
                  <a:ext cx="651600" cy="378000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B24C49FD-3279-7DD9-5FB5-BE012138B4D3}"/>
                    </a:ext>
                  </a:extLst>
                </p:cNvPr>
                <p:cNvSpPr/>
                <p:nvPr/>
              </p:nvSpPr>
              <p:spPr>
                <a:xfrm>
                  <a:off x="7137245" y="4208993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B24C49FD-3279-7DD9-5FB5-BE012138B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7245" y="4208993"/>
                  <a:ext cx="651600" cy="378000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3170D6B9-4814-BF4A-97E3-416107BC2A28}"/>
                    </a:ext>
                  </a:extLst>
                </p:cNvPr>
                <p:cNvSpPr/>
                <p:nvPr/>
              </p:nvSpPr>
              <p:spPr>
                <a:xfrm>
                  <a:off x="7938524" y="4208993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3170D6B9-4814-BF4A-97E3-416107BC2A2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8524" y="4208993"/>
                  <a:ext cx="651600" cy="378000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5B2DD422-03B4-CD73-6FE2-EE5A57C47010}"/>
                    </a:ext>
                  </a:extLst>
                </p:cNvPr>
                <p:cNvSpPr/>
                <p:nvPr/>
              </p:nvSpPr>
              <p:spPr>
                <a:xfrm>
                  <a:off x="8737503" y="4209921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8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5B2DD422-03B4-CD73-6FE2-EE5A57C470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37503" y="4209921"/>
                  <a:ext cx="651600" cy="378000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E968A480-1FC9-FDA5-F00B-8352D1A6AA73}"/>
                    </a:ext>
                  </a:extLst>
                </p:cNvPr>
                <p:cNvSpPr/>
                <p:nvPr/>
              </p:nvSpPr>
              <p:spPr>
                <a:xfrm>
                  <a:off x="9539932" y="4209921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9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E968A480-1FC9-FDA5-F00B-8352D1A6AA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9932" y="4209921"/>
                  <a:ext cx="651600" cy="378000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A5909F04-C021-21F2-6017-8CF17E5D0383}"/>
                    </a:ext>
                  </a:extLst>
                </p:cNvPr>
                <p:cNvSpPr/>
                <p:nvPr/>
              </p:nvSpPr>
              <p:spPr>
                <a:xfrm>
                  <a:off x="10341211" y="4209921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10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A5909F04-C021-21F2-6017-8CF17E5D03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41211" y="4209921"/>
                  <a:ext cx="651600" cy="378000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BCA0F3D5-D3E0-CCA7-0F03-0084F3AC7361}"/>
                </a:ext>
              </a:extLst>
            </p:cNvPr>
            <p:cNvCxnSpPr>
              <a:cxnSpLocks/>
            </p:cNvCxnSpPr>
            <p:nvPr/>
          </p:nvCxnSpPr>
          <p:spPr>
            <a:xfrm>
              <a:off x="1065229" y="1989056"/>
              <a:ext cx="1007611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9DB48DE7-92AB-3DBA-BCB0-8EC12B4B4B38}"/>
                </a:ext>
              </a:extLst>
            </p:cNvPr>
            <p:cNvSpPr txBox="1"/>
            <p:nvPr/>
          </p:nvSpPr>
          <p:spPr>
            <a:xfrm>
              <a:off x="1065229" y="1440615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输入</a:t>
              </a: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073259C8-B343-49AA-A9CA-783342E2E71B}"/>
                </a:ext>
              </a:extLst>
            </p:cNvPr>
            <p:cNvSpPr txBox="1"/>
            <p:nvPr/>
          </p:nvSpPr>
          <p:spPr>
            <a:xfrm>
              <a:off x="1065229" y="236591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词嵌入</a:t>
              </a: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AA2C5537-1C27-CF07-823B-436F13476A63}"/>
                </a:ext>
              </a:extLst>
            </p:cNvPr>
            <p:cNvSpPr txBox="1"/>
            <p:nvPr/>
          </p:nvSpPr>
          <p:spPr>
            <a:xfrm>
              <a:off x="1065229" y="3291979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分段嵌入</a:t>
              </a: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AD0857BC-95E8-F592-B1B0-43EA719EA5DE}"/>
                </a:ext>
              </a:extLst>
            </p:cNvPr>
            <p:cNvSpPr txBox="1"/>
            <p:nvPr/>
          </p:nvSpPr>
          <p:spPr>
            <a:xfrm>
              <a:off x="1065229" y="4213327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位置嵌入</a:t>
              </a:r>
            </a:p>
          </p:txBody>
        </p:sp>
        <p:sp>
          <p:nvSpPr>
            <p:cNvPr id="55" name="加号 54">
              <a:extLst>
                <a:ext uri="{FF2B5EF4-FFF2-40B4-BE49-F238E27FC236}">
                  <a16:creationId xmlns:a16="http://schemas.microsoft.com/office/drawing/2014/main" id="{658C1DE4-6D90-F250-0704-1D2ED1C98491}"/>
                </a:ext>
              </a:extLst>
            </p:cNvPr>
            <p:cNvSpPr/>
            <p:nvPr/>
          </p:nvSpPr>
          <p:spPr>
            <a:xfrm>
              <a:off x="2485653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7" name="加号 56">
              <a:extLst>
                <a:ext uri="{FF2B5EF4-FFF2-40B4-BE49-F238E27FC236}">
                  <a16:creationId xmlns:a16="http://schemas.microsoft.com/office/drawing/2014/main" id="{5165A0A8-7FB7-FB00-95AB-368F1919885A}"/>
                </a:ext>
              </a:extLst>
            </p:cNvPr>
            <p:cNvSpPr/>
            <p:nvPr/>
          </p:nvSpPr>
          <p:spPr>
            <a:xfrm>
              <a:off x="2515445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8" name="加号 57">
              <a:extLst>
                <a:ext uri="{FF2B5EF4-FFF2-40B4-BE49-F238E27FC236}">
                  <a16:creationId xmlns:a16="http://schemas.microsoft.com/office/drawing/2014/main" id="{F7661A85-6409-522D-4509-B75AAD07DD91}"/>
                </a:ext>
              </a:extLst>
            </p:cNvPr>
            <p:cNvSpPr/>
            <p:nvPr/>
          </p:nvSpPr>
          <p:spPr>
            <a:xfrm>
              <a:off x="3298036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9" name="加号 58">
              <a:extLst>
                <a:ext uri="{FF2B5EF4-FFF2-40B4-BE49-F238E27FC236}">
                  <a16:creationId xmlns:a16="http://schemas.microsoft.com/office/drawing/2014/main" id="{A885D845-7CEE-227A-4F6A-08917176E672}"/>
                </a:ext>
              </a:extLst>
            </p:cNvPr>
            <p:cNvSpPr/>
            <p:nvPr/>
          </p:nvSpPr>
          <p:spPr>
            <a:xfrm>
              <a:off x="3327828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0" name="加号 59">
              <a:extLst>
                <a:ext uri="{FF2B5EF4-FFF2-40B4-BE49-F238E27FC236}">
                  <a16:creationId xmlns:a16="http://schemas.microsoft.com/office/drawing/2014/main" id="{79B3DCCD-48EC-2D6E-E5A3-DD84DEB9121B}"/>
                </a:ext>
              </a:extLst>
            </p:cNvPr>
            <p:cNvSpPr/>
            <p:nvPr/>
          </p:nvSpPr>
          <p:spPr>
            <a:xfrm>
              <a:off x="4084151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1" name="加号 60">
              <a:extLst>
                <a:ext uri="{FF2B5EF4-FFF2-40B4-BE49-F238E27FC236}">
                  <a16:creationId xmlns:a16="http://schemas.microsoft.com/office/drawing/2014/main" id="{162A853F-5BA6-66D8-4642-3F0DE4E1CE34}"/>
                </a:ext>
              </a:extLst>
            </p:cNvPr>
            <p:cNvSpPr/>
            <p:nvPr/>
          </p:nvSpPr>
          <p:spPr>
            <a:xfrm>
              <a:off x="4113943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2" name="加号 61">
              <a:extLst>
                <a:ext uri="{FF2B5EF4-FFF2-40B4-BE49-F238E27FC236}">
                  <a16:creationId xmlns:a16="http://schemas.microsoft.com/office/drawing/2014/main" id="{518542B1-1B64-72E3-8548-A07C075994BE}"/>
                </a:ext>
              </a:extLst>
            </p:cNvPr>
            <p:cNvSpPr/>
            <p:nvPr/>
          </p:nvSpPr>
          <p:spPr>
            <a:xfrm>
              <a:off x="4896534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3" name="加号 62">
              <a:extLst>
                <a:ext uri="{FF2B5EF4-FFF2-40B4-BE49-F238E27FC236}">
                  <a16:creationId xmlns:a16="http://schemas.microsoft.com/office/drawing/2014/main" id="{4678C746-EB2C-F5DE-7390-CA2DECB4FFC0}"/>
                </a:ext>
              </a:extLst>
            </p:cNvPr>
            <p:cNvSpPr/>
            <p:nvPr/>
          </p:nvSpPr>
          <p:spPr>
            <a:xfrm>
              <a:off x="4926326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4" name="加号 63">
              <a:extLst>
                <a:ext uri="{FF2B5EF4-FFF2-40B4-BE49-F238E27FC236}">
                  <a16:creationId xmlns:a16="http://schemas.microsoft.com/office/drawing/2014/main" id="{F2BB883E-EBDF-4FDF-4A9E-B7C1C500C938}"/>
                </a:ext>
              </a:extLst>
            </p:cNvPr>
            <p:cNvSpPr/>
            <p:nvPr/>
          </p:nvSpPr>
          <p:spPr>
            <a:xfrm>
              <a:off x="5705628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5" name="加号 64">
              <a:extLst>
                <a:ext uri="{FF2B5EF4-FFF2-40B4-BE49-F238E27FC236}">
                  <a16:creationId xmlns:a16="http://schemas.microsoft.com/office/drawing/2014/main" id="{3FA7E76D-3D1A-EF64-4DCA-C6A83879A39D}"/>
                </a:ext>
              </a:extLst>
            </p:cNvPr>
            <p:cNvSpPr/>
            <p:nvPr/>
          </p:nvSpPr>
          <p:spPr>
            <a:xfrm>
              <a:off x="5735420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6" name="加号 65">
              <a:extLst>
                <a:ext uri="{FF2B5EF4-FFF2-40B4-BE49-F238E27FC236}">
                  <a16:creationId xmlns:a16="http://schemas.microsoft.com/office/drawing/2014/main" id="{A337183E-766B-FBF6-846F-9C15E454A6D0}"/>
                </a:ext>
              </a:extLst>
            </p:cNvPr>
            <p:cNvSpPr/>
            <p:nvPr/>
          </p:nvSpPr>
          <p:spPr>
            <a:xfrm>
              <a:off x="6518011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7" name="加号 66">
              <a:extLst>
                <a:ext uri="{FF2B5EF4-FFF2-40B4-BE49-F238E27FC236}">
                  <a16:creationId xmlns:a16="http://schemas.microsoft.com/office/drawing/2014/main" id="{BEE1EAE2-3F68-1E68-D967-E1BBA5727BBB}"/>
                </a:ext>
              </a:extLst>
            </p:cNvPr>
            <p:cNvSpPr/>
            <p:nvPr/>
          </p:nvSpPr>
          <p:spPr>
            <a:xfrm>
              <a:off x="6547803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8" name="加号 67">
              <a:extLst>
                <a:ext uri="{FF2B5EF4-FFF2-40B4-BE49-F238E27FC236}">
                  <a16:creationId xmlns:a16="http://schemas.microsoft.com/office/drawing/2014/main" id="{6024D70D-628D-B2AC-A04A-4422ACBE399B}"/>
                </a:ext>
              </a:extLst>
            </p:cNvPr>
            <p:cNvSpPr/>
            <p:nvPr/>
          </p:nvSpPr>
          <p:spPr>
            <a:xfrm>
              <a:off x="7304126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加号 68">
              <a:extLst>
                <a:ext uri="{FF2B5EF4-FFF2-40B4-BE49-F238E27FC236}">
                  <a16:creationId xmlns:a16="http://schemas.microsoft.com/office/drawing/2014/main" id="{FF0369A5-CAEF-7B38-AEC1-4C45E1D0E1B0}"/>
                </a:ext>
              </a:extLst>
            </p:cNvPr>
            <p:cNvSpPr/>
            <p:nvPr/>
          </p:nvSpPr>
          <p:spPr>
            <a:xfrm>
              <a:off x="7333918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0" name="加号 69">
              <a:extLst>
                <a:ext uri="{FF2B5EF4-FFF2-40B4-BE49-F238E27FC236}">
                  <a16:creationId xmlns:a16="http://schemas.microsoft.com/office/drawing/2014/main" id="{15565702-AAF4-D5E0-F8DE-F1DACB22719F}"/>
                </a:ext>
              </a:extLst>
            </p:cNvPr>
            <p:cNvSpPr/>
            <p:nvPr/>
          </p:nvSpPr>
          <p:spPr>
            <a:xfrm>
              <a:off x="8116509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1" name="加号 70">
              <a:extLst>
                <a:ext uri="{FF2B5EF4-FFF2-40B4-BE49-F238E27FC236}">
                  <a16:creationId xmlns:a16="http://schemas.microsoft.com/office/drawing/2014/main" id="{08F1230E-33CF-A157-0875-FD0FC61AEA54}"/>
                </a:ext>
              </a:extLst>
            </p:cNvPr>
            <p:cNvSpPr/>
            <p:nvPr/>
          </p:nvSpPr>
          <p:spPr>
            <a:xfrm>
              <a:off x="8146301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2" name="加号 71">
              <a:extLst>
                <a:ext uri="{FF2B5EF4-FFF2-40B4-BE49-F238E27FC236}">
                  <a16:creationId xmlns:a16="http://schemas.microsoft.com/office/drawing/2014/main" id="{6735326C-BB15-AC72-4C93-C35B0BFEF15E}"/>
                </a:ext>
              </a:extLst>
            </p:cNvPr>
            <p:cNvSpPr/>
            <p:nvPr/>
          </p:nvSpPr>
          <p:spPr>
            <a:xfrm>
              <a:off x="8928892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3" name="加号 72">
              <a:extLst>
                <a:ext uri="{FF2B5EF4-FFF2-40B4-BE49-F238E27FC236}">
                  <a16:creationId xmlns:a16="http://schemas.microsoft.com/office/drawing/2014/main" id="{4D85F606-AB5E-C58C-EB3F-F2822B152A57}"/>
                </a:ext>
              </a:extLst>
            </p:cNvPr>
            <p:cNvSpPr/>
            <p:nvPr/>
          </p:nvSpPr>
          <p:spPr>
            <a:xfrm>
              <a:off x="8958684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加号 73">
              <a:extLst>
                <a:ext uri="{FF2B5EF4-FFF2-40B4-BE49-F238E27FC236}">
                  <a16:creationId xmlns:a16="http://schemas.microsoft.com/office/drawing/2014/main" id="{89E0225F-5CF4-AAFC-BA39-51984A6C9FEF}"/>
                </a:ext>
              </a:extLst>
            </p:cNvPr>
            <p:cNvSpPr/>
            <p:nvPr/>
          </p:nvSpPr>
          <p:spPr>
            <a:xfrm>
              <a:off x="9741275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加号 74">
              <a:extLst>
                <a:ext uri="{FF2B5EF4-FFF2-40B4-BE49-F238E27FC236}">
                  <a16:creationId xmlns:a16="http://schemas.microsoft.com/office/drawing/2014/main" id="{CD756C57-3B9B-71AA-BE76-73706CBAB056}"/>
                </a:ext>
              </a:extLst>
            </p:cNvPr>
            <p:cNvSpPr/>
            <p:nvPr/>
          </p:nvSpPr>
          <p:spPr>
            <a:xfrm>
              <a:off x="9771067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加号 75">
              <a:extLst>
                <a:ext uri="{FF2B5EF4-FFF2-40B4-BE49-F238E27FC236}">
                  <a16:creationId xmlns:a16="http://schemas.microsoft.com/office/drawing/2014/main" id="{92766FDA-18E3-F63F-3E3C-1B1A57475CA9}"/>
                </a:ext>
              </a:extLst>
            </p:cNvPr>
            <p:cNvSpPr/>
            <p:nvPr/>
          </p:nvSpPr>
          <p:spPr>
            <a:xfrm>
              <a:off x="10527390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加号 76">
              <a:extLst>
                <a:ext uri="{FF2B5EF4-FFF2-40B4-BE49-F238E27FC236}">
                  <a16:creationId xmlns:a16="http://schemas.microsoft.com/office/drawing/2014/main" id="{312ADDD0-0D97-40D2-6AC6-504EB233220D}"/>
                </a:ext>
              </a:extLst>
            </p:cNvPr>
            <p:cNvSpPr/>
            <p:nvPr/>
          </p:nvSpPr>
          <p:spPr>
            <a:xfrm>
              <a:off x="10557182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20194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>
            <a:extLst>
              <a:ext uri="{FF2B5EF4-FFF2-40B4-BE49-F238E27FC236}">
                <a16:creationId xmlns:a16="http://schemas.microsoft.com/office/drawing/2014/main" id="{2E1A3724-0C7D-643A-3F99-29416A52E558}"/>
              </a:ext>
            </a:extLst>
          </p:cNvPr>
          <p:cNvGrpSpPr/>
          <p:nvPr/>
        </p:nvGrpSpPr>
        <p:grpSpPr>
          <a:xfrm>
            <a:off x="2036192" y="251872"/>
            <a:ext cx="6873706" cy="5994523"/>
            <a:chOff x="791853" y="572383"/>
            <a:chExt cx="6873706" cy="599452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077DB9C0-2719-202A-8B5D-B3ACDFA3903C}"/>
                </a:ext>
              </a:extLst>
            </p:cNvPr>
            <p:cNvSpPr/>
            <p:nvPr/>
          </p:nvSpPr>
          <p:spPr>
            <a:xfrm>
              <a:off x="4001680" y="6188906"/>
              <a:ext cx="2036189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This is an example.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00AC0E7-F030-77BB-3F58-A34231D7411A}"/>
                </a:ext>
              </a:extLst>
            </p:cNvPr>
            <p:cNvSpPr/>
            <p:nvPr/>
          </p:nvSpPr>
          <p:spPr>
            <a:xfrm>
              <a:off x="2601799" y="5189182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This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BFBADBB-BB90-8D78-8DA5-0ADFD8B71A5D}"/>
                </a:ext>
              </a:extLst>
            </p:cNvPr>
            <p:cNvSpPr/>
            <p:nvPr/>
          </p:nvSpPr>
          <p:spPr>
            <a:xfrm>
              <a:off x="3657603" y="5189182"/>
              <a:ext cx="612742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is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F5D2D66-9731-B773-A154-A5AEE156B30E}"/>
                </a:ext>
              </a:extLst>
            </p:cNvPr>
            <p:cNvSpPr/>
            <p:nvPr/>
          </p:nvSpPr>
          <p:spPr>
            <a:xfrm>
              <a:off x="4713404" y="5191035"/>
              <a:ext cx="612742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an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F505841-9BAB-93AE-A4D2-BD51D13B5159}"/>
                </a:ext>
              </a:extLst>
            </p:cNvPr>
            <p:cNvSpPr/>
            <p:nvPr/>
          </p:nvSpPr>
          <p:spPr>
            <a:xfrm>
              <a:off x="5769205" y="5194590"/>
              <a:ext cx="848412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example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578232D-FFDF-AB81-813A-EC1CD885C3DB}"/>
                </a:ext>
              </a:extLst>
            </p:cNvPr>
            <p:cNvSpPr/>
            <p:nvPr/>
          </p:nvSpPr>
          <p:spPr>
            <a:xfrm>
              <a:off x="7060676" y="5189182"/>
              <a:ext cx="386500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.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6AD2720-537C-00DF-D82F-F56AF406726B}"/>
                </a:ext>
              </a:extLst>
            </p:cNvPr>
            <p:cNvSpPr/>
            <p:nvPr/>
          </p:nvSpPr>
          <p:spPr>
            <a:xfrm>
              <a:off x="2601799" y="4181524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40134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21934B47-9873-4A62-9743-7AB35F2BBC48}"/>
                </a:ext>
              </a:extLst>
            </p:cNvPr>
            <p:cNvSpPr/>
            <p:nvPr/>
          </p:nvSpPr>
          <p:spPr>
            <a:xfrm>
              <a:off x="3629320" y="4184014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2052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37D2099-F081-0626-ED06-3CF877B2C47A}"/>
                </a:ext>
              </a:extLst>
            </p:cNvPr>
            <p:cNvSpPr/>
            <p:nvPr/>
          </p:nvSpPr>
          <p:spPr>
            <a:xfrm>
              <a:off x="4656842" y="4189007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133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725C777-016D-CB3F-6006-12F0DFE58C37}"/>
                </a:ext>
              </a:extLst>
            </p:cNvPr>
            <p:cNvSpPr/>
            <p:nvPr/>
          </p:nvSpPr>
          <p:spPr>
            <a:xfrm>
              <a:off x="5830479" y="4181524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389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069B63EA-6A3D-C48C-4885-8AE60CB4F751}"/>
                </a:ext>
              </a:extLst>
            </p:cNvPr>
            <p:cNvSpPr/>
            <p:nvPr/>
          </p:nvSpPr>
          <p:spPr>
            <a:xfrm>
              <a:off x="6939696" y="4181524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12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F584CEA7-E180-528B-4CCE-94D1967A11E6}"/>
                </a:ext>
              </a:extLst>
            </p:cNvPr>
            <p:cNvSpPr/>
            <p:nvPr/>
          </p:nvSpPr>
          <p:spPr>
            <a:xfrm>
              <a:off x="2710590" y="3497633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FE11E23C-5230-F69D-8863-0A9A43D1A220}"/>
                </a:ext>
              </a:extLst>
            </p:cNvPr>
            <p:cNvSpPr/>
            <p:nvPr/>
          </p:nvSpPr>
          <p:spPr>
            <a:xfrm>
              <a:off x="2903840" y="3497633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F8825AAD-6C35-688A-3F53-F1DFA7416B56}"/>
                </a:ext>
              </a:extLst>
            </p:cNvPr>
            <p:cNvSpPr/>
            <p:nvPr/>
          </p:nvSpPr>
          <p:spPr>
            <a:xfrm>
              <a:off x="3097090" y="3497632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3D9EC81-4BD1-95B1-F190-95569F0E9C7B}"/>
                </a:ext>
              </a:extLst>
            </p:cNvPr>
            <p:cNvSpPr/>
            <p:nvPr/>
          </p:nvSpPr>
          <p:spPr>
            <a:xfrm>
              <a:off x="3757751" y="3497632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4B80DAF-F41E-92D7-638E-BB0067FF433B}"/>
                </a:ext>
              </a:extLst>
            </p:cNvPr>
            <p:cNvSpPr/>
            <p:nvPr/>
          </p:nvSpPr>
          <p:spPr>
            <a:xfrm>
              <a:off x="3951001" y="3497632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CBE59328-BA04-887E-44F1-418EB52AE123}"/>
                </a:ext>
              </a:extLst>
            </p:cNvPr>
            <p:cNvSpPr/>
            <p:nvPr/>
          </p:nvSpPr>
          <p:spPr>
            <a:xfrm>
              <a:off x="4144251" y="3497631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49BA09B3-645C-4741-4E46-B7755BF3EA14}"/>
                </a:ext>
              </a:extLst>
            </p:cNvPr>
            <p:cNvSpPr/>
            <p:nvPr/>
          </p:nvSpPr>
          <p:spPr>
            <a:xfrm>
              <a:off x="4725181" y="3491967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06CFA376-09E0-410A-1D37-43946ED145D3}"/>
                </a:ext>
              </a:extLst>
            </p:cNvPr>
            <p:cNvSpPr/>
            <p:nvPr/>
          </p:nvSpPr>
          <p:spPr>
            <a:xfrm>
              <a:off x="4918431" y="3491967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B9978799-F856-F919-5150-27A010FE63EB}"/>
                </a:ext>
              </a:extLst>
            </p:cNvPr>
            <p:cNvSpPr/>
            <p:nvPr/>
          </p:nvSpPr>
          <p:spPr>
            <a:xfrm>
              <a:off x="5111681" y="3491966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4BD14485-CAB1-AADC-3431-CFE841E26A60}"/>
                </a:ext>
              </a:extLst>
            </p:cNvPr>
            <p:cNvSpPr/>
            <p:nvPr/>
          </p:nvSpPr>
          <p:spPr>
            <a:xfrm>
              <a:off x="5961670" y="3491967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8CB7056D-F016-2E72-735A-788CA85D7AFD}"/>
                </a:ext>
              </a:extLst>
            </p:cNvPr>
            <p:cNvSpPr/>
            <p:nvPr/>
          </p:nvSpPr>
          <p:spPr>
            <a:xfrm>
              <a:off x="6154920" y="3491967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A678256C-B935-93D4-AFA8-B0E762964B1A}"/>
                </a:ext>
              </a:extLst>
            </p:cNvPr>
            <p:cNvSpPr/>
            <p:nvPr/>
          </p:nvSpPr>
          <p:spPr>
            <a:xfrm>
              <a:off x="6348170" y="3491966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BCAF3C93-7AA9-ABDF-EC2D-4A60DC04EAB7}"/>
                </a:ext>
              </a:extLst>
            </p:cNvPr>
            <p:cNvSpPr/>
            <p:nvPr/>
          </p:nvSpPr>
          <p:spPr>
            <a:xfrm>
              <a:off x="7008831" y="3491966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977F9F7-32BD-EEAC-3481-EDA874878AE4}"/>
                </a:ext>
              </a:extLst>
            </p:cNvPr>
            <p:cNvSpPr/>
            <p:nvPr/>
          </p:nvSpPr>
          <p:spPr>
            <a:xfrm>
              <a:off x="7202081" y="3491966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376276F8-5C61-E68F-8077-7C977D70826D}"/>
                </a:ext>
              </a:extLst>
            </p:cNvPr>
            <p:cNvSpPr/>
            <p:nvPr/>
          </p:nvSpPr>
          <p:spPr>
            <a:xfrm>
              <a:off x="7395331" y="3491965"/>
              <a:ext cx="193250" cy="20604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B7EAD069-F4F5-E58C-F70F-0CB7FDD42E11}"/>
                </a:ext>
              </a:extLst>
            </p:cNvPr>
            <p:cNvSpPr/>
            <p:nvPr/>
          </p:nvSpPr>
          <p:spPr>
            <a:xfrm>
              <a:off x="4151719" y="2262263"/>
              <a:ext cx="1726673" cy="682331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bge-m3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向量</a:t>
              </a:r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73C0ED6F-21BC-5C41-0187-1388EE72E4A5}"/>
                </a:ext>
              </a:extLst>
            </p:cNvPr>
            <p:cNvSpPr/>
            <p:nvPr/>
          </p:nvSpPr>
          <p:spPr>
            <a:xfrm>
              <a:off x="3889342" y="1368193"/>
              <a:ext cx="2265578" cy="398341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Postprocessing steps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2" name="矩形: 圆角 31">
              <a:extLst>
                <a:ext uri="{FF2B5EF4-FFF2-40B4-BE49-F238E27FC236}">
                  <a16:creationId xmlns:a16="http://schemas.microsoft.com/office/drawing/2014/main" id="{CEBB12F0-8E09-4F81-1E0D-7F9A8F3B81E9}"/>
                </a:ext>
              </a:extLst>
            </p:cNvPr>
            <p:cNvSpPr/>
            <p:nvPr/>
          </p:nvSpPr>
          <p:spPr>
            <a:xfrm>
              <a:off x="4286831" y="572383"/>
              <a:ext cx="1456447" cy="351877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Output text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C7F3641-3072-9BA8-1C14-37F395B4667A}"/>
                </a:ext>
              </a:extLst>
            </p:cNvPr>
            <p:cNvCxnSpPr>
              <a:cxnSpLocks/>
              <a:stCxn id="4" idx="0"/>
              <a:endCxn id="7" idx="2"/>
            </p:cNvCxnSpPr>
            <p:nvPr/>
          </p:nvCxnSpPr>
          <p:spPr>
            <a:xfrm flipV="1">
              <a:off x="5019775" y="5569035"/>
              <a:ext cx="0" cy="61987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0E485A69-3B78-5605-8310-E376BED85BC8}"/>
                </a:ext>
              </a:extLst>
            </p:cNvPr>
            <p:cNvCxnSpPr>
              <a:cxnSpLocks/>
              <a:stCxn id="7" idx="0"/>
              <a:endCxn id="12" idx="2"/>
            </p:cNvCxnSpPr>
            <p:nvPr/>
          </p:nvCxnSpPr>
          <p:spPr>
            <a:xfrm flipH="1" flipV="1">
              <a:off x="5019774" y="4567007"/>
              <a:ext cx="1" cy="62402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8CB44D48-9106-5A3D-1F8D-FC4ADDD4C91C}"/>
                </a:ext>
              </a:extLst>
            </p:cNvPr>
            <p:cNvCxnSpPr>
              <a:cxnSpLocks/>
              <a:stCxn id="12" idx="0"/>
              <a:endCxn id="22" idx="2"/>
            </p:cNvCxnSpPr>
            <p:nvPr/>
          </p:nvCxnSpPr>
          <p:spPr>
            <a:xfrm flipH="1" flipV="1">
              <a:off x="5015056" y="3698010"/>
              <a:ext cx="4718" cy="49099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EF9A3370-0C27-FC9D-8FD8-903CE909343F}"/>
                </a:ext>
              </a:extLst>
            </p:cNvPr>
            <p:cNvCxnSpPr>
              <a:cxnSpLocks/>
              <a:stCxn id="22" idx="0"/>
              <a:endCxn id="30" idx="2"/>
            </p:cNvCxnSpPr>
            <p:nvPr/>
          </p:nvCxnSpPr>
          <p:spPr>
            <a:xfrm flipV="1">
              <a:off x="5015056" y="2944594"/>
              <a:ext cx="0" cy="54737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C5AF1960-4D77-D46E-260D-E7E1C2B99607}"/>
                </a:ext>
              </a:extLst>
            </p:cNvPr>
            <p:cNvCxnSpPr>
              <a:cxnSpLocks/>
              <a:stCxn id="30" idx="0"/>
              <a:endCxn id="31" idx="2"/>
            </p:cNvCxnSpPr>
            <p:nvPr/>
          </p:nvCxnSpPr>
          <p:spPr>
            <a:xfrm flipV="1">
              <a:off x="5015056" y="1766534"/>
              <a:ext cx="7075" cy="495729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C5A17D86-A9D2-3756-5338-62CEC8879064}"/>
                </a:ext>
              </a:extLst>
            </p:cNvPr>
            <p:cNvCxnSpPr>
              <a:cxnSpLocks/>
              <a:stCxn id="31" idx="0"/>
              <a:endCxn id="32" idx="2"/>
            </p:cNvCxnSpPr>
            <p:nvPr/>
          </p:nvCxnSpPr>
          <p:spPr>
            <a:xfrm flipH="1" flipV="1">
              <a:off x="5015055" y="924260"/>
              <a:ext cx="7076" cy="44393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833F2B29-7B79-51EA-D0B5-77EF1FD3FD38}"/>
                </a:ext>
              </a:extLst>
            </p:cNvPr>
            <p:cNvSpPr txBox="1"/>
            <p:nvPr/>
          </p:nvSpPr>
          <p:spPr>
            <a:xfrm>
              <a:off x="791853" y="6061558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输入文本</a:t>
              </a:r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1429ED58-0071-8F05-6647-BDCC47CA119F}"/>
                </a:ext>
              </a:extLst>
            </p:cNvPr>
            <p:cNvSpPr txBox="1"/>
            <p:nvPr/>
          </p:nvSpPr>
          <p:spPr>
            <a:xfrm>
              <a:off x="867269" y="5193516"/>
              <a:ext cx="11496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分词文本</a:t>
              </a: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AF690E7A-4EC9-1719-9AE7-39B0C82C2884}"/>
                </a:ext>
              </a:extLst>
            </p:cNvPr>
            <p:cNvSpPr txBox="1"/>
            <p:nvPr/>
          </p:nvSpPr>
          <p:spPr>
            <a:xfrm>
              <a:off x="907139" y="4193341"/>
              <a:ext cx="9797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词元</a:t>
              </a:r>
              <a:r>
                <a:rPr lang="en-US" altLang="zh-CN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IDs</a:t>
              </a:r>
              <a:endPara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B320A232-411C-182D-4F53-E11561EFD1BC}"/>
                </a:ext>
              </a:extLst>
            </p:cNvPr>
            <p:cNvSpPr txBox="1"/>
            <p:nvPr/>
          </p:nvSpPr>
          <p:spPr>
            <a:xfrm>
              <a:off x="907139" y="3405792"/>
              <a:ext cx="17075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词元嵌入</a:t>
              </a:r>
              <a:r>
                <a:rPr lang="en-US" altLang="zh-CN" sz="10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(</a:t>
              </a:r>
              <a:r>
                <a:rPr lang="zh-CN" altLang="en-US" sz="10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向量位置</a:t>
              </a:r>
              <a:r>
                <a:rPr lang="en-US" altLang="zh-CN" sz="10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)</a:t>
              </a:r>
              <a:endParaRPr lang="zh-CN" altLang="en-US" sz="10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A237B26D-EE72-F536-4277-AB2116054F82}"/>
                </a:ext>
              </a:extLst>
            </p:cNvPr>
            <p:cNvSpPr txBox="1"/>
            <p:nvPr/>
          </p:nvSpPr>
          <p:spPr>
            <a:xfrm>
              <a:off x="3314335" y="3367200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C834CF24-E973-E137-DA39-29ADF2812DFA}"/>
                </a:ext>
              </a:extLst>
            </p:cNvPr>
            <p:cNvSpPr txBox="1"/>
            <p:nvPr/>
          </p:nvSpPr>
          <p:spPr>
            <a:xfrm>
              <a:off x="4360649" y="3367200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EA6ADE86-861B-7774-3835-72FEF0D4FCF6}"/>
                </a:ext>
              </a:extLst>
            </p:cNvPr>
            <p:cNvSpPr txBox="1"/>
            <p:nvPr/>
          </p:nvSpPr>
          <p:spPr>
            <a:xfrm>
              <a:off x="5462865" y="3385769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54225070-9268-4C45-1633-3E9B9514F856}"/>
                </a:ext>
              </a:extLst>
            </p:cNvPr>
            <p:cNvSpPr txBox="1"/>
            <p:nvPr/>
          </p:nvSpPr>
          <p:spPr>
            <a:xfrm>
              <a:off x="6638140" y="3389002"/>
              <a:ext cx="415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4458541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组合 98">
            <a:extLst>
              <a:ext uri="{FF2B5EF4-FFF2-40B4-BE49-F238E27FC236}">
                <a16:creationId xmlns:a16="http://schemas.microsoft.com/office/drawing/2014/main" id="{9DE06640-8DD7-39B9-E7B0-1D073FB05FC2}"/>
              </a:ext>
            </a:extLst>
          </p:cNvPr>
          <p:cNvGrpSpPr/>
          <p:nvPr/>
        </p:nvGrpSpPr>
        <p:grpSpPr>
          <a:xfrm>
            <a:off x="1773812" y="671732"/>
            <a:ext cx="8644376" cy="5095841"/>
            <a:chOff x="2846895" y="511476"/>
            <a:chExt cx="8644376" cy="5095841"/>
          </a:xfrm>
        </p:grpSpPr>
        <p:sp>
          <p:nvSpPr>
            <p:cNvPr id="72" name="矩形: 圆角 71">
              <a:extLst>
                <a:ext uri="{FF2B5EF4-FFF2-40B4-BE49-F238E27FC236}">
                  <a16:creationId xmlns:a16="http://schemas.microsoft.com/office/drawing/2014/main" id="{EC0B98B1-B03E-1BD3-48B8-3B906492EFD2}"/>
                </a:ext>
              </a:extLst>
            </p:cNvPr>
            <p:cNvSpPr/>
            <p:nvPr/>
          </p:nvSpPr>
          <p:spPr>
            <a:xfrm>
              <a:off x="3987537" y="892883"/>
              <a:ext cx="5665506" cy="471443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6C0384D-FFD6-E109-79CE-5E6FC0BA9FD1}"/>
                </a:ext>
              </a:extLst>
            </p:cNvPr>
            <p:cNvSpPr/>
            <p:nvPr/>
          </p:nvSpPr>
          <p:spPr>
            <a:xfrm>
              <a:off x="2846897" y="1324193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101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D4CAE5A-7805-BAD6-36ED-3DB2A2EF71B1}"/>
                </a:ext>
              </a:extLst>
            </p:cNvPr>
            <p:cNvSpPr/>
            <p:nvPr/>
          </p:nvSpPr>
          <p:spPr>
            <a:xfrm>
              <a:off x="2846897" y="2018956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7592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EAEDF4E-3A32-2884-56A7-CA7A7F7D1E80}"/>
                </a:ext>
              </a:extLst>
            </p:cNvPr>
            <p:cNvSpPr/>
            <p:nvPr/>
          </p:nvSpPr>
          <p:spPr>
            <a:xfrm>
              <a:off x="2846896" y="2713719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1010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AC50087C-F58D-443E-A626-6AF874A277A1}"/>
                </a:ext>
              </a:extLst>
            </p:cNvPr>
            <p:cNvSpPr/>
            <p:nvPr/>
          </p:nvSpPr>
          <p:spPr>
            <a:xfrm>
              <a:off x="2846896" y="3408482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2088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A94A31B7-1EAC-D504-9034-B2D7F2C647F1}"/>
                </a:ext>
              </a:extLst>
            </p:cNvPr>
            <p:cNvSpPr/>
            <p:nvPr/>
          </p:nvSpPr>
          <p:spPr>
            <a:xfrm>
              <a:off x="2846895" y="4103245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999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33D618C8-70AA-D940-F08F-23A92DB3B6A4}"/>
                </a:ext>
              </a:extLst>
            </p:cNvPr>
            <p:cNvSpPr/>
            <p:nvPr/>
          </p:nvSpPr>
          <p:spPr>
            <a:xfrm>
              <a:off x="2846895" y="4798008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102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34FF545B-9D3E-BB96-818B-A99FA6B94DE0}"/>
                </a:ext>
              </a:extLst>
            </p:cNvPr>
            <p:cNvSpPr/>
            <p:nvPr/>
          </p:nvSpPr>
          <p:spPr>
            <a:xfrm>
              <a:off x="4336332" y="1324193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[CLS]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F00411A3-0CB9-975A-AA8A-50F4E8FACE70}"/>
                </a:ext>
              </a:extLst>
            </p:cNvPr>
            <p:cNvSpPr/>
            <p:nvPr/>
          </p:nvSpPr>
          <p:spPr>
            <a:xfrm>
              <a:off x="4336332" y="2018956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hello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7930843-5CB2-0686-4A75-2F3C79E9F37E}"/>
                </a:ext>
              </a:extLst>
            </p:cNvPr>
            <p:cNvSpPr/>
            <p:nvPr/>
          </p:nvSpPr>
          <p:spPr>
            <a:xfrm>
              <a:off x="4336331" y="2713719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,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5214F97D-B594-7CA9-66DA-844DFF59FBAF}"/>
                </a:ext>
              </a:extLst>
            </p:cNvPr>
            <p:cNvSpPr/>
            <p:nvPr/>
          </p:nvSpPr>
          <p:spPr>
            <a:xfrm>
              <a:off x="4336331" y="3408482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world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80A81F2-F022-3B2D-7183-51526EF8F491}"/>
                </a:ext>
              </a:extLst>
            </p:cNvPr>
            <p:cNvSpPr/>
            <p:nvPr/>
          </p:nvSpPr>
          <p:spPr>
            <a:xfrm>
              <a:off x="4336330" y="4103245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!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03D1A186-6EEE-2ABC-76D2-2945D9832316}"/>
                </a:ext>
              </a:extLst>
            </p:cNvPr>
            <p:cNvSpPr/>
            <p:nvPr/>
          </p:nvSpPr>
          <p:spPr>
            <a:xfrm>
              <a:off x="4336330" y="4798008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[SEP]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50B64DE1-B4B1-D0EC-EBFF-6EF08CDC5DA2}"/>
                </a:ext>
              </a:extLst>
            </p:cNvPr>
            <p:cNvSpPr/>
            <p:nvPr/>
          </p:nvSpPr>
          <p:spPr>
            <a:xfrm>
              <a:off x="5825767" y="1324193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Position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C6A66DB-0EBF-D444-BF89-4CF6C3389051}"/>
                </a:ext>
              </a:extLst>
            </p:cNvPr>
            <p:cNvSpPr/>
            <p:nvPr/>
          </p:nvSpPr>
          <p:spPr>
            <a:xfrm>
              <a:off x="5825767" y="2018956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Position 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A0CD733C-1438-EB8E-81E3-3D4936750A7F}"/>
                </a:ext>
              </a:extLst>
            </p:cNvPr>
            <p:cNvSpPr/>
            <p:nvPr/>
          </p:nvSpPr>
          <p:spPr>
            <a:xfrm>
              <a:off x="5825766" y="2713719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Position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5BBF4DD9-3162-EB5B-B6FC-CF9F5AF095BE}"/>
                </a:ext>
              </a:extLst>
            </p:cNvPr>
            <p:cNvSpPr/>
            <p:nvPr/>
          </p:nvSpPr>
          <p:spPr>
            <a:xfrm>
              <a:off x="5825766" y="3408482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Position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3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7C2AE5BD-CDAF-D868-EB5C-A901677C10CE}"/>
                </a:ext>
              </a:extLst>
            </p:cNvPr>
            <p:cNvSpPr/>
            <p:nvPr/>
          </p:nvSpPr>
          <p:spPr>
            <a:xfrm>
              <a:off x="5825765" y="4103245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Position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4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AFBB807-26BB-5659-0536-DD1411FF1268}"/>
                </a:ext>
              </a:extLst>
            </p:cNvPr>
            <p:cNvSpPr/>
            <p:nvPr/>
          </p:nvSpPr>
          <p:spPr>
            <a:xfrm>
              <a:off x="5825765" y="4798008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Position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5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C605336A-3926-AF28-CF72-0CE88023E803}"/>
                </a:ext>
              </a:extLst>
            </p:cNvPr>
            <p:cNvSpPr/>
            <p:nvPr/>
          </p:nvSpPr>
          <p:spPr>
            <a:xfrm>
              <a:off x="7315202" y="1324193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 Type 0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45B2B4AD-771F-216F-37EC-4E4FBF7E4222}"/>
                </a:ext>
              </a:extLst>
            </p:cNvPr>
            <p:cNvSpPr/>
            <p:nvPr/>
          </p:nvSpPr>
          <p:spPr>
            <a:xfrm>
              <a:off x="7315202" y="2018956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 Type 0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F1C8ADB4-6E65-1276-7EC9-5B1AC2085C79}"/>
                </a:ext>
              </a:extLst>
            </p:cNvPr>
            <p:cNvSpPr/>
            <p:nvPr/>
          </p:nvSpPr>
          <p:spPr>
            <a:xfrm>
              <a:off x="7315201" y="2713719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 Type 0</a:t>
              </a: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23ED8D55-9C0C-6339-2CDC-47B437F3585C}"/>
                </a:ext>
              </a:extLst>
            </p:cNvPr>
            <p:cNvSpPr/>
            <p:nvPr/>
          </p:nvSpPr>
          <p:spPr>
            <a:xfrm>
              <a:off x="7315201" y="3408482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 Type 0</a:t>
              </a: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F5120F0D-9248-96F5-FA71-0E6F2BEDD6F8}"/>
                </a:ext>
              </a:extLst>
            </p:cNvPr>
            <p:cNvSpPr/>
            <p:nvPr/>
          </p:nvSpPr>
          <p:spPr>
            <a:xfrm>
              <a:off x="7315200" y="4103245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 Type 0</a:t>
              </a: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DDC075D-A807-5008-F623-72322C07B699}"/>
                </a:ext>
              </a:extLst>
            </p:cNvPr>
            <p:cNvSpPr/>
            <p:nvPr/>
          </p:nvSpPr>
          <p:spPr>
            <a:xfrm>
              <a:off x="7315200" y="4798008"/>
              <a:ext cx="725863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Token Type 0</a:t>
              </a:r>
            </a:p>
          </p:txBody>
        </p: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C149590F-3967-3A72-3221-1C4E81D8E8BA}"/>
                </a:ext>
              </a:extLst>
            </p:cNvPr>
            <p:cNvSpPr/>
            <p:nvPr/>
          </p:nvSpPr>
          <p:spPr>
            <a:xfrm>
              <a:off x="8628279" y="1324193"/>
              <a:ext cx="608816" cy="385181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9C550A49-DF99-D521-25A8-075AA7E27834}"/>
                </a:ext>
              </a:extLst>
            </p:cNvPr>
            <p:cNvSpPr/>
            <p:nvPr/>
          </p:nvSpPr>
          <p:spPr>
            <a:xfrm>
              <a:off x="10020695" y="1329561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0.17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B71B7F4E-AA3A-8616-8F69-6CB28C295465}"/>
                </a:ext>
              </a:extLst>
            </p:cNvPr>
            <p:cNvSpPr/>
            <p:nvPr/>
          </p:nvSpPr>
          <p:spPr>
            <a:xfrm>
              <a:off x="10388339" y="1329561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-0.29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C1188C4-C95F-7EBE-31B2-4AA99CCD28AE}"/>
                </a:ext>
              </a:extLst>
            </p:cNvPr>
            <p:cNvSpPr/>
            <p:nvPr/>
          </p:nvSpPr>
          <p:spPr>
            <a:xfrm>
              <a:off x="10755983" y="1329561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6B3E91B9-4E91-CADC-A62D-DA4887FDE522}"/>
                </a:ext>
              </a:extLst>
            </p:cNvPr>
            <p:cNvSpPr/>
            <p:nvPr/>
          </p:nvSpPr>
          <p:spPr>
            <a:xfrm>
              <a:off x="11123627" y="1329561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0.16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05573E62-3BA8-FF58-53FA-260EA4A6C4CB}"/>
                </a:ext>
              </a:extLst>
            </p:cNvPr>
            <p:cNvSpPr/>
            <p:nvPr/>
          </p:nvSpPr>
          <p:spPr>
            <a:xfrm>
              <a:off x="10020695" y="2018956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0.37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A6B866D0-E737-8657-CF2F-6C98A2A33870}"/>
                </a:ext>
              </a:extLst>
            </p:cNvPr>
            <p:cNvSpPr/>
            <p:nvPr/>
          </p:nvSpPr>
          <p:spPr>
            <a:xfrm>
              <a:off x="10388339" y="2018956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-0.01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44B9AFEF-4936-3A9D-CC7E-B9F1F8A8833B}"/>
                </a:ext>
              </a:extLst>
            </p:cNvPr>
            <p:cNvSpPr/>
            <p:nvPr/>
          </p:nvSpPr>
          <p:spPr>
            <a:xfrm>
              <a:off x="10755983" y="2018956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02D89399-68D6-2889-89A7-F8BBC730AFF8}"/>
                </a:ext>
              </a:extLst>
            </p:cNvPr>
            <p:cNvSpPr/>
            <p:nvPr/>
          </p:nvSpPr>
          <p:spPr>
            <a:xfrm>
              <a:off x="11123627" y="2018956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-0.52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DD80B347-0DAF-8FFD-D004-1F8DCEE81C9F}"/>
                </a:ext>
              </a:extLst>
            </p:cNvPr>
            <p:cNvSpPr/>
            <p:nvPr/>
          </p:nvSpPr>
          <p:spPr>
            <a:xfrm>
              <a:off x="10020695" y="2719087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0.00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62F1B261-6BDA-3CEE-F054-62EDE9907343}"/>
                </a:ext>
              </a:extLst>
            </p:cNvPr>
            <p:cNvSpPr/>
            <p:nvPr/>
          </p:nvSpPr>
          <p:spPr>
            <a:xfrm>
              <a:off x="10388339" y="2719087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0.16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1F4CDB61-6397-EC59-C0CF-655B3AD70D1C}"/>
                </a:ext>
              </a:extLst>
            </p:cNvPr>
            <p:cNvSpPr/>
            <p:nvPr/>
          </p:nvSpPr>
          <p:spPr>
            <a:xfrm>
              <a:off x="10755983" y="2719087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B3741E1B-2612-98B6-B2A7-EBA47B72B14D}"/>
                </a:ext>
              </a:extLst>
            </p:cNvPr>
            <p:cNvSpPr/>
            <p:nvPr/>
          </p:nvSpPr>
          <p:spPr>
            <a:xfrm>
              <a:off x="11123627" y="2719087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0.36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DD5E8F8A-969E-37BC-2E20-06FC8566D066}"/>
                </a:ext>
              </a:extLst>
            </p:cNvPr>
            <p:cNvSpPr/>
            <p:nvPr/>
          </p:nvSpPr>
          <p:spPr>
            <a:xfrm>
              <a:off x="10020695" y="3408482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0.60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38227DD-0E41-5E0F-AA4C-43877481CB45}"/>
                </a:ext>
              </a:extLst>
            </p:cNvPr>
            <p:cNvSpPr/>
            <p:nvPr/>
          </p:nvSpPr>
          <p:spPr>
            <a:xfrm>
              <a:off x="10388339" y="3408482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0.76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695A5B49-A251-4D99-7A9D-0E79591215A6}"/>
                </a:ext>
              </a:extLst>
            </p:cNvPr>
            <p:cNvSpPr/>
            <p:nvPr/>
          </p:nvSpPr>
          <p:spPr>
            <a:xfrm>
              <a:off x="10755983" y="3408482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0333B688-B457-9B9C-5FFE-3E3E37230B65}"/>
                </a:ext>
              </a:extLst>
            </p:cNvPr>
            <p:cNvSpPr/>
            <p:nvPr/>
          </p:nvSpPr>
          <p:spPr>
            <a:xfrm>
              <a:off x="11123627" y="3408482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-0.38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AD55CF27-C49B-C2E7-4376-E1E19A467205}"/>
                </a:ext>
              </a:extLst>
            </p:cNvPr>
            <p:cNvSpPr/>
            <p:nvPr/>
          </p:nvSpPr>
          <p:spPr>
            <a:xfrm>
              <a:off x="10020695" y="4108613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0.64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0C18F2DA-8CAC-CBC8-E358-A7B94A2B6066}"/>
                </a:ext>
              </a:extLst>
            </p:cNvPr>
            <p:cNvSpPr/>
            <p:nvPr/>
          </p:nvSpPr>
          <p:spPr>
            <a:xfrm>
              <a:off x="10388339" y="4108613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-0.42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E66CB16A-E622-6C12-B00B-1FA919962B20}"/>
                </a:ext>
              </a:extLst>
            </p:cNvPr>
            <p:cNvSpPr/>
            <p:nvPr/>
          </p:nvSpPr>
          <p:spPr>
            <a:xfrm>
              <a:off x="10755983" y="4108613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F9281C8F-275E-1A7E-16D3-EA8E04E20061}"/>
                </a:ext>
              </a:extLst>
            </p:cNvPr>
            <p:cNvSpPr/>
            <p:nvPr/>
          </p:nvSpPr>
          <p:spPr>
            <a:xfrm>
              <a:off x="11123627" y="4108613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0.50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6BF45D9E-0AD5-448B-0C0D-58C6778EF90F}"/>
                </a:ext>
              </a:extLst>
            </p:cNvPr>
            <p:cNvSpPr/>
            <p:nvPr/>
          </p:nvSpPr>
          <p:spPr>
            <a:xfrm>
              <a:off x="10020695" y="4798008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-0.32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8ED58430-EFE2-FA2D-1B2B-27AA0F535AE2}"/>
                </a:ext>
              </a:extLst>
            </p:cNvPr>
            <p:cNvSpPr/>
            <p:nvPr/>
          </p:nvSpPr>
          <p:spPr>
            <a:xfrm>
              <a:off x="10388339" y="4798008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-0.32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C1E187A4-7723-A6AD-0BE6-FFF48C1D0D09}"/>
                </a:ext>
              </a:extLst>
            </p:cNvPr>
            <p:cNvSpPr/>
            <p:nvPr/>
          </p:nvSpPr>
          <p:spPr>
            <a:xfrm>
              <a:off x="10755983" y="4798008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A5CD8401-4AE2-CC52-C98C-6BCA18A3FD6F}"/>
                </a:ext>
              </a:extLst>
            </p:cNvPr>
            <p:cNvSpPr/>
            <p:nvPr/>
          </p:nvSpPr>
          <p:spPr>
            <a:xfrm>
              <a:off x="11123627" y="4798008"/>
              <a:ext cx="367644" cy="3726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-0.08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A22531B3-BFEB-3316-1C5D-A6C9816ECA53}"/>
                    </a:ext>
                  </a:extLst>
                </p:cNvPr>
                <p:cNvSpPr txBox="1"/>
                <p:nvPr/>
              </p:nvSpPr>
              <p:spPr>
                <a:xfrm>
                  <a:off x="5218523" y="1332861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A22531B3-BFEB-3316-1C5D-A6C9816ECA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8523" y="1332861"/>
                  <a:ext cx="41549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EE9D27A3-E801-776E-6AD1-179066DC53F6}"/>
                    </a:ext>
                  </a:extLst>
                </p:cNvPr>
                <p:cNvSpPr txBox="1"/>
                <p:nvPr/>
              </p:nvSpPr>
              <p:spPr>
                <a:xfrm>
                  <a:off x="5217053" y="2022256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EE9D27A3-E801-776E-6AD1-179066DC53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7053" y="2022256"/>
                  <a:ext cx="41549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47F03ED6-D377-778E-3723-CDBC6D95F15E}"/>
                    </a:ext>
                  </a:extLst>
                </p:cNvPr>
                <p:cNvSpPr txBox="1"/>
                <p:nvPr/>
              </p:nvSpPr>
              <p:spPr>
                <a:xfrm>
                  <a:off x="5223559" y="2716725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47F03ED6-D377-778E-3723-CDBC6D95F1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3559" y="2716725"/>
                  <a:ext cx="41549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0D82A6D8-C3E4-1EF8-C484-5E357DC0709B}"/>
                    </a:ext>
                  </a:extLst>
                </p:cNvPr>
                <p:cNvSpPr txBox="1"/>
                <p:nvPr/>
              </p:nvSpPr>
              <p:spPr>
                <a:xfrm>
                  <a:off x="5222089" y="3406120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0D82A6D8-C3E4-1EF8-C484-5E357DC070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2089" y="3406120"/>
                  <a:ext cx="41549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文本框 62">
                  <a:extLst>
                    <a:ext uri="{FF2B5EF4-FFF2-40B4-BE49-F238E27FC236}">
                      <a16:creationId xmlns:a16="http://schemas.microsoft.com/office/drawing/2014/main" id="{6D3438C6-3237-791D-C90A-F27548A50786}"/>
                    </a:ext>
                  </a:extLst>
                </p:cNvPr>
                <p:cNvSpPr txBox="1"/>
                <p:nvPr/>
              </p:nvSpPr>
              <p:spPr>
                <a:xfrm>
                  <a:off x="5223558" y="4100589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3" name="文本框 62">
                  <a:extLst>
                    <a:ext uri="{FF2B5EF4-FFF2-40B4-BE49-F238E27FC236}">
                      <a16:creationId xmlns:a16="http://schemas.microsoft.com/office/drawing/2014/main" id="{6D3438C6-3237-791D-C90A-F27548A507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3558" y="4100589"/>
                  <a:ext cx="41549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5AACD261-6909-AAE0-311C-D95588812FB1}"/>
                    </a:ext>
                  </a:extLst>
                </p:cNvPr>
                <p:cNvSpPr txBox="1"/>
                <p:nvPr/>
              </p:nvSpPr>
              <p:spPr>
                <a:xfrm>
                  <a:off x="5222088" y="4789984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5AACD261-6909-AAE0-311C-D95588812F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2088" y="4789984"/>
                  <a:ext cx="41549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137E83DD-FCB4-06A9-6183-9269515E1C9E}"/>
                    </a:ext>
                  </a:extLst>
                </p:cNvPr>
                <p:cNvSpPr txBox="1"/>
                <p:nvPr/>
              </p:nvSpPr>
              <p:spPr>
                <a:xfrm>
                  <a:off x="6743435" y="1325933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137E83DD-FCB4-06A9-6183-9269515E1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3435" y="1325933"/>
                  <a:ext cx="41549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0379448A-A56A-40C9-01FE-C8F2CC0B0060}"/>
                    </a:ext>
                  </a:extLst>
                </p:cNvPr>
                <p:cNvSpPr txBox="1"/>
                <p:nvPr/>
              </p:nvSpPr>
              <p:spPr>
                <a:xfrm>
                  <a:off x="6741965" y="2015328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0379448A-A56A-40C9-01FE-C8F2CC0B0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1965" y="2015328"/>
                  <a:ext cx="415498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EE85FF5C-EB55-09F8-0168-362D250060AB}"/>
                    </a:ext>
                  </a:extLst>
                </p:cNvPr>
                <p:cNvSpPr txBox="1"/>
                <p:nvPr/>
              </p:nvSpPr>
              <p:spPr>
                <a:xfrm>
                  <a:off x="6748471" y="2709797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EE85FF5C-EB55-09F8-0168-362D250060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8471" y="2709797"/>
                  <a:ext cx="41549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DFF9C5A8-134B-E90E-2D25-383BD4DB2805}"/>
                    </a:ext>
                  </a:extLst>
                </p:cNvPr>
                <p:cNvSpPr txBox="1"/>
                <p:nvPr/>
              </p:nvSpPr>
              <p:spPr>
                <a:xfrm>
                  <a:off x="6747001" y="3399192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DFF9C5A8-134B-E90E-2D25-383BD4DB28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7001" y="3399192"/>
                  <a:ext cx="41549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96BCDBA1-56DC-F83B-BF15-2EB430CC10F1}"/>
                    </a:ext>
                  </a:extLst>
                </p:cNvPr>
                <p:cNvSpPr txBox="1"/>
                <p:nvPr/>
              </p:nvSpPr>
              <p:spPr>
                <a:xfrm>
                  <a:off x="6748470" y="4093661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96BCDBA1-56DC-F83B-BF15-2EB430CC1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8470" y="4093661"/>
                  <a:ext cx="41549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2786FE45-DB0E-F1CF-CACC-35501FB8FE33}"/>
                    </a:ext>
                  </a:extLst>
                </p:cNvPr>
                <p:cNvSpPr txBox="1"/>
                <p:nvPr/>
              </p:nvSpPr>
              <p:spPr>
                <a:xfrm>
                  <a:off x="6747000" y="4783056"/>
                  <a:ext cx="4154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2786FE45-DB0E-F1CF-CACC-35501FB8F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7000" y="4783056"/>
                  <a:ext cx="41549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F4747047-9456-DCF7-9BF3-ECA982397D40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572760" y="1513193"/>
              <a:ext cx="41477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5AF04CF1-6362-31A9-CE02-FF6E910EB750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3572760" y="2207956"/>
              <a:ext cx="41477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012AC1DC-79E6-9FB1-84AE-EEA466F539D6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3572759" y="2902719"/>
              <a:ext cx="41477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4D34A0F7-E24F-E05F-9361-6F2CF40FFC69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3572759" y="3597482"/>
              <a:ext cx="41477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E30BF090-E1A7-5F17-BE1E-CFD6BFE97389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flipV="1">
              <a:off x="3572758" y="4285638"/>
              <a:ext cx="414779" cy="660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B534991B-3C4A-2D9B-A154-9841BE6CB762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3572758" y="4987008"/>
              <a:ext cx="402761" cy="36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68E2419D-7AE8-5FC1-4A33-D0D3B447B1C2}"/>
                </a:ext>
              </a:extLst>
            </p:cNvPr>
            <p:cNvCxnSpPr>
              <a:cxnSpLocks/>
            </p:cNvCxnSpPr>
            <p:nvPr/>
          </p:nvCxnSpPr>
          <p:spPr>
            <a:xfrm>
              <a:off x="8162284" y="1510125"/>
              <a:ext cx="41477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CE3B3123-3613-E111-1D7C-F438CC67F2B5}"/>
                </a:ext>
              </a:extLst>
            </p:cNvPr>
            <p:cNvCxnSpPr>
              <a:cxnSpLocks/>
            </p:cNvCxnSpPr>
            <p:nvPr/>
          </p:nvCxnSpPr>
          <p:spPr>
            <a:xfrm>
              <a:off x="8162284" y="2204888"/>
              <a:ext cx="41477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D8B80DE3-DC1F-9A96-8C09-9930D3F28472}"/>
                </a:ext>
              </a:extLst>
            </p:cNvPr>
            <p:cNvCxnSpPr>
              <a:cxnSpLocks/>
            </p:cNvCxnSpPr>
            <p:nvPr/>
          </p:nvCxnSpPr>
          <p:spPr>
            <a:xfrm>
              <a:off x="8162283" y="2899651"/>
              <a:ext cx="41477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4AF2174A-2BA7-7B6B-F2EE-634458C0F067}"/>
                </a:ext>
              </a:extLst>
            </p:cNvPr>
            <p:cNvCxnSpPr>
              <a:cxnSpLocks/>
            </p:cNvCxnSpPr>
            <p:nvPr/>
          </p:nvCxnSpPr>
          <p:spPr>
            <a:xfrm>
              <a:off x="8162283" y="3594414"/>
              <a:ext cx="414778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6D96F8EA-77DC-319C-750E-E2EC3F13DB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62282" y="4282570"/>
              <a:ext cx="414779" cy="660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CD1DEA5C-916E-FB32-667B-9267B1428773}"/>
                </a:ext>
              </a:extLst>
            </p:cNvPr>
            <p:cNvCxnSpPr>
              <a:cxnSpLocks/>
            </p:cNvCxnSpPr>
            <p:nvPr/>
          </p:nvCxnSpPr>
          <p:spPr>
            <a:xfrm>
              <a:off x="8162282" y="4983940"/>
              <a:ext cx="402761" cy="36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DF207557-803E-406B-612E-5B87AB87D0BB}"/>
                </a:ext>
              </a:extLst>
            </p:cNvPr>
            <p:cNvSpPr txBox="1"/>
            <p:nvPr/>
          </p:nvSpPr>
          <p:spPr>
            <a:xfrm>
              <a:off x="4270438" y="892883"/>
              <a:ext cx="9557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Token 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Embeddings</a:t>
              </a:r>
              <a:endParaRPr lang="zh-CN" altLang="en-US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5648B007-6F06-3CDC-C708-AE6445F30C16}"/>
                </a:ext>
              </a:extLst>
            </p:cNvPr>
            <p:cNvSpPr txBox="1"/>
            <p:nvPr/>
          </p:nvSpPr>
          <p:spPr>
            <a:xfrm>
              <a:off x="5743345" y="892883"/>
              <a:ext cx="9557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Position 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Embeddings</a:t>
              </a:r>
              <a:endParaRPr lang="zh-CN" altLang="en-US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D5C7F9EC-8C3B-5DD6-247E-058705A2F87D}"/>
                </a:ext>
              </a:extLst>
            </p:cNvPr>
            <p:cNvSpPr txBox="1"/>
            <p:nvPr/>
          </p:nvSpPr>
          <p:spPr>
            <a:xfrm>
              <a:off x="7232548" y="892883"/>
              <a:ext cx="9557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Token Type 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Embeddings</a:t>
              </a:r>
              <a:endParaRPr lang="zh-CN" altLang="en-US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CFAFEE70-CB83-9C32-5BCC-5CD1723FEE80}"/>
                </a:ext>
              </a:extLst>
            </p:cNvPr>
            <p:cNvSpPr txBox="1"/>
            <p:nvPr/>
          </p:nvSpPr>
          <p:spPr>
            <a:xfrm>
              <a:off x="5314141" y="511476"/>
              <a:ext cx="24749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BERT Embedding Layer</a:t>
              </a:r>
              <a:endPara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E0CA85B0-A86A-4068-AFFF-BF0CCA05E27A}"/>
                </a:ext>
              </a:extLst>
            </p:cNvPr>
            <p:cNvSpPr txBox="1"/>
            <p:nvPr/>
          </p:nvSpPr>
          <p:spPr>
            <a:xfrm>
              <a:off x="8413298" y="892883"/>
              <a:ext cx="87556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Normalize </a:t>
              </a: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Output</a:t>
              </a:r>
              <a:endParaRPr lang="zh-CN" altLang="en-US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302349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10AA2-2859-20A2-6897-13FB3D4E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3439E1A2-0954-A9DA-4165-B4B2926DD398}"/>
              </a:ext>
            </a:extLst>
          </p:cNvPr>
          <p:cNvGrpSpPr/>
          <p:nvPr/>
        </p:nvGrpSpPr>
        <p:grpSpPr>
          <a:xfrm>
            <a:off x="1065229" y="1432875"/>
            <a:ext cx="10076111" cy="3155046"/>
            <a:chOff x="1065229" y="1432875"/>
            <a:chExt cx="10076111" cy="3155046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1E98FB3E-8D36-69E8-8721-9213360F865E}"/>
                </a:ext>
              </a:extLst>
            </p:cNvPr>
            <p:cNvSpPr/>
            <p:nvPr/>
          </p:nvSpPr>
          <p:spPr>
            <a:xfrm>
              <a:off x="2328421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[CLS]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任意多边形: 形状 1">
              <a:extLst>
                <a:ext uri="{FF2B5EF4-FFF2-40B4-BE49-F238E27FC236}">
                  <a16:creationId xmlns:a16="http://schemas.microsoft.com/office/drawing/2014/main" id="{A90E81AC-5B60-E903-7891-F9CA0C15BDB6}"/>
                </a:ext>
              </a:extLst>
            </p:cNvPr>
            <p:cNvSpPr/>
            <p:nvPr/>
          </p:nvSpPr>
          <p:spPr>
            <a:xfrm>
              <a:off x="3129700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my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任意多边形: 形状 2">
              <a:extLst>
                <a:ext uri="{FF2B5EF4-FFF2-40B4-BE49-F238E27FC236}">
                  <a16:creationId xmlns:a16="http://schemas.microsoft.com/office/drawing/2014/main" id="{6C30BC0C-1CFB-C5DA-EC3F-8A9F8227CDF9}"/>
                </a:ext>
              </a:extLst>
            </p:cNvPr>
            <p:cNvSpPr/>
            <p:nvPr/>
          </p:nvSpPr>
          <p:spPr>
            <a:xfrm>
              <a:off x="3930979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???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任意多边形: 形状 3">
              <a:extLst>
                <a:ext uri="{FF2B5EF4-FFF2-40B4-BE49-F238E27FC236}">
                  <a16:creationId xmlns:a16="http://schemas.microsoft.com/office/drawing/2014/main" id="{2A85ECD0-FA69-EA46-88C0-040CDC980EB3}"/>
                </a:ext>
              </a:extLst>
            </p:cNvPr>
            <p:cNvSpPr/>
            <p:nvPr/>
          </p:nvSpPr>
          <p:spPr>
            <a:xfrm>
              <a:off x="4732258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is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6F44D770-A645-A26A-CBD6-40AD93BA382F}"/>
                </a:ext>
              </a:extLst>
            </p:cNvPr>
            <p:cNvSpPr/>
            <p:nvPr/>
          </p:nvSpPr>
          <p:spPr>
            <a:xfrm>
              <a:off x="5533537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cute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E2A8D79F-3BBB-2E29-9EDC-D1401A45363C}"/>
                </a:ext>
              </a:extLst>
            </p:cNvPr>
            <p:cNvSpPr/>
            <p:nvPr/>
          </p:nvSpPr>
          <p:spPr>
            <a:xfrm>
              <a:off x="6334816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[SEP]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63F4ECDC-A3A4-64F1-E317-B38010BD4687}"/>
                </a:ext>
              </a:extLst>
            </p:cNvPr>
            <p:cNvSpPr/>
            <p:nvPr/>
          </p:nvSpPr>
          <p:spPr>
            <a:xfrm>
              <a:off x="7136095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he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4CFD6BA9-743A-2E61-BB5D-6C3CB730E943}"/>
                </a:ext>
              </a:extLst>
            </p:cNvPr>
            <p:cNvSpPr/>
            <p:nvPr/>
          </p:nvSpPr>
          <p:spPr>
            <a:xfrm>
              <a:off x="7937374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likes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CA9145A5-199C-16C6-4EA5-D4BCA7758CC5}"/>
                </a:ext>
              </a:extLst>
            </p:cNvPr>
            <p:cNvSpPr/>
            <p:nvPr/>
          </p:nvSpPr>
          <p:spPr>
            <a:xfrm>
              <a:off x="8738653" y="1432876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play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F1E0F58A-0E0F-7EAC-55FD-72918327CAF8}"/>
                </a:ext>
              </a:extLst>
            </p:cNvPr>
            <p:cNvSpPr/>
            <p:nvPr/>
          </p:nvSpPr>
          <p:spPr>
            <a:xfrm>
              <a:off x="9539932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???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4877D747-BA54-63A7-BAC9-23CF5F66F3A2}"/>
                </a:ext>
              </a:extLst>
            </p:cNvPr>
            <p:cNvSpPr/>
            <p:nvPr/>
          </p:nvSpPr>
          <p:spPr>
            <a:xfrm>
              <a:off x="10341211" y="1432875"/>
              <a:ext cx="650450" cy="377072"/>
            </a:xfrm>
            <a:custGeom>
              <a:avLst/>
              <a:gdLst>
                <a:gd name="connsiteX0" fmla="*/ 720000 w 4044099"/>
                <a:gd name="connsiteY0" fmla="*/ 0 h 2281287"/>
                <a:gd name="connsiteX1" fmla="*/ 3324099 w 4044099"/>
                <a:gd name="connsiteY1" fmla="*/ 0 h 2281287"/>
                <a:gd name="connsiteX2" fmla="*/ 4044099 w 4044099"/>
                <a:gd name="connsiteY2" fmla="*/ 720000 h 2281287"/>
                <a:gd name="connsiteX3" fmla="*/ 4044099 w 4044099"/>
                <a:gd name="connsiteY3" fmla="*/ 2281287 h 2281287"/>
                <a:gd name="connsiteX4" fmla="*/ 0 w 4044099"/>
                <a:gd name="connsiteY4" fmla="*/ 2281287 h 2281287"/>
                <a:gd name="connsiteX5" fmla="*/ 0 w 4044099"/>
                <a:gd name="connsiteY5" fmla="*/ 720000 h 2281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44099" h="2281287">
                  <a:moveTo>
                    <a:pt x="720000" y="0"/>
                  </a:moveTo>
                  <a:lnTo>
                    <a:pt x="3324099" y="0"/>
                  </a:lnTo>
                  <a:lnTo>
                    <a:pt x="4044099" y="720000"/>
                  </a:lnTo>
                  <a:lnTo>
                    <a:pt x="4044099" y="2281287"/>
                  </a:lnTo>
                  <a:lnTo>
                    <a:pt x="0" y="2281287"/>
                  </a:lnTo>
                  <a:lnTo>
                    <a:pt x="0" y="720000"/>
                  </a:lnTo>
                  <a:close/>
                </a:path>
              </a:pathLst>
            </a:cu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[SEP]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299D7347-1A66-1BE4-1E68-C9B362B80D9C}"/>
                    </a:ext>
                  </a:extLst>
                </p:cNvPr>
                <p:cNvSpPr/>
                <p:nvPr/>
              </p:nvSpPr>
              <p:spPr>
                <a:xfrm>
                  <a:off x="2327271" y="2347274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b="0" i="1" smtClean="0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b="0" i="1" smtClean="0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𝐶𝐿𝑆</m:t>
                                </m:r>
                              </m:e>
                            </m:d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299D7347-1A66-1BE4-1E68-C9B362B80D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7271" y="2347274"/>
                  <a:ext cx="651600" cy="378000"/>
                </a:xfrm>
                <a:prstGeom prst="rect">
                  <a:avLst/>
                </a:prstGeom>
                <a:blipFill>
                  <a:blip r:embed="rId2"/>
                  <a:stretch>
                    <a:fillRect l="-82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C74A6FD6-8DA2-0842-B22E-9B4B305929B5}"/>
                    </a:ext>
                  </a:extLst>
                </p:cNvPr>
                <p:cNvSpPr/>
                <p:nvPr/>
              </p:nvSpPr>
              <p:spPr>
                <a:xfrm>
                  <a:off x="3129700" y="2347274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𝑚𝑦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C74A6FD6-8DA2-0842-B22E-9B4B305929B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9700" y="2347274"/>
                  <a:ext cx="651600" cy="378000"/>
                </a:xfrm>
                <a:prstGeom prst="rect">
                  <a:avLst/>
                </a:prstGeom>
                <a:blipFill>
                  <a:blip r:embed="rId3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32CB974D-ABBF-E911-DA48-8F6A02040BBD}"/>
                </a:ext>
              </a:extLst>
            </p:cNvPr>
            <p:cNvSpPr/>
            <p:nvPr/>
          </p:nvSpPr>
          <p:spPr>
            <a:xfrm>
              <a:off x="3930979" y="2347274"/>
              <a:ext cx="651600" cy="37800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&lt;MASK&gt;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矩形 15">
                  <a:extLst>
                    <a:ext uri="{FF2B5EF4-FFF2-40B4-BE49-F238E27FC236}">
                      <a16:creationId xmlns:a16="http://schemas.microsoft.com/office/drawing/2014/main" id="{730C1057-97C3-992A-9642-BC25AF5FA6A6}"/>
                    </a:ext>
                  </a:extLst>
                </p:cNvPr>
                <p:cNvSpPr/>
                <p:nvPr/>
              </p:nvSpPr>
              <p:spPr>
                <a:xfrm>
                  <a:off x="4729958" y="2348202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𝑖𝑠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6" name="矩形 15">
                  <a:extLst>
                    <a:ext uri="{FF2B5EF4-FFF2-40B4-BE49-F238E27FC236}">
                      <a16:creationId xmlns:a16="http://schemas.microsoft.com/office/drawing/2014/main" id="{730C1057-97C3-992A-9642-BC25AF5FA6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958" y="2348202"/>
                  <a:ext cx="651600" cy="3780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142EF1E9-66A5-A33C-2C31-D97658361568}"/>
                    </a:ext>
                  </a:extLst>
                </p:cNvPr>
                <p:cNvSpPr/>
                <p:nvPr/>
              </p:nvSpPr>
              <p:spPr>
                <a:xfrm>
                  <a:off x="5532387" y="2348202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𝑐𝑢𝑡𝑒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142EF1E9-66A5-A33C-2C31-D976583615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2387" y="2348202"/>
                  <a:ext cx="651600" cy="378000"/>
                </a:xfrm>
                <a:prstGeom prst="rect">
                  <a:avLst/>
                </a:prstGeom>
                <a:blipFill>
                  <a:blip r:embed="rId5"/>
                  <a:stretch>
                    <a:fillRect l="-5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E8244B07-0A12-B476-1C8B-E7EC2539338B}"/>
                    </a:ext>
                  </a:extLst>
                </p:cNvPr>
                <p:cNvSpPr/>
                <p:nvPr/>
              </p:nvSpPr>
              <p:spPr>
                <a:xfrm>
                  <a:off x="6333666" y="2348202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[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𝑆𝐸𝑃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]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E8244B07-0A12-B476-1C8B-E7EC253933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666" y="2348202"/>
                  <a:ext cx="651600" cy="378000"/>
                </a:xfrm>
                <a:prstGeom prst="rect">
                  <a:avLst/>
                </a:prstGeom>
                <a:blipFill>
                  <a:blip r:embed="rId6"/>
                  <a:stretch>
                    <a:fillRect l="-9174" b="-1093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650B9989-E4DF-5573-230A-8AA9C150FA8D}"/>
                    </a:ext>
                  </a:extLst>
                </p:cNvPr>
                <p:cNvSpPr/>
                <p:nvPr/>
              </p:nvSpPr>
              <p:spPr>
                <a:xfrm>
                  <a:off x="7137245" y="2357629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h𝑒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650B9989-E4DF-5573-230A-8AA9C150FA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7245" y="2357629"/>
                  <a:ext cx="651600" cy="37800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84F23EF6-B227-BE25-EA06-19711E185037}"/>
                    </a:ext>
                  </a:extLst>
                </p:cNvPr>
                <p:cNvSpPr/>
                <p:nvPr/>
              </p:nvSpPr>
              <p:spPr>
                <a:xfrm>
                  <a:off x="7938524" y="2357629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𝑙𝑖𝑘𝑒𝑠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84F23EF6-B227-BE25-EA06-19711E1850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8524" y="2357629"/>
                  <a:ext cx="651600" cy="378000"/>
                </a:xfrm>
                <a:prstGeom prst="rect">
                  <a:avLst/>
                </a:prstGeom>
                <a:blipFill>
                  <a:blip r:embed="rId8"/>
                  <a:stretch>
                    <a:fillRect l="-64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C4B0C99D-69B0-1E2D-1205-64AD31092430}"/>
                    </a:ext>
                  </a:extLst>
                </p:cNvPr>
                <p:cNvSpPr/>
                <p:nvPr/>
              </p:nvSpPr>
              <p:spPr>
                <a:xfrm>
                  <a:off x="8737503" y="2358557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𝑝𝑙𝑎𝑦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C4B0C99D-69B0-1E2D-1205-64AD310924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37503" y="2358557"/>
                  <a:ext cx="651600" cy="378000"/>
                </a:xfrm>
                <a:prstGeom prst="rect">
                  <a:avLst/>
                </a:prstGeom>
                <a:blipFill>
                  <a:blip r:embed="rId9"/>
                  <a:stretch>
                    <a:fillRect l="-5505" b="-78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C50F1676-07AE-9654-7AF0-D08BBC10D896}"/>
                </a:ext>
              </a:extLst>
            </p:cNvPr>
            <p:cNvSpPr/>
            <p:nvPr/>
          </p:nvSpPr>
          <p:spPr>
            <a:xfrm>
              <a:off x="9539932" y="2358557"/>
              <a:ext cx="651600" cy="37800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&lt;MASK&gt;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F9A92BE3-DA45-4B7E-41B7-91F8AEE5EB19}"/>
                    </a:ext>
                  </a:extLst>
                </p:cNvPr>
                <p:cNvSpPr/>
                <p:nvPr/>
              </p:nvSpPr>
              <p:spPr>
                <a:xfrm>
                  <a:off x="10341211" y="2358557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[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𝑆𝐸𝑃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]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F9A92BE3-DA45-4B7E-41B7-91F8AEE5EB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41211" y="2358557"/>
                  <a:ext cx="651600" cy="378000"/>
                </a:xfrm>
                <a:prstGeom prst="rect">
                  <a:avLst/>
                </a:prstGeom>
                <a:blipFill>
                  <a:blip r:embed="rId10"/>
                  <a:stretch>
                    <a:fillRect l="-9174" b="-1093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19BE42AE-549B-E50B-6B82-454168E4A019}"/>
                    </a:ext>
                  </a:extLst>
                </p:cNvPr>
                <p:cNvSpPr/>
                <p:nvPr/>
              </p:nvSpPr>
              <p:spPr>
                <a:xfrm>
                  <a:off x="2327271" y="327295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19BE42AE-549B-E50B-6B82-454168E4A0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7271" y="3272956"/>
                  <a:ext cx="651600" cy="37800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9E7BD1EC-960D-EAA2-9D5C-0F2EB9612A04}"/>
                    </a:ext>
                  </a:extLst>
                </p:cNvPr>
                <p:cNvSpPr/>
                <p:nvPr/>
              </p:nvSpPr>
              <p:spPr>
                <a:xfrm>
                  <a:off x="3129700" y="327295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9E7BD1EC-960D-EAA2-9D5C-0F2EB9612A0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9700" y="3272956"/>
                  <a:ext cx="651600" cy="37800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D763E1EF-154B-BA85-FEDC-9BA0CE6EA9D5}"/>
                    </a:ext>
                  </a:extLst>
                </p:cNvPr>
                <p:cNvSpPr/>
                <p:nvPr/>
              </p:nvSpPr>
              <p:spPr>
                <a:xfrm>
                  <a:off x="3930979" y="327295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D763E1EF-154B-BA85-FEDC-9BA0CE6EA9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0979" y="3272956"/>
                  <a:ext cx="651600" cy="37800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149D52F7-EF7D-537E-DB9D-91E304BF18F9}"/>
                    </a:ext>
                  </a:extLst>
                </p:cNvPr>
                <p:cNvSpPr/>
                <p:nvPr/>
              </p:nvSpPr>
              <p:spPr>
                <a:xfrm>
                  <a:off x="4729958" y="3273884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149D52F7-EF7D-537E-DB9D-91E304BF18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958" y="3273884"/>
                  <a:ext cx="651600" cy="37800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452059D3-EF80-C1E3-9A34-B9857EEC8B1F}"/>
                    </a:ext>
                  </a:extLst>
                </p:cNvPr>
                <p:cNvSpPr/>
                <p:nvPr/>
              </p:nvSpPr>
              <p:spPr>
                <a:xfrm>
                  <a:off x="5532387" y="3273884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452059D3-EF80-C1E3-9A34-B9857EEC8B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2387" y="3273884"/>
                  <a:ext cx="651600" cy="37800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AEC428D4-D33F-8D17-7B29-6C391E53FEBD}"/>
                    </a:ext>
                  </a:extLst>
                </p:cNvPr>
                <p:cNvSpPr/>
                <p:nvPr/>
              </p:nvSpPr>
              <p:spPr>
                <a:xfrm>
                  <a:off x="6333666" y="3273884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AEC428D4-D33F-8D17-7B29-6C391E53FE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666" y="3273884"/>
                  <a:ext cx="651600" cy="378000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矩形 29">
                  <a:extLst>
                    <a:ext uri="{FF2B5EF4-FFF2-40B4-BE49-F238E27FC236}">
                      <a16:creationId xmlns:a16="http://schemas.microsoft.com/office/drawing/2014/main" id="{CE433204-54F8-096A-635F-5367E39018D6}"/>
                    </a:ext>
                  </a:extLst>
                </p:cNvPr>
                <p:cNvSpPr/>
                <p:nvPr/>
              </p:nvSpPr>
              <p:spPr>
                <a:xfrm>
                  <a:off x="7137245" y="3283311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0" name="矩形 29">
                  <a:extLst>
                    <a:ext uri="{FF2B5EF4-FFF2-40B4-BE49-F238E27FC236}">
                      <a16:creationId xmlns:a16="http://schemas.microsoft.com/office/drawing/2014/main" id="{CE433204-54F8-096A-635F-5367E3901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7245" y="3283311"/>
                  <a:ext cx="651600" cy="37800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EA957108-17F5-6787-E428-DCC9169D29B5}"/>
                    </a:ext>
                  </a:extLst>
                </p:cNvPr>
                <p:cNvSpPr/>
                <p:nvPr/>
              </p:nvSpPr>
              <p:spPr>
                <a:xfrm>
                  <a:off x="7938524" y="3283311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EA957108-17F5-6787-E428-DCC9169D29B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8524" y="3283311"/>
                  <a:ext cx="651600" cy="378000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6BD6EE42-BB76-FC2E-219C-767E2F6928F3}"/>
                    </a:ext>
                  </a:extLst>
                </p:cNvPr>
                <p:cNvSpPr/>
                <p:nvPr/>
              </p:nvSpPr>
              <p:spPr>
                <a:xfrm>
                  <a:off x="8737503" y="3284239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6BD6EE42-BB76-FC2E-219C-767E2F6928F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37503" y="3284239"/>
                  <a:ext cx="651600" cy="378000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900C69F2-3BE0-A31B-D872-1AB493486D6D}"/>
                    </a:ext>
                  </a:extLst>
                </p:cNvPr>
                <p:cNvSpPr/>
                <p:nvPr/>
              </p:nvSpPr>
              <p:spPr>
                <a:xfrm>
                  <a:off x="9539932" y="3284239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900C69F2-3BE0-A31B-D872-1AB493486D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9932" y="3284239"/>
                  <a:ext cx="651600" cy="37800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F6C0B2EE-7481-C961-21A1-BE0C9BE8FD47}"/>
                    </a:ext>
                  </a:extLst>
                </p:cNvPr>
                <p:cNvSpPr/>
                <p:nvPr/>
              </p:nvSpPr>
              <p:spPr>
                <a:xfrm>
                  <a:off x="10341211" y="3284239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F6C0B2EE-7481-C961-21A1-BE0C9BE8FD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41211" y="3284239"/>
                  <a:ext cx="651600" cy="37800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矩形 34">
                  <a:extLst>
                    <a:ext uri="{FF2B5EF4-FFF2-40B4-BE49-F238E27FC236}">
                      <a16:creationId xmlns:a16="http://schemas.microsoft.com/office/drawing/2014/main" id="{55610991-DD1C-DB12-EA09-E393C9BD593C}"/>
                    </a:ext>
                  </a:extLst>
                </p:cNvPr>
                <p:cNvSpPr/>
                <p:nvPr/>
              </p:nvSpPr>
              <p:spPr>
                <a:xfrm>
                  <a:off x="2327271" y="4198638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5" name="矩形 34">
                  <a:extLst>
                    <a:ext uri="{FF2B5EF4-FFF2-40B4-BE49-F238E27FC236}">
                      <a16:creationId xmlns:a16="http://schemas.microsoft.com/office/drawing/2014/main" id="{55610991-DD1C-DB12-EA09-E393C9BD59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7271" y="4198638"/>
                  <a:ext cx="651600" cy="378000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BBDE586F-E2A8-8837-41C7-BA346C54B8FA}"/>
                    </a:ext>
                  </a:extLst>
                </p:cNvPr>
                <p:cNvSpPr/>
                <p:nvPr/>
              </p:nvSpPr>
              <p:spPr>
                <a:xfrm>
                  <a:off x="3129700" y="4198638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BBDE586F-E2A8-8837-41C7-BA346C54B8F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9700" y="4198638"/>
                  <a:ext cx="651600" cy="378000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0787C4C0-2080-C317-02E6-A951D2CF51D2}"/>
                    </a:ext>
                  </a:extLst>
                </p:cNvPr>
                <p:cNvSpPr/>
                <p:nvPr/>
              </p:nvSpPr>
              <p:spPr>
                <a:xfrm>
                  <a:off x="3930979" y="4198638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0787C4C0-2080-C317-02E6-A951D2CF51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0979" y="4198638"/>
                  <a:ext cx="651600" cy="378000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9958A69-B8A1-DC6F-AEDE-B854B8E333EE}"/>
                    </a:ext>
                  </a:extLst>
                </p:cNvPr>
                <p:cNvSpPr/>
                <p:nvPr/>
              </p:nvSpPr>
              <p:spPr>
                <a:xfrm>
                  <a:off x="4729958" y="419956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9958A69-B8A1-DC6F-AEDE-B854B8E33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9958" y="4199566"/>
                  <a:ext cx="651600" cy="378000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75934189-9EC6-84DC-8ED0-10ADAD9B03A6}"/>
                    </a:ext>
                  </a:extLst>
                </p:cNvPr>
                <p:cNvSpPr/>
                <p:nvPr/>
              </p:nvSpPr>
              <p:spPr>
                <a:xfrm>
                  <a:off x="5532387" y="419956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75934189-9EC6-84DC-8ED0-10ADAD9B03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2387" y="4199566"/>
                  <a:ext cx="651600" cy="378000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73B608C0-F0AF-2396-5A7E-041D1511E26F}"/>
                    </a:ext>
                  </a:extLst>
                </p:cNvPr>
                <p:cNvSpPr/>
                <p:nvPr/>
              </p:nvSpPr>
              <p:spPr>
                <a:xfrm>
                  <a:off x="6333666" y="4199566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73B608C0-F0AF-2396-5A7E-041D1511E2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666" y="4199566"/>
                  <a:ext cx="651600" cy="378000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DAA6BFAF-4823-1B84-C4C4-39DBAB22F24E}"/>
                    </a:ext>
                  </a:extLst>
                </p:cNvPr>
                <p:cNvSpPr/>
                <p:nvPr/>
              </p:nvSpPr>
              <p:spPr>
                <a:xfrm>
                  <a:off x="7137245" y="4208993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DAA6BFAF-4823-1B84-C4C4-39DBAB22F2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7245" y="4208993"/>
                  <a:ext cx="651600" cy="378000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71E60139-938E-17EA-F5AD-AC8CA98FE9BD}"/>
                    </a:ext>
                  </a:extLst>
                </p:cNvPr>
                <p:cNvSpPr/>
                <p:nvPr/>
              </p:nvSpPr>
              <p:spPr>
                <a:xfrm>
                  <a:off x="7938524" y="4208993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71E60139-938E-17EA-F5AD-AC8CA98FE9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8524" y="4208993"/>
                  <a:ext cx="651600" cy="378000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F9EB1339-BE21-E4CD-82A6-97F6B22C2F71}"/>
                    </a:ext>
                  </a:extLst>
                </p:cNvPr>
                <p:cNvSpPr/>
                <p:nvPr/>
              </p:nvSpPr>
              <p:spPr>
                <a:xfrm>
                  <a:off x="8737503" y="4209921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8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F9EB1339-BE21-E4CD-82A6-97F6B22C2F7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37503" y="4209921"/>
                  <a:ext cx="651600" cy="378000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BED347-E5A5-63F7-4AD4-D61773FB5B48}"/>
                    </a:ext>
                  </a:extLst>
                </p:cNvPr>
                <p:cNvSpPr/>
                <p:nvPr/>
              </p:nvSpPr>
              <p:spPr>
                <a:xfrm>
                  <a:off x="9539932" y="4209921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9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BED347-E5A5-63F7-4AD4-D61773FB5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39932" y="4209921"/>
                  <a:ext cx="651600" cy="378000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3F81F62D-A8BB-4F22-0771-2CDFB10C9099}"/>
                    </a:ext>
                  </a:extLst>
                </p:cNvPr>
                <p:cNvSpPr/>
                <p:nvPr/>
              </p:nvSpPr>
              <p:spPr>
                <a:xfrm>
                  <a:off x="10341211" y="4209921"/>
                  <a:ext cx="651600" cy="3780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10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3F81F62D-A8BB-4F22-0771-2CDFB10C909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41211" y="4209921"/>
                  <a:ext cx="651600" cy="378000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B67957F-1823-B306-D4CC-715E4917CE69}"/>
                </a:ext>
              </a:extLst>
            </p:cNvPr>
            <p:cNvCxnSpPr>
              <a:cxnSpLocks/>
            </p:cNvCxnSpPr>
            <p:nvPr/>
          </p:nvCxnSpPr>
          <p:spPr>
            <a:xfrm>
              <a:off x="1065229" y="1989056"/>
              <a:ext cx="1007611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ADF2993D-253A-9D96-304E-C88199EFA30C}"/>
                </a:ext>
              </a:extLst>
            </p:cNvPr>
            <p:cNvSpPr txBox="1"/>
            <p:nvPr/>
          </p:nvSpPr>
          <p:spPr>
            <a:xfrm>
              <a:off x="1065229" y="1440615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输入</a:t>
              </a: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5636AD15-47CC-86D9-E6D0-CA715A9FD9B3}"/>
                </a:ext>
              </a:extLst>
            </p:cNvPr>
            <p:cNvSpPr txBox="1"/>
            <p:nvPr/>
          </p:nvSpPr>
          <p:spPr>
            <a:xfrm>
              <a:off x="1065229" y="236591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词嵌入</a:t>
              </a: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B7674732-61DE-E5CD-9F4B-5DD7B7A878A1}"/>
                </a:ext>
              </a:extLst>
            </p:cNvPr>
            <p:cNvSpPr txBox="1"/>
            <p:nvPr/>
          </p:nvSpPr>
          <p:spPr>
            <a:xfrm>
              <a:off x="1065229" y="3291979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分段嵌入</a:t>
              </a: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E3589D9F-BA68-9CB3-247C-969CA012EAF8}"/>
                </a:ext>
              </a:extLst>
            </p:cNvPr>
            <p:cNvSpPr txBox="1"/>
            <p:nvPr/>
          </p:nvSpPr>
          <p:spPr>
            <a:xfrm>
              <a:off x="1065229" y="4213327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位置嵌入</a:t>
              </a:r>
            </a:p>
          </p:txBody>
        </p:sp>
        <p:sp>
          <p:nvSpPr>
            <p:cNvPr id="55" name="加号 54">
              <a:extLst>
                <a:ext uri="{FF2B5EF4-FFF2-40B4-BE49-F238E27FC236}">
                  <a16:creationId xmlns:a16="http://schemas.microsoft.com/office/drawing/2014/main" id="{52916743-9242-2062-006C-09EB1695E9F5}"/>
                </a:ext>
              </a:extLst>
            </p:cNvPr>
            <p:cNvSpPr/>
            <p:nvPr/>
          </p:nvSpPr>
          <p:spPr>
            <a:xfrm>
              <a:off x="2485653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7" name="加号 56">
              <a:extLst>
                <a:ext uri="{FF2B5EF4-FFF2-40B4-BE49-F238E27FC236}">
                  <a16:creationId xmlns:a16="http://schemas.microsoft.com/office/drawing/2014/main" id="{3D615597-B542-A16A-DC7E-00F25D29B6D5}"/>
                </a:ext>
              </a:extLst>
            </p:cNvPr>
            <p:cNvSpPr/>
            <p:nvPr/>
          </p:nvSpPr>
          <p:spPr>
            <a:xfrm>
              <a:off x="2515445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8" name="加号 57">
              <a:extLst>
                <a:ext uri="{FF2B5EF4-FFF2-40B4-BE49-F238E27FC236}">
                  <a16:creationId xmlns:a16="http://schemas.microsoft.com/office/drawing/2014/main" id="{E805DA57-53A9-8C13-852F-81BFC2414366}"/>
                </a:ext>
              </a:extLst>
            </p:cNvPr>
            <p:cNvSpPr/>
            <p:nvPr/>
          </p:nvSpPr>
          <p:spPr>
            <a:xfrm>
              <a:off x="3298036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9" name="加号 58">
              <a:extLst>
                <a:ext uri="{FF2B5EF4-FFF2-40B4-BE49-F238E27FC236}">
                  <a16:creationId xmlns:a16="http://schemas.microsoft.com/office/drawing/2014/main" id="{20055EC8-877F-3238-7B1F-335353A10FAF}"/>
                </a:ext>
              </a:extLst>
            </p:cNvPr>
            <p:cNvSpPr/>
            <p:nvPr/>
          </p:nvSpPr>
          <p:spPr>
            <a:xfrm>
              <a:off x="3327828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0" name="加号 59">
              <a:extLst>
                <a:ext uri="{FF2B5EF4-FFF2-40B4-BE49-F238E27FC236}">
                  <a16:creationId xmlns:a16="http://schemas.microsoft.com/office/drawing/2014/main" id="{3B82A8DB-29F2-88F6-89D9-8E219B761739}"/>
                </a:ext>
              </a:extLst>
            </p:cNvPr>
            <p:cNvSpPr/>
            <p:nvPr/>
          </p:nvSpPr>
          <p:spPr>
            <a:xfrm>
              <a:off x="4084151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1" name="加号 60">
              <a:extLst>
                <a:ext uri="{FF2B5EF4-FFF2-40B4-BE49-F238E27FC236}">
                  <a16:creationId xmlns:a16="http://schemas.microsoft.com/office/drawing/2014/main" id="{58C90BDC-CECB-EA01-3EA3-AE07F2A61A96}"/>
                </a:ext>
              </a:extLst>
            </p:cNvPr>
            <p:cNvSpPr/>
            <p:nvPr/>
          </p:nvSpPr>
          <p:spPr>
            <a:xfrm>
              <a:off x="4113943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2" name="加号 61">
              <a:extLst>
                <a:ext uri="{FF2B5EF4-FFF2-40B4-BE49-F238E27FC236}">
                  <a16:creationId xmlns:a16="http://schemas.microsoft.com/office/drawing/2014/main" id="{F5A54D97-C2DB-05B3-5402-CCE24BCB47F3}"/>
                </a:ext>
              </a:extLst>
            </p:cNvPr>
            <p:cNvSpPr/>
            <p:nvPr/>
          </p:nvSpPr>
          <p:spPr>
            <a:xfrm>
              <a:off x="4896534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3" name="加号 62">
              <a:extLst>
                <a:ext uri="{FF2B5EF4-FFF2-40B4-BE49-F238E27FC236}">
                  <a16:creationId xmlns:a16="http://schemas.microsoft.com/office/drawing/2014/main" id="{1C8FF7F6-04DE-1ECC-6E59-25B8C1589FF0}"/>
                </a:ext>
              </a:extLst>
            </p:cNvPr>
            <p:cNvSpPr/>
            <p:nvPr/>
          </p:nvSpPr>
          <p:spPr>
            <a:xfrm>
              <a:off x="4926326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4" name="加号 63">
              <a:extLst>
                <a:ext uri="{FF2B5EF4-FFF2-40B4-BE49-F238E27FC236}">
                  <a16:creationId xmlns:a16="http://schemas.microsoft.com/office/drawing/2014/main" id="{DFF6ACA0-FEDE-1F74-E28D-D399C0D0DCC7}"/>
                </a:ext>
              </a:extLst>
            </p:cNvPr>
            <p:cNvSpPr/>
            <p:nvPr/>
          </p:nvSpPr>
          <p:spPr>
            <a:xfrm>
              <a:off x="5705628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5" name="加号 64">
              <a:extLst>
                <a:ext uri="{FF2B5EF4-FFF2-40B4-BE49-F238E27FC236}">
                  <a16:creationId xmlns:a16="http://schemas.microsoft.com/office/drawing/2014/main" id="{33EB70C4-7424-6E22-A085-A45AFB30FAA9}"/>
                </a:ext>
              </a:extLst>
            </p:cNvPr>
            <p:cNvSpPr/>
            <p:nvPr/>
          </p:nvSpPr>
          <p:spPr>
            <a:xfrm>
              <a:off x="5735420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6" name="加号 65">
              <a:extLst>
                <a:ext uri="{FF2B5EF4-FFF2-40B4-BE49-F238E27FC236}">
                  <a16:creationId xmlns:a16="http://schemas.microsoft.com/office/drawing/2014/main" id="{7EEB5B62-8B20-E343-B06A-830D552FAB93}"/>
                </a:ext>
              </a:extLst>
            </p:cNvPr>
            <p:cNvSpPr/>
            <p:nvPr/>
          </p:nvSpPr>
          <p:spPr>
            <a:xfrm>
              <a:off x="6518011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7" name="加号 66">
              <a:extLst>
                <a:ext uri="{FF2B5EF4-FFF2-40B4-BE49-F238E27FC236}">
                  <a16:creationId xmlns:a16="http://schemas.microsoft.com/office/drawing/2014/main" id="{79F6534D-7CB1-B788-D8D4-A7AD2BBA78FC}"/>
                </a:ext>
              </a:extLst>
            </p:cNvPr>
            <p:cNvSpPr/>
            <p:nvPr/>
          </p:nvSpPr>
          <p:spPr>
            <a:xfrm>
              <a:off x="6547803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8" name="加号 67">
              <a:extLst>
                <a:ext uri="{FF2B5EF4-FFF2-40B4-BE49-F238E27FC236}">
                  <a16:creationId xmlns:a16="http://schemas.microsoft.com/office/drawing/2014/main" id="{0E43F318-876F-37AF-25C7-50E79DCC2EFC}"/>
                </a:ext>
              </a:extLst>
            </p:cNvPr>
            <p:cNvSpPr/>
            <p:nvPr/>
          </p:nvSpPr>
          <p:spPr>
            <a:xfrm>
              <a:off x="7304126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加号 68">
              <a:extLst>
                <a:ext uri="{FF2B5EF4-FFF2-40B4-BE49-F238E27FC236}">
                  <a16:creationId xmlns:a16="http://schemas.microsoft.com/office/drawing/2014/main" id="{9CF86167-5932-4660-299D-95D2E724C33C}"/>
                </a:ext>
              </a:extLst>
            </p:cNvPr>
            <p:cNvSpPr/>
            <p:nvPr/>
          </p:nvSpPr>
          <p:spPr>
            <a:xfrm>
              <a:off x="7333918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0" name="加号 69">
              <a:extLst>
                <a:ext uri="{FF2B5EF4-FFF2-40B4-BE49-F238E27FC236}">
                  <a16:creationId xmlns:a16="http://schemas.microsoft.com/office/drawing/2014/main" id="{6A096B7B-7950-2482-A1DB-F071A83991E3}"/>
                </a:ext>
              </a:extLst>
            </p:cNvPr>
            <p:cNvSpPr/>
            <p:nvPr/>
          </p:nvSpPr>
          <p:spPr>
            <a:xfrm>
              <a:off x="8116509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1" name="加号 70">
              <a:extLst>
                <a:ext uri="{FF2B5EF4-FFF2-40B4-BE49-F238E27FC236}">
                  <a16:creationId xmlns:a16="http://schemas.microsoft.com/office/drawing/2014/main" id="{7C3A2081-6D8B-ED1F-6E29-ACA2F0CF9302}"/>
                </a:ext>
              </a:extLst>
            </p:cNvPr>
            <p:cNvSpPr/>
            <p:nvPr/>
          </p:nvSpPr>
          <p:spPr>
            <a:xfrm>
              <a:off x="8146301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2" name="加号 71">
              <a:extLst>
                <a:ext uri="{FF2B5EF4-FFF2-40B4-BE49-F238E27FC236}">
                  <a16:creationId xmlns:a16="http://schemas.microsoft.com/office/drawing/2014/main" id="{A7DD0980-1906-E305-CC61-FB7B50DA1266}"/>
                </a:ext>
              </a:extLst>
            </p:cNvPr>
            <p:cNvSpPr/>
            <p:nvPr/>
          </p:nvSpPr>
          <p:spPr>
            <a:xfrm>
              <a:off x="8928892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3" name="加号 72">
              <a:extLst>
                <a:ext uri="{FF2B5EF4-FFF2-40B4-BE49-F238E27FC236}">
                  <a16:creationId xmlns:a16="http://schemas.microsoft.com/office/drawing/2014/main" id="{E17C6974-F41C-79C4-C1E3-081BCE14E876}"/>
                </a:ext>
              </a:extLst>
            </p:cNvPr>
            <p:cNvSpPr/>
            <p:nvPr/>
          </p:nvSpPr>
          <p:spPr>
            <a:xfrm>
              <a:off x="8958684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加号 73">
              <a:extLst>
                <a:ext uri="{FF2B5EF4-FFF2-40B4-BE49-F238E27FC236}">
                  <a16:creationId xmlns:a16="http://schemas.microsoft.com/office/drawing/2014/main" id="{28AC6A35-D06D-9736-902E-0D2D47C12746}"/>
                </a:ext>
              </a:extLst>
            </p:cNvPr>
            <p:cNvSpPr/>
            <p:nvPr/>
          </p:nvSpPr>
          <p:spPr>
            <a:xfrm>
              <a:off x="9741275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加号 74">
              <a:extLst>
                <a:ext uri="{FF2B5EF4-FFF2-40B4-BE49-F238E27FC236}">
                  <a16:creationId xmlns:a16="http://schemas.microsoft.com/office/drawing/2014/main" id="{DAE7B8B9-2471-E518-0AAB-FE39C8E2CBA6}"/>
                </a:ext>
              </a:extLst>
            </p:cNvPr>
            <p:cNvSpPr/>
            <p:nvPr/>
          </p:nvSpPr>
          <p:spPr>
            <a:xfrm>
              <a:off x="9771067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加号 75">
              <a:extLst>
                <a:ext uri="{FF2B5EF4-FFF2-40B4-BE49-F238E27FC236}">
                  <a16:creationId xmlns:a16="http://schemas.microsoft.com/office/drawing/2014/main" id="{A6FFF63F-C5E7-1A9F-E7A6-4BB578F348DA}"/>
                </a:ext>
              </a:extLst>
            </p:cNvPr>
            <p:cNvSpPr/>
            <p:nvPr/>
          </p:nvSpPr>
          <p:spPr>
            <a:xfrm>
              <a:off x="10527390" y="3787171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加号 76">
              <a:extLst>
                <a:ext uri="{FF2B5EF4-FFF2-40B4-BE49-F238E27FC236}">
                  <a16:creationId xmlns:a16="http://schemas.microsoft.com/office/drawing/2014/main" id="{E9F52FA2-43BC-8F1F-37EF-52A175CD27C6}"/>
                </a:ext>
              </a:extLst>
            </p:cNvPr>
            <p:cNvSpPr/>
            <p:nvPr/>
          </p:nvSpPr>
          <p:spPr>
            <a:xfrm>
              <a:off x="10557182" y="2861489"/>
              <a:ext cx="275252" cy="275252"/>
            </a:xfrm>
            <a:prstGeom prst="mathPlus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977368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E3D8A68A-BF85-89FF-6CF7-FC726F2CD707}"/>
              </a:ext>
            </a:extLst>
          </p:cNvPr>
          <p:cNvGrpSpPr/>
          <p:nvPr/>
        </p:nvGrpSpPr>
        <p:grpSpPr>
          <a:xfrm rot="5400000">
            <a:off x="2845717" y="155765"/>
            <a:ext cx="8344823" cy="6624009"/>
            <a:chOff x="2845717" y="155765"/>
            <a:chExt cx="8344823" cy="6624009"/>
          </a:xfrm>
        </p:grpSpPr>
        <p:sp>
          <p:nvSpPr>
            <p:cNvPr id="81" name="矩形: 圆角 80">
              <a:extLst>
                <a:ext uri="{FF2B5EF4-FFF2-40B4-BE49-F238E27FC236}">
                  <a16:creationId xmlns:a16="http://schemas.microsoft.com/office/drawing/2014/main" id="{8C9D6738-FDDE-1601-9A59-913F12EABB80}"/>
                </a:ext>
              </a:extLst>
            </p:cNvPr>
            <p:cNvSpPr/>
            <p:nvPr/>
          </p:nvSpPr>
          <p:spPr>
            <a:xfrm>
              <a:off x="3839467" y="2335376"/>
              <a:ext cx="6278200" cy="226820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5" name="矩形: 圆角 64">
              <a:extLst>
                <a:ext uri="{FF2B5EF4-FFF2-40B4-BE49-F238E27FC236}">
                  <a16:creationId xmlns:a16="http://schemas.microsoft.com/office/drawing/2014/main" id="{D02874F9-C9BB-19FB-B791-DFC057A9929D}"/>
                </a:ext>
              </a:extLst>
            </p:cNvPr>
            <p:cNvSpPr/>
            <p:nvPr/>
          </p:nvSpPr>
          <p:spPr>
            <a:xfrm>
              <a:off x="4856933" y="2592211"/>
              <a:ext cx="3574287" cy="169004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7F13F9C-9EBC-561D-F2D6-C9ECC4396284}"/>
                </a:ext>
              </a:extLst>
            </p:cNvPr>
            <p:cNvSpPr/>
            <p:nvPr/>
          </p:nvSpPr>
          <p:spPr>
            <a:xfrm rot="16200000">
              <a:off x="9812106" y="3299139"/>
              <a:ext cx="2378868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“每 天 是 你的”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D74F9929-AA0B-B37E-9D80-87DC08252C4C}"/>
                </a:ext>
              </a:extLst>
            </p:cNvPr>
            <p:cNvSpPr/>
            <p:nvPr/>
          </p:nvSpPr>
          <p:spPr>
            <a:xfrm rot="16200000">
              <a:off x="9229580" y="3299139"/>
              <a:ext cx="2378868" cy="378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[6109, 1110, 318, 534]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E2643B9A-4440-8933-ED01-F59F86E65A53}"/>
                </a:ext>
              </a:extLst>
            </p:cNvPr>
            <p:cNvSpPr/>
            <p:nvPr/>
          </p:nvSpPr>
          <p:spPr>
            <a:xfrm rot="16200000">
              <a:off x="9178215" y="3316180"/>
              <a:ext cx="1351178" cy="34391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词嵌入</a:t>
              </a: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670234F5-4022-B16C-E10E-0A6811327547}"/>
                </a:ext>
              </a:extLst>
            </p:cNvPr>
            <p:cNvSpPr/>
            <p:nvPr/>
          </p:nvSpPr>
          <p:spPr>
            <a:xfrm rot="16200000">
              <a:off x="8629771" y="3316180"/>
              <a:ext cx="1351178" cy="34391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位置嵌入</a:t>
              </a: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FD2BA2BE-0A05-6826-733A-9FBD62E73A7D}"/>
                </a:ext>
              </a:extLst>
            </p:cNvPr>
            <p:cNvSpPr/>
            <p:nvPr/>
          </p:nvSpPr>
          <p:spPr>
            <a:xfrm rot="16200000">
              <a:off x="7368803" y="3316181"/>
              <a:ext cx="1351178" cy="34391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掩码多头注意力</a:t>
              </a: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D1584EB9-6070-D5C4-55EB-AA04297D055A}"/>
                </a:ext>
              </a:extLst>
            </p:cNvPr>
            <p:cNvSpPr/>
            <p:nvPr/>
          </p:nvSpPr>
          <p:spPr>
            <a:xfrm rot="16200000">
              <a:off x="8367468" y="3341575"/>
              <a:ext cx="829685" cy="293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Dropout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FF6499D3-12BC-6390-2994-C05A625E7E99}"/>
                </a:ext>
              </a:extLst>
            </p:cNvPr>
            <p:cNvSpPr/>
            <p:nvPr/>
          </p:nvSpPr>
          <p:spPr>
            <a:xfrm rot="16200000">
              <a:off x="7106500" y="3341575"/>
              <a:ext cx="829685" cy="293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Dropout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BDE6D321-9DCC-49B5-2454-C217E1171BF8}"/>
                </a:ext>
              </a:extLst>
            </p:cNvPr>
            <p:cNvSpPr/>
            <p:nvPr/>
          </p:nvSpPr>
          <p:spPr>
            <a:xfrm rot="16200000">
              <a:off x="6608845" y="3341575"/>
              <a:ext cx="829685" cy="293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层归一化</a:t>
              </a: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2D4EC06E-6CFB-2969-1CEF-7A12E1E445A4}"/>
                </a:ext>
              </a:extLst>
            </p:cNvPr>
            <p:cNvSpPr/>
            <p:nvPr/>
          </p:nvSpPr>
          <p:spPr>
            <a:xfrm rot="16200000">
              <a:off x="5525668" y="3316181"/>
              <a:ext cx="1351178" cy="34391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前馈神经网络</a:t>
              </a: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589F380D-FB70-997F-47E1-3E82C444CDAB}"/>
                </a:ext>
              </a:extLst>
            </p:cNvPr>
            <p:cNvSpPr/>
            <p:nvPr/>
          </p:nvSpPr>
          <p:spPr>
            <a:xfrm rot="16200000">
              <a:off x="5263365" y="3341575"/>
              <a:ext cx="829685" cy="293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Dropout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D5B9BF8B-DF13-9303-0180-2550E716CB90}"/>
                </a:ext>
              </a:extLst>
            </p:cNvPr>
            <p:cNvSpPr/>
            <p:nvPr/>
          </p:nvSpPr>
          <p:spPr>
            <a:xfrm rot="16200000">
              <a:off x="4765710" y="3341575"/>
              <a:ext cx="829685" cy="293129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层归一化</a:t>
              </a: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7FCCDB4C-57E4-DC07-6965-D4AB24D900AE}"/>
                </a:ext>
              </a:extLst>
            </p:cNvPr>
            <p:cNvSpPr/>
            <p:nvPr/>
          </p:nvSpPr>
          <p:spPr>
            <a:xfrm rot="16200000">
              <a:off x="3716256" y="3316181"/>
              <a:ext cx="1351178" cy="343918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输出线性层</a:t>
              </a: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7D8AD5-B6B2-AB5E-E824-BA0C06B80E66}"/>
                </a:ext>
              </a:extLst>
            </p:cNvPr>
            <p:cNvSpPr txBox="1"/>
            <p:nvPr/>
          </p:nvSpPr>
          <p:spPr>
            <a:xfrm rot="16200000">
              <a:off x="1580306" y="3373101"/>
              <a:ext cx="30540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[[1.3399,…,0.120],[-0.8999,…,1.1129],</a:t>
              </a:r>
            </a:p>
            <a:p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 [1.4499,…,0.130],[-0.6699,…,1.1325]]</a:t>
              </a:r>
              <a:endParaRPr lang="zh-CN" altLang="en-US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4EC9B1A2-C9BE-8943-C3D2-2FBDEE8BC6FD}"/>
                </a:ext>
              </a:extLst>
            </p:cNvPr>
            <p:cNvSpPr txBox="1"/>
            <p:nvPr/>
          </p:nvSpPr>
          <p:spPr>
            <a:xfrm rot="16200000">
              <a:off x="3267956" y="5348613"/>
              <a:ext cx="23391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solidFill>
                    <a:schemeClr val="accent5">
                      <a:lumMod val="7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输入四个词，输出四个词。</a:t>
              </a:r>
              <a:endParaRPr lang="en-US" altLang="zh-CN" sz="1400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solidFill>
                    <a:schemeClr val="accent5">
                      <a:lumMod val="7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最后一个词代表预测词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E5E05F43-39B1-5C28-63D7-BC6A9894D2FD}"/>
                </a:ext>
              </a:extLst>
            </p:cNvPr>
            <p:cNvSpPr txBox="1"/>
            <p:nvPr/>
          </p:nvSpPr>
          <p:spPr>
            <a:xfrm rot="16200000">
              <a:off x="3154023" y="936148"/>
              <a:ext cx="16786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[-0.6699,…,1.1325]</a:t>
              </a:r>
              <a:endParaRPr lang="zh-CN" altLang="en-US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8D586FAD-ABBA-6DD8-CEA5-56D550812E96}"/>
                </a:ext>
              </a:extLst>
            </p:cNvPr>
            <p:cNvSpPr txBox="1"/>
            <p:nvPr/>
          </p:nvSpPr>
          <p:spPr>
            <a:xfrm rot="16200000">
              <a:off x="3156091" y="936150"/>
              <a:ext cx="92845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solidFill>
                    <a:schemeClr val="accent5">
                      <a:lumMod val="7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last vector</a:t>
              </a:r>
              <a:endParaRPr lang="zh-CN" altLang="en-US" sz="1400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90ECA55-C9BF-BD45-61F9-850C5B67E5AC}"/>
                </a:ext>
              </a:extLst>
            </p:cNvPr>
            <p:cNvSpPr txBox="1"/>
            <p:nvPr/>
          </p:nvSpPr>
          <p:spPr>
            <a:xfrm rot="16200000">
              <a:off x="4804010" y="1051202"/>
              <a:ext cx="2098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[0.0023,..,0.0089,0.00001]</a:t>
              </a:r>
              <a:endParaRPr lang="zh-CN" altLang="en-US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CF605445-73CA-B748-BFCA-7FEABFCF655B}"/>
                </a:ext>
              </a:extLst>
            </p:cNvPr>
            <p:cNvSpPr txBox="1"/>
            <p:nvPr/>
          </p:nvSpPr>
          <p:spPr>
            <a:xfrm rot="16200000">
              <a:off x="4961403" y="944617"/>
              <a:ext cx="10823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solidFill>
                    <a:schemeClr val="accent5">
                      <a:lumMod val="7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probabilities</a:t>
              </a:r>
              <a:endParaRPr lang="zh-CN" altLang="en-US" sz="1400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00212643-FA3E-1318-BFD1-4C33E0C5F191}"/>
                </a:ext>
              </a:extLst>
            </p:cNvPr>
            <p:cNvSpPr txBox="1"/>
            <p:nvPr/>
          </p:nvSpPr>
          <p:spPr>
            <a:xfrm rot="16200000">
              <a:off x="5592218" y="1035896"/>
              <a:ext cx="16946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[0      43407   50257]</a:t>
              </a:r>
              <a:endParaRPr lang="zh-CN" altLang="en-US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B0B1B233-8E14-F9EC-DDFC-89EAECBC6EA4}"/>
                </a:ext>
              </a:extLst>
            </p:cNvPr>
            <p:cNvSpPr txBox="1"/>
            <p:nvPr/>
          </p:nvSpPr>
          <p:spPr>
            <a:xfrm rot="16200000">
              <a:off x="7140559" y="1032338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衉</a:t>
              </a: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B175BBA4-7224-0940-60BA-1741A0B23D30}"/>
                </a:ext>
              </a:extLst>
            </p:cNvPr>
            <p:cNvSpPr txBox="1"/>
            <p:nvPr/>
          </p:nvSpPr>
          <p:spPr>
            <a:xfrm rot="16200000">
              <a:off x="7259393" y="749600"/>
              <a:ext cx="1620957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solidFill>
                    <a:schemeClr val="accent5">
                      <a:lumMod val="7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未训练模型的</a:t>
              </a:r>
              <a:endParaRPr lang="en-US" altLang="zh-CN" sz="1400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solidFill>
                    <a:schemeClr val="accent5">
                      <a:lumMod val="7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预测结果无意义，</a:t>
              </a:r>
              <a:endParaRPr lang="en-US" altLang="zh-CN" sz="1400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solidFill>
                    <a:schemeClr val="accent5">
                      <a:lumMod val="7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但会循环输入</a:t>
              </a:r>
              <a:endParaRPr lang="en-US" altLang="zh-CN" sz="1400" dirty="0">
                <a:solidFill>
                  <a:schemeClr val="accent5">
                    <a:lumMod val="7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solidFill>
                    <a:schemeClr val="accent5">
                      <a:lumMod val="7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继续生成。</a:t>
              </a:r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F1DFB48D-8ECA-4361-D1B8-C48EFC958315}"/>
                </a:ext>
              </a:extLst>
            </p:cNvPr>
            <p:cNvCxnSpPr>
              <a:cxnSpLocks/>
              <a:stCxn id="4" idx="0"/>
              <a:endCxn id="6" idx="2"/>
            </p:cNvCxnSpPr>
            <p:nvPr/>
          </p:nvCxnSpPr>
          <p:spPr>
            <a:xfrm flipH="1">
              <a:off x="10608014" y="3488139"/>
              <a:ext cx="204526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68713CA8-EDF4-D333-77B5-91AC60E035A1}"/>
                </a:ext>
              </a:extLst>
            </p:cNvPr>
            <p:cNvCxnSpPr>
              <a:cxnSpLocks/>
              <a:stCxn id="6" idx="0"/>
              <a:endCxn id="7" idx="2"/>
            </p:cNvCxnSpPr>
            <p:nvPr/>
          </p:nvCxnSpPr>
          <p:spPr>
            <a:xfrm flipH="1">
              <a:off x="10025763" y="3488139"/>
              <a:ext cx="204251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B83D7E93-6981-65DC-A739-A25B0F5F0B3D}"/>
                </a:ext>
              </a:extLst>
            </p:cNvPr>
            <p:cNvCxnSpPr>
              <a:cxnSpLocks/>
              <a:stCxn id="7" idx="0"/>
              <a:endCxn id="8" idx="2"/>
            </p:cNvCxnSpPr>
            <p:nvPr/>
          </p:nvCxnSpPr>
          <p:spPr>
            <a:xfrm flipH="1">
              <a:off x="9477319" y="3488139"/>
              <a:ext cx="204526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FDC40F58-BAF7-62E9-1E69-3B35561AEC23}"/>
                </a:ext>
              </a:extLst>
            </p:cNvPr>
            <p:cNvCxnSpPr>
              <a:cxnSpLocks/>
              <a:stCxn id="8" idx="0"/>
              <a:endCxn id="10" idx="2"/>
            </p:cNvCxnSpPr>
            <p:nvPr/>
          </p:nvCxnSpPr>
          <p:spPr>
            <a:xfrm flipH="1">
              <a:off x="8928875" y="3488139"/>
              <a:ext cx="204526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EF5D13FD-CE6C-50CA-FA86-0F454A820B2C}"/>
                </a:ext>
              </a:extLst>
            </p:cNvPr>
            <p:cNvSpPr txBox="1"/>
            <p:nvPr/>
          </p:nvSpPr>
          <p:spPr>
            <a:xfrm rot="13609184">
              <a:off x="8333948" y="4112982"/>
              <a:ext cx="6030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12 </a:t>
              </a:r>
              <a:r>
                <a:rPr lang="zh-CN" altLang="en-US" sz="16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⨉</a:t>
              </a:r>
            </a:p>
          </p:txBody>
        </p: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646B27EC-7ACB-CFE6-FBA1-6819CF99227D}"/>
                </a:ext>
              </a:extLst>
            </p:cNvPr>
            <p:cNvCxnSpPr>
              <a:cxnSpLocks/>
              <a:stCxn id="10" idx="0"/>
              <a:endCxn id="9" idx="2"/>
            </p:cNvCxnSpPr>
            <p:nvPr/>
          </p:nvCxnSpPr>
          <p:spPr>
            <a:xfrm flipH="1">
              <a:off x="8216351" y="3488139"/>
              <a:ext cx="419395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A7709A57-B331-2CAD-A718-BD955F93DB72}"/>
                </a:ext>
              </a:extLst>
            </p:cNvPr>
            <p:cNvCxnSpPr>
              <a:cxnSpLocks/>
              <a:stCxn id="9" idx="0"/>
              <a:endCxn id="11" idx="2"/>
            </p:cNvCxnSpPr>
            <p:nvPr/>
          </p:nvCxnSpPr>
          <p:spPr>
            <a:xfrm flipH="1" flipV="1">
              <a:off x="7667907" y="3488139"/>
              <a:ext cx="204526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ED9D9462-4DC8-2A29-5E35-1D1C500BDF65}"/>
                </a:ext>
              </a:extLst>
            </p:cNvPr>
            <p:cNvCxnSpPr>
              <a:cxnSpLocks/>
              <a:stCxn id="11" idx="0"/>
              <a:endCxn id="12" idx="2"/>
            </p:cNvCxnSpPr>
            <p:nvPr/>
          </p:nvCxnSpPr>
          <p:spPr>
            <a:xfrm flipH="1">
              <a:off x="7170252" y="3488139"/>
              <a:ext cx="204526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20C1018B-A7F9-900A-55BF-4895EF620DA2}"/>
                </a:ext>
              </a:extLst>
            </p:cNvPr>
            <p:cNvCxnSpPr>
              <a:cxnSpLocks/>
              <a:stCxn id="12" idx="0"/>
              <a:endCxn id="13" idx="2"/>
            </p:cNvCxnSpPr>
            <p:nvPr/>
          </p:nvCxnSpPr>
          <p:spPr>
            <a:xfrm flipH="1">
              <a:off x="6373216" y="3488139"/>
              <a:ext cx="503907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858AFFC1-DF1F-296A-9FE2-7151AF2E3267}"/>
                </a:ext>
              </a:extLst>
            </p:cNvPr>
            <p:cNvCxnSpPr>
              <a:cxnSpLocks/>
              <a:stCxn id="13" idx="0"/>
              <a:endCxn id="14" idx="2"/>
            </p:cNvCxnSpPr>
            <p:nvPr/>
          </p:nvCxnSpPr>
          <p:spPr>
            <a:xfrm flipH="1" flipV="1">
              <a:off x="5824772" y="3488139"/>
              <a:ext cx="204526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863FEF13-B567-951C-3DDA-96AA6999EB0C}"/>
                </a:ext>
              </a:extLst>
            </p:cNvPr>
            <p:cNvCxnSpPr>
              <a:cxnSpLocks/>
              <a:stCxn id="14" idx="0"/>
              <a:endCxn id="15" idx="2"/>
            </p:cNvCxnSpPr>
            <p:nvPr/>
          </p:nvCxnSpPr>
          <p:spPr>
            <a:xfrm flipH="1">
              <a:off x="5327117" y="3488139"/>
              <a:ext cx="204526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4D59F1F4-9CFC-E402-D811-35BE484F0ED1}"/>
                </a:ext>
              </a:extLst>
            </p:cNvPr>
            <p:cNvCxnSpPr>
              <a:cxnSpLocks/>
              <a:stCxn id="15" idx="0"/>
              <a:endCxn id="16" idx="2"/>
            </p:cNvCxnSpPr>
            <p:nvPr/>
          </p:nvCxnSpPr>
          <p:spPr>
            <a:xfrm flipH="1">
              <a:off x="4563804" y="3488139"/>
              <a:ext cx="470184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箭头: 右 63">
              <a:extLst>
                <a:ext uri="{FF2B5EF4-FFF2-40B4-BE49-F238E27FC236}">
                  <a16:creationId xmlns:a16="http://schemas.microsoft.com/office/drawing/2014/main" id="{ECA4EA30-BB66-BFC7-67F5-754B5299F7B4}"/>
                </a:ext>
              </a:extLst>
            </p:cNvPr>
            <p:cNvSpPr/>
            <p:nvPr/>
          </p:nvSpPr>
          <p:spPr>
            <a:xfrm rot="10800000">
              <a:off x="3455745" y="3311696"/>
              <a:ext cx="677333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24C9E975-0F21-0204-27C6-C4135F9EB829}"/>
                </a:ext>
              </a:extLst>
            </p:cNvPr>
            <p:cNvCxnSpPr>
              <a:cxnSpLocks/>
              <a:stCxn id="19" idx="3"/>
              <a:endCxn id="22" idx="0"/>
            </p:cNvCxnSpPr>
            <p:nvPr/>
          </p:nvCxnSpPr>
          <p:spPr>
            <a:xfrm flipV="1">
              <a:off x="3107327" y="1090038"/>
              <a:ext cx="359105" cy="101765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DC9FE04A-3DBC-8BCF-A477-C5AF507E749E}"/>
                </a:ext>
              </a:extLst>
            </p:cNvPr>
            <p:cNvCxnSpPr>
              <a:cxnSpLocks/>
              <a:stCxn id="21" idx="2"/>
              <a:endCxn id="24" idx="0"/>
            </p:cNvCxnSpPr>
            <p:nvPr/>
          </p:nvCxnSpPr>
          <p:spPr>
            <a:xfrm>
              <a:off x="4147244" y="1090036"/>
              <a:ext cx="1201445" cy="847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E1F3385C-0BBD-6788-0A68-978B8A7D3D80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 rot="16200000">
              <a:off x="6879334" y="900346"/>
              <a:ext cx="3558" cy="57531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D5B4DEAA-2B93-E2FB-36F9-3AA96DD5D0B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6165261" y="1142558"/>
              <a:ext cx="0" cy="31607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ABF7AA3B-A8B4-D7BD-C33E-52D040C110D1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6165260" y="634559"/>
              <a:ext cx="0" cy="31607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2A3ADA7F-CBD5-89C5-D4B8-E71E46E78F49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6187334" y="1684426"/>
              <a:ext cx="0" cy="31607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68155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>
            <a:extLst>
              <a:ext uri="{FF2B5EF4-FFF2-40B4-BE49-F238E27FC236}">
                <a16:creationId xmlns:a16="http://schemas.microsoft.com/office/drawing/2014/main" id="{B5A39BAE-37D8-06BF-E989-5BCCB4C47400}"/>
              </a:ext>
            </a:extLst>
          </p:cNvPr>
          <p:cNvGrpSpPr/>
          <p:nvPr/>
        </p:nvGrpSpPr>
        <p:grpSpPr>
          <a:xfrm>
            <a:off x="-66513" y="980739"/>
            <a:ext cx="12091620" cy="5422306"/>
            <a:chOff x="151202" y="902362"/>
            <a:chExt cx="12091620" cy="5422306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A86D2D08-5FC4-C08B-4BC3-21E807300D5C}"/>
                </a:ext>
              </a:extLst>
            </p:cNvPr>
            <p:cNvSpPr/>
            <p:nvPr/>
          </p:nvSpPr>
          <p:spPr>
            <a:xfrm>
              <a:off x="151202" y="1591598"/>
              <a:ext cx="839440" cy="648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摄取</a:t>
              </a:r>
              <a:endPara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Ingestion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28E72D6E-558A-99A5-F82F-5A36D4D5002E}"/>
                </a:ext>
              </a:extLst>
            </p:cNvPr>
            <p:cNvSpPr/>
            <p:nvPr/>
          </p:nvSpPr>
          <p:spPr>
            <a:xfrm>
              <a:off x="2233060" y="1591598"/>
              <a:ext cx="839440" cy="648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分块器</a:t>
              </a:r>
              <a:endPara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Ingestion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4661734-BECF-D89C-4C0B-454777A9D17E}"/>
                </a:ext>
              </a:extLst>
            </p:cNvPr>
            <p:cNvSpPr/>
            <p:nvPr/>
          </p:nvSpPr>
          <p:spPr>
            <a:xfrm>
              <a:off x="3594710" y="1591598"/>
              <a:ext cx="1656000" cy="648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元数据包含与生成</a:t>
              </a:r>
              <a:endPara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Metadata Inclusion and Generation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1D384F55-9DF6-3F96-CBEB-F4CA15709230}"/>
                </a:ext>
              </a:extLst>
            </p:cNvPr>
            <p:cNvSpPr/>
            <p:nvPr/>
          </p:nvSpPr>
          <p:spPr>
            <a:xfrm>
              <a:off x="5942147" y="1591598"/>
              <a:ext cx="1656000" cy="648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复合多字段嵌入</a:t>
              </a:r>
              <a:endPara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Composite Multi-Field Embedding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D5348D9D-8352-4046-BE1E-94FA41F45E75}"/>
                </a:ext>
              </a:extLst>
            </p:cNvPr>
            <p:cNvSpPr/>
            <p:nvPr/>
          </p:nvSpPr>
          <p:spPr>
            <a:xfrm>
              <a:off x="9522783" y="1591598"/>
              <a:ext cx="1312992" cy="648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逆序打包</a:t>
              </a:r>
              <a:endPara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Reverse Packing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FEFA4A6A-C1E9-CAC9-7523-B9D15E95EDF3}"/>
                </a:ext>
              </a:extLst>
            </p:cNvPr>
            <p:cNvSpPr/>
            <p:nvPr/>
          </p:nvSpPr>
          <p:spPr>
            <a:xfrm>
              <a:off x="11249848" y="1591598"/>
              <a:ext cx="942152" cy="648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生成</a:t>
              </a:r>
              <a:endPara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Generation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2DEC8C46-2EED-F492-0B50-FCA320BA4255}"/>
                </a:ext>
              </a:extLst>
            </p:cNvPr>
            <p:cNvSpPr/>
            <p:nvPr/>
          </p:nvSpPr>
          <p:spPr>
            <a:xfrm>
              <a:off x="3098678" y="4634200"/>
              <a:ext cx="1312992" cy="648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用户查询</a:t>
              </a:r>
              <a:endPara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User Query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0C01940A-5292-EA2D-6732-0FB20E576683}"/>
                </a:ext>
              </a:extLst>
            </p:cNvPr>
            <p:cNvSpPr/>
            <p:nvPr/>
          </p:nvSpPr>
          <p:spPr>
            <a:xfrm>
              <a:off x="5302465" y="4603609"/>
              <a:ext cx="1397458" cy="648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查询增强</a:t>
              </a:r>
              <a:endPara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Query Enrichment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1D7FC575-BC75-C2C2-29C2-0F06141289E2}"/>
                </a:ext>
              </a:extLst>
            </p:cNvPr>
            <p:cNvSpPr/>
            <p:nvPr/>
          </p:nvSpPr>
          <p:spPr>
            <a:xfrm>
              <a:off x="7638568" y="4603609"/>
              <a:ext cx="1696042" cy="648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HyDE</a:t>
              </a:r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+ </a:t>
              </a:r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混合搜索</a:t>
              </a:r>
            </a:p>
            <a:p>
              <a:pPr algn="ctr"/>
              <a:r>
                <a:rPr lang="en-US" altLang="zh-CN" sz="120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HyDE</a:t>
              </a:r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+ Hybrid Search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5337F010-1ADD-6258-190F-4F24D3E5C507}"/>
                </a:ext>
              </a:extLst>
            </p:cNvPr>
            <p:cNvSpPr/>
            <p:nvPr/>
          </p:nvSpPr>
          <p:spPr>
            <a:xfrm>
              <a:off x="7830093" y="3261343"/>
              <a:ext cx="1312992" cy="648000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混合评分</a:t>
              </a:r>
              <a:endPara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Hybrid Scoring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6E66B67-3DE2-E1ED-BACD-EAC27F7C46D5}"/>
                </a:ext>
              </a:extLst>
            </p:cNvPr>
            <p:cNvSpPr txBox="1"/>
            <p:nvPr/>
          </p:nvSpPr>
          <p:spPr>
            <a:xfrm>
              <a:off x="151202" y="2400237"/>
              <a:ext cx="1976567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提取</a:t>
              </a:r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PDF</a:t>
              </a:r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文档：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en-US" altLang="zh-CN" sz="1400" i="1" dirty="0" err="1">
                  <a:latin typeface="Times New Roman" panose="02020603050405020304" pitchFamily="18" charset="0"/>
                  <a:ea typeface="微软雅黑" panose="020B0503020204020204" pitchFamily="34" charset="-122"/>
                </a:rPr>
                <a:t>LlamaIndex</a:t>
              </a:r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的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en-US" altLang="zh-CN" sz="1400" i="1" dirty="0" err="1">
                  <a:latin typeface="Times New Roman" panose="02020603050405020304" pitchFamily="18" charset="0"/>
                  <a:ea typeface="微软雅黑" panose="020B0503020204020204" pitchFamily="34" charset="-122"/>
                </a:rPr>
                <a:t>SimpleDirectory</a:t>
              </a:r>
              <a:r>
                <a:rPr lang="en-US" altLang="zh-CN" sz="1400" i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 Reader</a:t>
              </a:r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 </a:t>
              </a:r>
              <a:endParaRPr lang="zh-CN" altLang="en-US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F8EEDC61-0EB9-42E8-897D-0403C52E1FCD}"/>
                </a:ext>
              </a:extLst>
            </p:cNvPr>
            <p:cNvSpPr txBox="1"/>
            <p:nvPr/>
          </p:nvSpPr>
          <p:spPr>
            <a:xfrm>
              <a:off x="2218557" y="2400237"/>
              <a:ext cx="1082348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块大小：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层次：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滑动窗口：</a:t>
              </a: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6CF9099-C55C-EDD8-3247-42847BAA2F1B}"/>
                </a:ext>
              </a:extLst>
            </p:cNvPr>
            <p:cNvSpPr txBox="1"/>
            <p:nvPr/>
          </p:nvSpPr>
          <p:spPr>
            <a:xfrm>
              <a:off x="3483378" y="2431372"/>
              <a:ext cx="2181559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提取关键词组：</a:t>
              </a:r>
              <a:r>
                <a:rPr lang="en-US" altLang="zh-CN" sz="1400" i="1" dirty="0" err="1">
                  <a:latin typeface="Times New Roman" panose="02020603050405020304" pitchFamily="18" charset="0"/>
                  <a:ea typeface="微软雅黑" panose="020B0503020204020204" pitchFamily="34" charset="-122"/>
                </a:rPr>
                <a:t>TextRank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提取实体：</a:t>
              </a:r>
              <a:r>
                <a:rPr lang="en-US" altLang="zh-CN" sz="1400" i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Spacy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生成假设性问题：</a:t>
              </a:r>
              <a:r>
                <a:rPr lang="en-US" altLang="zh-CN" sz="1400" i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GPT-4o</a:t>
              </a:r>
              <a:endParaRPr lang="zh-CN" altLang="en-US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09EA4EF9-EF06-BDBA-4903-58AE79370742}"/>
                </a:ext>
              </a:extLst>
            </p:cNvPr>
            <p:cNvSpPr txBox="1"/>
            <p:nvPr/>
          </p:nvSpPr>
          <p:spPr>
            <a:xfrm>
              <a:off x="6156727" y="2507959"/>
              <a:ext cx="14414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嵌入符合字段，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并加权组合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B6D4C6C4-CE85-B2C2-1462-1AC6060DD8EF}"/>
                </a:ext>
              </a:extLst>
            </p:cNvPr>
            <p:cNvSpPr txBox="1"/>
            <p:nvPr/>
          </p:nvSpPr>
          <p:spPr>
            <a:xfrm>
              <a:off x="9522783" y="2425438"/>
              <a:ext cx="12618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按相关性升序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排列文档</a:t>
              </a: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0FB56F97-A5DE-992D-72A2-BA142AAC1D6C}"/>
                </a:ext>
              </a:extLst>
            </p:cNvPr>
            <p:cNvSpPr txBox="1"/>
            <p:nvPr/>
          </p:nvSpPr>
          <p:spPr>
            <a:xfrm>
              <a:off x="11141238" y="2425438"/>
              <a:ext cx="11015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向</a:t>
              </a:r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LLM</a:t>
              </a:r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传递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文档上下文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4E96466-5426-3859-1A8D-D6081A171D88}"/>
                </a:ext>
              </a:extLst>
            </p:cNvPr>
            <p:cNvSpPr txBox="1"/>
            <p:nvPr/>
          </p:nvSpPr>
          <p:spPr>
            <a:xfrm>
              <a:off x="1041684" y="902362"/>
              <a:ext cx="244169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提取、预处理、嵌入文档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E1067275-E078-8219-4679-86A9E7E0C3D3}"/>
                </a:ext>
              </a:extLst>
            </p:cNvPr>
            <p:cNvSpPr txBox="1"/>
            <p:nvPr/>
          </p:nvSpPr>
          <p:spPr>
            <a:xfrm>
              <a:off x="4949207" y="4018969"/>
              <a:ext cx="12795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搜索 </a:t>
              </a:r>
              <a:r>
                <a:rPr lang="en-US" altLang="zh-CN" sz="16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&amp; </a:t>
              </a:r>
              <a:r>
                <a:rPr lang="zh-CN" altLang="en-US" sz="16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检索</a:t>
              </a: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4BC4D607-D2CC-CA97-AFA4-A757D0E210C7}"/>
                </a:ext>
              </a:extLst>
            </p:cNvPr>
            <p:cNvSpPr txBox="1"/>
            <p:nvPr/>
          </p:nvSpPr>
          <p:spPr>
            <a:xfrm>
              <a:off x="4831643" y="5370561"/>
              <a:ext cx="2339102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为查询生成同义词：</a:t>
              </a:r>
              <a:r>
                <a:rPr lang="en-US" altLang="zh-CN" sz="1400" i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LLM</a:t>
              </a:r>
            </a:p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 </a:t>
              </a:r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  <a:sym typeface="Wingdings" panose="05000000000000000000" pitchFamily="2" charset="2"/>
                </a:rPr>
                <a:t>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得到更宽泛且更具包容性的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词汇搜索部分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6535EEB-6F27-0A86-B518-8D501C51F1C9}"/>
                </a:ext>
              </a:extLst>
            </p:cNvPr>
            <p:cNvSpPr txBox="1"/>
            <p:nvPr/>
          </p:nvSpPr>
          <p:spPr>
            <a:xfrm>
              <a:off x="7434925" y="5370561"/>
              <a:ext cx="3666388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ea typeface="微软雅黑" panose="020B0503020204020204" pitchFamily="34" charset="-122"/>
                </a:rPr>
                <a:t>HyDE</a:t>
              </a:r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：</a:t>
              </a:r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Hypothetical Document Embeddings</a:t>
              </a:r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，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              </a:t>
              </a:r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假设性文档嵌入。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嵌入文档并用于混合检索。</a:t>
              </a:r>
              <a:endPara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1760DF59-32A1-1AC0-048E-E77226AF2C41}"/>
                </a:ext>
              </a:extLst>
            </p:cNvPr>
            <p:cNvSpPr txBox="1"/>
            <p:nvPr/>
          </p:nvSpPr>
          <p:spPr>
            <a:xfrm>
              <a:off x="9405089" y="3232248"/>
              <a:ext cx="2473049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0.3 × (TF-IDF + BM25) </a:t>
              </a:r>
            </a:p>
            <a:p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+ </a:t>
              </a:r>
            </a:p>
            <a:p>
              <a:r>
                <a:rPr lang="en-US" altLang="zh-CN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0.7 × (Dense Vector Similarity)</a:t>
              </a:r>
              <a:endParaRPr lang="zh-CN" altLang="en-US" sz="14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28" name="箭头: 右 27">
              <a:extLst>
                <a:ext uri="{FF2B5EF4-FFF2-40B4-BE49-F238E27FC236}">
                  <a16:creationId xmlns:a16="http://schemas.microsoft.com/office/drawing/2014/main" id="{F3991ECA-864C-6FCE-04FE-752E916DC56D}"/>
                </a:ext>
              </a:extLst>
            </p:cNvPr>
            <p:cNvSpPr/>
            <p:nvPr/>
          </p:nvSpPr>
          <p:spPr>
            <a:xfrm>
              <a:off x="1294622" y="1739155"/>
              <a:ext cx="677333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9" name="箭头: 右 28">
              <a:extLst>
                <a:ext uri="{FF2B5EF4-FFF2-40B4-BE49-F238E27FC236}">
                  <a16:creationId xmlns:a16="http://schemas.microsoft.com/office/drawing/2014/main" id="{3F92F1D1-2161-CF2F-CD97-E8F8009C6A94}"/>
                </a:ext>
              </a:extLst>
            </p:cNvPr>
            <p:cNvSpPr/>
            <p:nvPr/>
          </p:nvSpPr>
          <p:spPr>
            <a:xfrm>
              <a:off x="3098678" y="1739155"/>
              <a:ext cx="496032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0" name="箭头: 右 29">
              <a:extLst>
                <a:ext uri="{FF2B5EF4-FFF2-40B4-BE49-F238E27FC236}">
                  <a16:creationId xmlns:a16="http://schemas.microsoft.com/office/drawing/2014/main" id="{8F5400A5-7B75-7A49-1B6A-516598CA5853}"/>
                </a:ext>
              </a:extLst>
            </p:cNvPr>
            <p:cNvSpPr/>
            <p:nvPr/>
          </p:nvSpPr>
          <p:spPr>
            <a:xfrm>
              <a:off x="5340060" y="1766250"/>
              <a:ext cx="496032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1" name="箭头: 右 30">
              <a:extLst>
                <a:ext uri="{FF2B5EF4-FFF2-40B4-BE49-F238E27FC236}">
                  <a16:creationId xmlns:a16="http://schemas.microsoft.com/office/drawing/2014/main" id="{C2A67370-91CD-F43F-3F32-DDA39C7497BB}"/>
                </a:ext>
              </a:extLst>
            </p:cNvPr>
            <p:cNvSpPr/>
            <p:nvPr/>
          </p:nvSpPr>
          <p:spPr>
            <a:xfrm>
              <a:off x="7629197" y="1766250"/>
              <a:ext cx="496032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2" name="箭头: 右 31">
              <a:extLst>
                <a:ext uri="{FF2B5EF4-FFF2-40B4-BE49-F238E27FC236}">
                  <a16:creationId xmlns:a16="http://schemas.microsoft.com/office/drawing/2014/main" id="{497C8758-234B-CA00-0C8A-A580025CBEAB}"/>
                </a:ext>
              </a:extLst>
            </p:cNvPr>
            <p:cNvSpPr/>
            <p:nvPr/>
          </p:nvSpPr>
          <p:spPr>
            <a:xfrm>
              <a:off x="4611237" y="4781758"/>
              <a:ext cx="496032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3" name="箭头: 右 32">
              <a:extLst>
                <a:ext uri="{FF2B5EF4-FFF2-40B4-BE49-F238E27FC236}">
                  <a16:creationId xmlns:a16="http://schemas.microsoft.com/office/drawing/2014/main" id="{336C08AF-B1C7-AF5E-E5ED-423E78627294}"/>
                </a:ext>
              </a:extLst>
            </p:cNvPr>
            <p:cNvSpPr/>
            <p:nvPr/>
          </p:nvSpPr>
          <p:spPr>
            <a:xfrm>
              <a:off x="6895119" y="4781758"/>
              <a:ext cx="496032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4" name="箭头: 右 33">
              <a:extLst>
                <a:ext uri="{FF2B5EF4-FFF2-40B4-BE49-F238E27FC236}">
                  <a16:creationId xmlns:a16="http://schemas.microsoft.com/office/drawing/2014/main" id="{795F7DCD-7048-B812-C266-D793E5341BF5}"/>
                </a:ext>
              </a:extLst>
            </p:cNvPr>
            <p:cNvSpPr/>
            <p:nvPr/>
          </p:nvSpPr>
          <p:spPr>
            <a:xfrm rot="16200000">
              <a:off x="8224007" y="4105107"/>
              <a:ext cx="525164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5" name="箭头: 右 34">
              <a:extLst>
                <a:ext uri="{FF2B5EF4-FFF2-40B4-BE49-F238E27FC236}">
                  <a16:creationId xmlns:a16="http://schemas.microsoft.com/office/drawing/2014/main" id="{D29E5972-9983-7FEA-467A-A9FA9A069BFF}"/>
                </a:ext>
              </a:extLst>
            </p:cNvPr>
            <p:cNvSpPr/>
            <p:nvPr/>
          </p:nvSpPr>
          <p:spPr>
            <a:xfrm rot="16200000">
              <a:off x="8224007" y="2555459"/>
              <a:ext cx="525164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6A4A0CA0-48F0-71F7-EA42-61B6BCB618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14485" y="1682485"/>
              <a:ext cx="648000" cy="648000"/>
            </a:xfrm>
            <a:prstGeom prst="rect">
              <a:avLst/>
            </a:prstGeom>
          </p:spPr>
        </p:pic>
        <p:sp>
          <p:nvSpPr>
            <p:cNvPr id="38" name="箭头: 右 37">
              <a:extLst>
                <a:ext uri="{FF2B5EF4-FFF2-40B4-BE49-F238E27FC236}">
                  <a16:creationId xmlns:a16="http://schemas.microsoft.com/office/drawing/2014/main" id="{9CC4B666-EEAC-DAED-66C3-F0993356485A}"/>
                </a:ext>
              </a:extLst>
            </p:cNvPr>
            <p:cNvSpPr/>
            <p:nvPr/>
          </p:nvSpPr>
          <p:spPr>
            <a:xfrm>
              <a:off x="8919157" y="1842375"/>
              <a:ext cx="485932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箭头: 右 39">
              <a:extLst>
                <a:ext uri="{FF2B5EF4-FFF2-40B4-BE49-F238E27FC236}">
                  <a16:creationId xmlns:a16="http://schemas.microsoft.com/office/drawing/2014/main" id="{AFE71D26-1ADC-3167-7A23-6C07567F53A2}"/>
                </a:ext>
              </a:extLst>
            </p:cNvPr>
            <p:cNvSpPr/>
            <p:nvPr/>
          </p:nvSpPr>
          <p:spPr>
            <a:xfrm>
              <a:off x="10873767" y="1766250"/>
              <a:ext cx="338088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493030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91B04-5AC0-41B7-E17B-957B6AFFE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D2DD8DFB-FFD6-D5FB-851D-AFFCF92D633E}"/>
              </a:ext>
            </a:extLst>
          </p:cNvPr>
          <p:cNvGrpSpPr/>
          <p:nvPr/>
        </p:nvGrpSpPr>
        <p:grpSpPr>
          <a:xfrm>
            <a:off x="2214059" y="1718597"/>
            <a:ext cx="8680364" cy="3039352"/>
            <a:chOff x="2214059" y="1718597"/>
            <a:chExt cx="8680364" cy="303935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E1D61C3-D6CE-AF7B-4742-03FF627116EF}"/>
                </a:ext>
              </a:extLst>
            </p:cNvPr>
            <p:cNvSpPr/>
            <p:nvPr/>
          </p:nvSpPr>
          <p:spPr>
            <a:xfrm>
              <a:off x="2214059" y="2379773"/>
              <a:ext cx="1957346" cy="1440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小程序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/WebApp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75578438-EAF2-CAF7-7CED-9AF6F65383EF}"/>
                </a:ext>
              </a:extLst>
            </p:cNvPr>
            <p:cNvSpPr/>
            <p:nvPr/>
          </p:nvSpPr>
          <p:spPr>
            <a:xfrm>
              <a:off x="5714906" y="2379773"/>
              <a:ext cx="1957346" cy="1440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支付宝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MCP Server</a:t>
              </a: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其他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MCP Server</a:t>
              </a:r>
            </a:p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Agent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开发工具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43950B5-2AC6-11B4-87AF-A68B73F351B9}"/>
                </a:ext>
              </a:extLst>
            </p:cNvPr>
            <p:cNvSpPr/>
            <p:nvPr/>
          </p:nvSpPr>
          <p:spPr>
            <a:xfrm>
              <a:off x="8937077" y="2385192"/>
              <a:ext cx="1957346" cy="144000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支付服务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交易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退款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查询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5065110C-50F4-8BFC-5C05-E2E6F4F3159C}"/>
                </a:ext>
              </a:extLst>
            </p:cNvPr>
            <p:cNvSpPr txBox="1"/>
            <p:nvPr/>
          </p:nvSpPr>
          <p:spPr>
            <a:xfrm>
              <a:off x="2407902" y="1786430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最终用户设备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ABDDA63C-AD2B-EDC9-1271-9ED09F9A9B9B}"/>
                </a:ext>
              </a:extLst>
            </p:cNvPr>
            <p:cNvSpPr txBox="1"/>
            <p:nvPr/>
          </p:nvSpPr>
          <p:spPr>
            <a:xfrm>
              <a:off x="2407902" y="4111618"/>
              <a:ext cx="15696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创作服务卖家</a:t>
              </a:r>
              <a:endPara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（最终用户）</a:t>
              </a: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A157E645-A4C7-A2A5-DFCA-7AA49BC7CC16}"/>
                </a:ext>
              </a:extLst>
            </p:cNvPr>
            <p:cNvSpPr txBox="1"/>
            <p:nvPr/>
          </p:nvSpPr>
          <p:spPr>
            <a:xfrm>
              <a:off x="5793334" y="4111617"/>
              <a:ext cx="180049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智能工具开发者</a:t>
              </a:r>
              <a:endPara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（创作者）</a:t>
              </a: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37E36A41-0E86-80BF-33F8-3E050BF377A2}"/>
                </a:ext>
              </a:extLst>
            </p:cNvPr>
            <p:cNvSpPr txBox="1"/>
            <p:nvPr/>
          </p:nvSpPr>
          <p:spPr>
            <a:xfrm>
              <a:off x="5828602" y="1718597"/>
              <a:ext cx="17299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Agent </a:t>
              </a:r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运行环境</a:t>
              </a: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C2C0B2DA-F4D9-3C81-F295-243C16B16493}"/>
                </a:ext>
              </a:extLst>
            </p:cNvPr>
            <p:cNvSpPr txBox="1"/>
            <p:nvPr/>
          </p:nvSpPr>
          <p:spPr>
            <a:xfrm>
              <a:off x="9015506" y="4120105"/>
              <a:ext cx="18004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支付宝开放平台</a:t>
              </a:r>
            </a:p>
          </p:txBody>
        </p: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33ECBA3B-C640-A54C-AFAD-7A2C1A00E2A3}"/>
                </a:ext>
              </a:extLst>
            </p:cNvPr>
            <p:cNvSpPr txBox="1"/>
            <p:nvPr/>
          </p:nvSpPr>
          <p:spPr>
            <a:xfrm>
              <a:off x="4619990" y="2710065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交流</a:t>
              </a: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1D5C60F-CC43-7525-9BDA-90EC1C2873E0}"/>
                </a:ext>
              </a:extLst>
            </p:cNvPr>
            <p:cNvSpPr txBox="1"/>
            <p:nvPr/>
          </p:nvSpPr>
          <p:spPr>
            <a:xfrm>
              <a:off x="4625385" y="3099773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交付</a:t>
              </a:r>
            </a:p>
          </p:txBody>
        </p: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A33A1EB8-09F9-5C37-504B-E104933FDD3E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>
              <a:off x="4171405" y="3099773"/>
              <a:ext cx="1543501" cy="0"/>
            </a:xfrm>
            <a:prstGeom prst="straightConnector1">
              <a:avLst/>
            </a:prstGeom>
            <a:ln w="19050">
              <a:prstDash val="dash"/>
              <a:headEnd type="arrow" w="lg" len="lg"/>
              <a:tailEnd type="arrow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7FCCF561-38C9-8531-F622-799F135CA62B}"/>
                </a:ext>
              </a:extLst>
            </p:cNvPr>
            <p:cNvCxnSpPr>
              <a:cxnSpLocks/>
              <a:stCxn id="3" idx="3"/>
              <a:endCxn id="8" idx="1"/>
            </p:cNvCxnSpPr>
            <p:nvPr/>
          </p:nvCxnSpPr>
          <p:spPr>
            <a:xfrm>
              <a:off x="7672252" y="3099773"/>
              <a:ext cx="1264825" cy="5419"/>
            </a:xfrm>
            <a:prstGeom prst="straightConnector1">
              <a:avLst/>
            </a:prstGeom>
            <a:ln w="19050">
              <a:prstDash val="dash"/>
              <a:headEnd type="arrow" w="lg" len="lg"/>
              <a:tailEnd type="arrow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1473982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组合 98">
            <a:extLst>
              <a:ext uri="{FF2B5EF4-FFF2-40B4-BE49-F238E27FC236}">
                <a16:creationId xmlns:a16="http://schemas.microsoft.com/office/drawing/2014/main" id="{FC0B4925-ED40-2B5A-261F-2C2297FFF85B}"/>
              </a:ext>
            </a:extLst>
          </p:cNvPr>
          <p:cNvGrpSpPr/>
          <p:nvPr/>
        </p:nvGrpSpPr>
        <p:grpSpPr>
          <a:xfrm>
            <a:off x="1897682" y="1036321"/>
            <a:ext cx="8396636" cy="4502752"/>
            <a:chOff x="2106403" y="304801"/>
            <a:chExt cx="8396636" cy="4502752"/>
          </a:xfrm>
        </p:grpSpPr>
        <p:cxnSp>
          <p:nvCxnSpPr>
            <p:cNvPr id="87" name="连接符: 曲线 86">
              <a:extLst>
                <a:ext uri="{FF2B5EF4-FFF2-40B4-BE49-F238E27FC236}">
                  <a16:creationId xmlns:a16="http://schemas.microsoft.com/office/drawing/2014/main" id="{A47AA4C1-D70A-E86D-A5E6-976548006136}"/>
                </a:ext>
              </a:extLst>
            </p:cNvPr>
            <p:cNvCxnSpPr>
              <a:cxnSpLocks/>
              <a:stCxn id="9" idx="3"/>
              <a:endCxn id="67" idx="3"/>
            </p:cNvCxnSpPr>
            <p:nvPr/>
          </p:nvCxnSpPr>
          <p:spPr>
            <a:xfrm flipH="1" flipV="1">
              <a:off x="9192631" y="2722048"/>
              <a:ext cx="574574" cy="1718054"/>
            </a:xfrm>
            <a:prstGeom prst="curvedConnector3">
              <a:avLst>
                <a:gd name="adj1" fmla="val -39786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连接符: 曲线 77">
              <a:extLst>
                <a:ext uri="{FF2B5EF4-FFF2-40B4-BE49-F238E27FC236}">
                  <a16:creationId xmlns:a16="http://schemas.microsoft.com/office/drawing/2014/main" id="{F378FF13-E8FB-D236-34BE-1D3242B338F6}"/>
                </a:ext>
              </a:extLst>
            </p:cNvPr>
            <p:cNvCxnSpPr>
              <a:cxnSpLocks/>
              <a:stCxn id="67" idx="2"/>
              <a:endCxn id="9" idx="1"/>
            </p:cNvCxnSpPr>
            <p:nvPr/>
          </p:nvCxnSpPr>
          <p:spPr>
            <a:xfrm rot="16200000" flipH="1">
              <a:off x="7721151" y="3588061"/>
              <a:ext cx="1244055" cy="460025"/>
            </a:xfrm>
            <a:prstGeom prst="curved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连接符: 曲线 73">
              <a:extLst>
                <a:ext uri="{FF2B5EF4-FFF2-40B4-BE49-F238E27FC236}">
                  <a16:creationId xmlns:a16="http://schemas.microsoft.com/office/drawing/2014/main" id="{7E86B9E0-E68A-9A27-D9BB-A8D37EEA1348}"/>
                </a:ext>
              </a:extLst>
            </p:cNvPr>
            <p:cNvCxnSpPr>
              <a:cxnSpLocks/>
              <a:stCxn id="66" idx="2"/>
              <a:endCxn id="8" idx="0"/>
            </p:cNvCxnSpPr>
            <p:nvPr/>
          </p:nvCxnSpPr>
          <p:spPr>
            <a:xfrm>
              <a:off x="5954236" y="3196047"/>
              <a:ext cx="0" cy="1019479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连接符: 曲线 68">
              <a:extLst>
                <a:ext uri="{FF2B5EF4-FFF2-40B4-BE49-F238E27FC236}">
                  <a16:creationId xmlns:a16="http://schemas.microsoft.com/office/drawing/2014/main" id="{05FF49BF-2B03-F5D3-C852-B7C3DB5FA5AF}"/>
                </a:ext>
              </a:extLst>
            </p:cNvPr>
            <p:cNvCxnSpPr>
              <a:cxnSpLocks/>
              <a:stCxn id="65" idx="1"/>
              <a:endCxn id="7" idx="1"/>
            </p:cNvCxnSpPr>
            <p:nvPr/>
          </p:nvCxnSpPr>
          <p:spPr>
            <a:xfrm rot="10800000" flipV="1">
              <a:off x="2659533" y="2722047"/>
              <a:ext cx="56308" cy="1763211"/>
            </a:xfrm>
            <a:prstGeom prst="curvedConnector3">
              <a:avLst>
                <a:gd name="adj1" fmla="val 505981"/>
              </a:avLst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连接符: 曲线 26">
              <a:extLst>
                <a:ext uri="{FF2B5EF4-FFF2-40B4-BE49-F238E27FC236}">
                  <a16:creationId xmlns:a16="http://schemas.microsoft.com/office/drawing/2014/main" id="{CCA1F660-FA64-2EA8-191A-E67F2482CE26}"/>
                </a:ext>
              </a:extLst>
            </p:cNvPr>
            <p:cNvCxnSpPr>
              <a:cxnSpLocks/>
              <a:stCxn id="5" idx="3"/>
              <a:endCxn id="4" idx="2"/>
            </p:cNvCxnSpPr>
            <p:nvPr/>
          </p:nvCxnSpPr>
          <p:spPr>
            <a:xfrm flipV="1">
              <a:off x="4657222" y="1449277"/>
              <a:ext cx="1128209" cy="989465"/>
            </a:xfrm>
            <a:prstGeom prst="curved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连接符: 曲线 22">
              <a:extLst>
                <a:ext uri="{FF2B5EF4-FFF2-40B4-BE49-F238E27FC236}">
                  <a16:creationId xmlns:a16="http://schemas.microsoft.com/office/drawing/2014/main" id="{38F87CD5-BD55-DE5A-3BF4-C3ADC19EA619}"/>
                </a:ext>
              </a:extLst>
            </p:cNvPr>
            <p:cNvCxnSpPr>
              <a:cxnSpLocks/>
              <a:stCxn id="4" idx="3"/>
              <a:endCxn id="6" idx="0"/>
            </p:cNvCxnSpPr>
            <p:nvPr/>
          </p:nvCxnSpPr>
          <p:spPr>
            <a:xfrm>
              <a:off x="6614358" y="1153264"/>
              <a:ext cx="1291897" cy="989464"/>
            </a:xfrm>
            <a:prstGeom prst="curvedConnector2">
              <a:avLst/>
            </a:prstGeom>
            <a:ln w="1270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连接符: 曲线 17">
              <a:extLst>
                <a:ext uri="{FF2B5EF4-FFF2-40B4-BE49-F238E27FC236}">
                  <a16:creationId xmlns:a16="http://schemas.microsoft.com/office/drawing/2014/main" id="{6A6CFA08-D4BA-8C4A-3711-2BC509B9E669}"/>
                </a:ext>
              </a:extLst>
            </p:cNvPr>
            <p:cNvCxnSpPr>
              <a:cxnSpLocks/>
              <a:stCxn id="4" idx="1"/>
              <a:endCxn id="5" idx="0"/>
            </p:cNvCxnSpPr>
            <p:nvPr/>
          </p:nvCxnSpPr>
          <p:spPr>
            <a:xfrm rot="10800000" flipV="1">
              <a:off x="3828296" y="1153264"/>
              <a:ext cx="1128209" cy="989464"/>
            </a:xfrm>
            <a:prstGeom prst="curved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5D9015EE-8248-4B35-F293-A73204B6AE2C}"/>
                </a:ext>
              </a:extLst>
            </p:cNvPr>
            <p:cNvSpPr/>
            <p:nvPr/>
          </p:nvSpPr>
          <p:spPr>
            <a:xfrm>
              <a:off x="4956504" y="857250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执行智能体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BADBD6E-B064-66B4-018C-EB33916D61FE}"/>
                </a:ext>
              </a:extLst>
            </p:cNvPr>
            <p:cNvSpPr/>
            <p:nvPr/>
          </p:nvSpPr>
          <p:spPr>
            <a:xfrm>
              <a:off x="2999368" y="2142728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分智能体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C79690C-83E2-182C-A918-04CF02EC8F44}"/>
                </a:ext>
              </a:extLst>
            </p:cNvPr>
            <p:cNvSpPr/>
            <p:nvPr/>
          </p:nvSpPr>
          <p:spPr>
            <a:xfrm>
              <a:off x="7077328" y="2142728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记忆系统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2D16F237-02C4-07E5-9D3F-34F486051049}"/>
                </a:ext>
              </a:extLst>
            </p:cNvPr>
            <p:cNvSpPr/>
            <p:nvPr/>
          </p:nvSpPr>
          <p:spPr>
            <a:xfrm>
              <a:off x="2659533" y="4189245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外部工具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36B8AAE-7C75-A306-3CE8-C0C6A2614614}"/>
                </a:ext>
              </a:extLst>
            </p:cNvPr>
            <p:cNvSpPr/>
            <p:nvPr/>
          </p:nvSpPr>
          <p:spPr>
            <a:xfrm>
              <a:off x="5053620" y="4215526"/>
              <a:ext cx="1801232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Claude/Qwen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模型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8A43472-0E01-55B6-B6ED-ED7548C4F818}"/>
                </a:ext>
              </a:extLst>
            </p:cNvPr>
            <p:cNvSpPr/>
            <p:nvPr/>
          </p:nvSpPr>
          <p:spPr>
            <a:xfrm>
              <a:off x="8573191" y="4215526"/>
              <a:ext cx="1194014" cy="44915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用户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2998DB55-4E50-EE1C-01AE-AD626E2CA124}"/>
                </a:ext>
              </a:extLst>
            </p:cNvPr>
            <p:cNvSpPr txBox="1"/>
            <p:nvPr/>
          </p:nvSpPr>
          <p:spPr>
            <a:xfrm>
              <a:off x="3572573" y="1366035"/>
              <a:ext cx="1107996" cy="369332"/>
            </a:xfrm>
            <a:prstGeom prst="rect">
              <a:avLst/>
            </a:prstGeom>
            <a:solidFill>
              <a:srgbClr val="FFFFFF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任务委派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5335DCF-D7EB-FAE4-9359-5676F941BFC5}"/>
                </a:ext>
              </a:extLst>
            </p:cNvPr>
            <p:cNvSpPr txBox="1"/>
            <p:nvPr/>
          </p:nvSpPr>
          <p:spPr>
            <a:xfrm>
              <a:off x="5162983" y="1896672"/>
              <a:ext cx="646331" cy="369332"/>
            </a:xfrm>
            <a:prstGeom prst="rect">
              <a:avLst/>
            </a:prstGeom>
            <a:solidFill>
              <a:srgbClr val="FFFFFF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结果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97A11B30-EE30-A6AA-C28D-E96E2D8942E9}"/>
                </a:ext>
              </a:extLst>
            </p:cNvPr>
            <p:cNvSpPr txBox="1"/>
            <p:nvPr/>
          </p:nvSpPr>
          <p:spPr>
            <a:xfrm>
              <a:off x="7105904" y="1323471"/>
              <a:ext cx="877163" cy="369332"/>
            </a:xfrm>
            <a:prstGeom prst="rect">
              <a:avLst/>
            </a:prstGeom>
            <a:solidFill>
              <a:srgbClr val="FFFFFF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上下文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13CDD440-FE34-00D0-BE42-75E38F03CC72}"/>
                </a:ext>
              </a:extLst>
            </p:cNvPr>
            <p:cNvSpPr txBox="1"/>
            <p:nvPr/>
          </p:nvSpPr>
          <p:spPr>
            <a:xfrm>
              <a:off x="2106403" y="3507979"/>
              <a:ext cx="646331" cy="369332"/>
            </a:xfrm>
            <a:prstGeom prst="rect">
              <a:avLst/>
            </a:prstGeom>
            <a:solidFill>
              <a:srgbClr val="FFFFFF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调用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F45AA1F9-9F00-5039-61A9-1466CD4239A2}"/>
                </a:ext>
              </a:extLst>
            </p:cNvPr>
            <p:cNvSpPr txBox="1"/>
            <p:nvPr/>
          </p:nvSpPr>
          <p:spPr>
            <a:xfrm>
              <a:off x="5631070" y="3535254"/>
              <a:ext cx="646331" cy="369332"/>
            </a:xfrm>
            <a:prstGeom prst="rect">
              <a:avLst/>
            </a:prstGeom>
            <a:solidFill>
              <a:srgbClr val="FFFFFF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调用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7400E54-2C1D-3347-46AF-AB581502895C}"/>
                </a:ext>
              </a:extLst>
            </p:cNvPr>
            <p:cNvSpPr txBox="1"/>
            <p:nvPr/>
          </p:nvSpPr>
          <p:spPr>
            <a:xfrm>
              <a:off x="7627186" y="3569569"/>
              <a:ext cx="1107996" cy="369332"/>
            </a:xfrm>
            <a:prstGeom prst="rect">
              <a:avLst/>
            </a:prstGeom>
            <a:solidFill>
              <a:srgbClr val="FFFFFF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输出结果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1009534D-0306-DAA7-C927-A9E247D0C167}"/>
                </a:ext>
              </a:extLst>
            </p:cNvPr>
            <p:cNvSpPr txBox="1"/>
            <p:nvPr/>
          </p:nvSpPr>
          <p:spPr>
            <a:xfrm>
              <a:off x="9395043" y="3535254"/>
              <a:ext cx="1107996" cy="369332"/>
            </a:xfrm>
            <a:prstGeom prst="rect">
              <a:avLst/>
            </a:prstGeom>
            <a:solidFill>
              <a:srgbClr val="FFFFFF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提交任务</a:t>
              </a:r>
            </a:p>
          </p:txBody>
        </p:sp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3E0EE9B9-1E17-CDFA-FBB3-BECFDF56DB59}"/>
                </a:ext>
              </a:extLst>
            </p:cNvPr>
            <p:cNvGrpSpPr/>
            <p:nvPr/>
          </p:nvGrpSpPr>
          <p:grpSpPr>
            <a:xfrm>
              <a:off x="2699656" y="304801"/>
              <a:ext cx="6492975" cy="2891246"/>
              <a:chOff x="973171" y="2080173"/>
              <a:chExt cx="974429" cy="658766"/>
            </a:xfrm>
          </p:grpSpPr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9BE3A09-C20F-D578-ACE3-8DB6B50AC705}"/>
                  </a:ext>
                </a:extLst>
              </p:cNvPr>
              <p:cNvSpPr/>
              <p:nvPr/>
            </p:nvSpPr>
            <p:spPr>
              <a:xfrm>
                <a:off x="973171" y="2080173"/>
                <a:ext cx="972000" cy="648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600" dirty="0">
                  <a:solidFill>
                    <a:schemeClr val="tx1"/>
                  </a:solidFill>
                  <a:latin typeface="Calibri" panose="020F0502020204030204" pitchFamily="34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062D8664-41C0-3A0F-0DAA-A8406B7C81C0}"/>
                  </a:ext>
                </a:extLst>
              </p:cNvPr>
              <p:cNvSpPr/>
              <p:nvPr/>
            </p:nvSpPr>
            <p:spPr>
              <a:xfrm>
                <a:off x="975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780DB485-4B78-259F-9228-AC0C9EFE3A40}"/>
                  </a:ext>
                </a:extLst>
              </p:cNvPr>
              <p:cNvSpPr/>
              <p:nvPr/>
            </p:nvSpPr>
            <p:spPr>
              <a:xfrm>
                <a:off x="1299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30A1CE9F-C2CF-5352-4ADC-9FEA8DD7490B}"/>
                  </a:ext>
                </a:extLst>
              </p:cNvPr>
              <p:cNvSpPr/>
              <p:nvPr/>
            </p:nvSpPr>
            <p:spPr>
              <a:xfrm>
                <a:off x="1623600" y="2080173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3DCC7435-D6C6-21FB-0237-080124890301}"/>
                  </a:ext>
                </a:extLst>
              </p:cNvPr>
              <p:cNvSpPr/>
              <p:nvPr/>
            </p:nvSpPr>
            <p:spPr>
              <a:xfrm>
                <a:off x="975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1FA29B4-1DAF-8617-E59E-466301B5EDC4}"/>
                  </a:ext>
                </a:extLst>
              </p:cNvPr>
              <p:cNvSpPr/>
              <p:nvPr/>
            </p:nvSpPr>
            <p:spPr>
              <a:xfrm>
                <a:off x="1299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4CAB994D-D25F-4471-20A3-7EEDD3024A90}"/>
                  </a:ext>
                </a:extLst>
              </p:cNvPr>
              <p:cNvSpPr/>
              <p:nvPr/>
            </p:nvSpPr>
            <p:spPr>
              <a:xfrm>
                <a:off x="1623600" y="2305131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E51BA1D5-8C2B-FEC2-BCD8-930710695582}"/>
                  </a:ext>
                </a:extLst>
              </p:cNvPr>
              <p:cNvSpPr/>
              <p:nvPr/>
            </p:nvSpPr>
            <p:spPr>
              <a:xfrm>
                <a:off x="975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195BCFB0-4ABE-93E1-229A-9CCCBC347DCB}"/>
                  </a:ext>
                </a:extLst>
              </p:cNvPr>
              <p:cNvSpPr/>
              <p:nvPr/>
            </p:nvSpPr>
            <p:spPr>
              <a:xfrm>
                <a:off x="1299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FCD085AA-2910-ED03-1A68-11F80AF6E7D3}"/>
                  </a:ext>
                </a:extLst>
              </p:cNvPr>
              <p:cNvSpPr/>
              <p:nvPr/>
            </p:nvSpPr>
            <p:spPr>
              <a:xfrm>
                <a:off x="1623600" y="2522939"/>
                <a:ext cx="324000" cy="21600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8" name="直接箭头连接符 67">
                <a:extLst>
                  <a:ext uri="{FF2B5EF4-FFF2-40B4-BE49-F238E27FC236}">
                    <a16:creationId xmlns:a16="http://schemas.microsoft.com/office/drawing/2014/main" id="{50FB6FDA-F963-C436-C90B-9A41B5B62CD0}"/>
                  </a:ext>
                </a:extLst>
              </p:cNvPr>
              <p:cNvCxnSpPr>
                <a:cxnSpLocks/>
                <a:endCxn id="65" idx="2"/>
              </p:cNvCxnSpPr>
              <p:nvPr/>
            </p:nvCxnSpPr>
            <p:spPr>
              <a:xfrm flipH="1">
                <a:off x="1137600" y="2706602"/>
                <a:ext cx="544690" cy="32337"/>
              </a:xfrm>
              <a:prstGeom prst="straightConnector1">
                <a:avLst/>
              </a:prstGeom>
              <a:ln w="19050">
                <a:noFill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2215E70F-0267-A762-F53B-138996DB7E71}"/>
                </a:ext>
              </a:extLst>
            </p:cNvPr>
            <p:cNvSpPr txBox="1"/>
            <p:nvPr/>
          </p:nvSpPr>
          <p:spPr>
            <a:xfrm>
              <a:off x="5486148" y="376571"/>
              <a:ext cx="646331" cy="369332"/>
            </a:xfrm>
            <a:prstGeom prst="rect">
              <a:avLst/>
            </a:prstGeom>
            <a:solidFill>
              <a:srgbClr val="FFFFFF"/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核心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246264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63EBFA1E-F648-D348-0EC0-3A024863FE6C}"/>
              </a:ext>
            </a:extLst>
          </p:cNvPr>
          <p:cNvGrpSpPr/>
          <p:nvPr/>
        </p:nvGrpSpPr>
        <p:grpSpPr>
          <a:xfrm>
            <a:off x="1684867" y="643466"/>
            <a:ext cx="8940800" cy="5571067"/>
            <a:chOff x="1761067" y="1016000"/>
            <a:chExt cx="8940800" cy="5571067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8E7444E-259E-3380-FF29-0AB9AE2E1C8E}"/>
                </a:ext>
              </a:extLst>
            </p:cNvPr>
            <p:cNvSpPr/>
            <p:nvPr/>
          </p:nvSpPr>
          <p:spPr>
            <a:xfrm>
              <a:off x="1761067" y="1016000"/>
              <a:ext cx="8940800" cy="5571067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5C6B4A50-1227-CDED-83E1-688836D7B683}"/>
                </a:ext>
              </a:extLst>
            </p:cNvPr>
            <p:cNvSpPr/>
            <p:nvPr/>
          </p:nvSpPr>
          <p:spPr>
            <a:xfrm>
              <a:off x="3112015" y="1371601"/>
              <a:ext cx="6412020" cy="3852332"/>
            </a:xfrm>
            <a:prstGeom prst="roundRect">
              <a:avLst/>
            </a:prstGeom>
            <a:noFill/>
            <a:ln w="28575">
              <a:solidFill>
                <a:srgbClr val="FFFFFF"/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67A45266-69FC-5386-9F26-2B0902A8B2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90718" y="2195288"/>
              <a:ext cx="1405296" cy="454780"/>
            </a:xfrm>
            <a:custGeom>
              <a:avLst/>
              <a:gdLst>
                <a:gd name="connsiteX0" fmla="*/ 450000 w 2781051"/>
                <a:gd name="connsiteY0" fmla="*/ 0 h 900000"/>
                <a:gd name="connsiteX1" fmla="*/ 2331051 w 2781051"/>
                <a:gd name="connsiteY1" fmla="*/ 0 h 900000"/>
                <a:gd name="connsiteX2" fmla="*/ 2781051 w 2781051"/>
                <a:gd name="connsiteY2" fmla="*/ 450000 h 900000"/>
                <a:gd name="connsiteX3" fmla="*/ 2331051 w 2781051"/>
                <a:gd name="connsiteY3" fmla="*/ 900000 h 900000"/>
                <a:gd name="connsiteX4" fmla="*/ 450000 w 2781051"/>
                <a:gd name="connsiteY4" fmla="*/ 900000 h 900000"/>
                <a:gd name="connsiteX5" fmla="*/ 0 w 2781051"/>
                <a:gd name="connsiteY5" fmla="*/ 450000 h 900000"/>
                <a:gd name="connsiteX6" fmla="*/ 450000 w 2781051"/>
                <a:gd name="connsiteY6" fmla="*/ 0 h 9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81051" h="900000">
                  <a:moveTo>
                    <a:pt x="450000" y="0"/>
                  </a:moveTo>
                  <a:lnTo>
                    <a:pt x="2331051" y="0"/>
                  </a:lnTo>
                  <a:cubicBezTo>
                    <a:pt x="2579579" y="0"/>
                    <a:pt x="2781051" y="201472"/>
                    <a:pt x="2781051" y="450000"/>
                  </a:cubicBezTo>
                  <a:cubicBezTo>
                    <a:pt x="2781051" y="698528"/>
                    <a:pt x="2579579" y="900000"/>
                    <a:pt x="2331051" y="900000"/>
                  </a:cubicBezTo>
                  <a:lnTo>
                    <a:pt x="450000" y="900000"/>
                  </a:ln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传感器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34EDBC1-A800-C41A-31C3-1B4BB76031A7}"/>
                </a:ext>
              </a:extLst>
            </p:cNvPr>
            <p:cNvSpPr/>
            <p:nvPr/>
          </p:nvSpPr>
          <p:spPr>
            <a:xfrm>
              <a:off x="3396014" y="2195289"/>
              <a:ext cx="1657854" cy="4547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感知模块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304343BE-6881-59B5-56A5-8AC311EB4630}"/>
                </a:ext>
              </a:extLst>
            </p:cNvPr>
            <p:cNvSpPr/>
            <p:nvPr/>
          </p:nvSpPr>
          <p:spPr>
            <a:xfrm>
              <a:off x="5346238" y="3915380"/>
              <a:ext cx="1657854" cy="4547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记忆模块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E3F85312-AD26-43EC-AB59-AF25F122AE8A}"/>
                </a:ext>
              </a:extLst>
            </p:cNvPr>
            <p:cNvSpPr/>
            <p:nvPr/>
          </p:nvSpPr>
          <p:spPr>
            <a:xfrm>
              <a:off x="5346238" y="4370162"/>
              <a:ext cx="1657854" cy="4547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r>
                <a:rPr lang="zh-CN" altLang="en-US" sz="14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 </a:t>
              </a:r>
              <a:r>
                <a:rPr lang="zh-CN" alt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标记</a:t>
              </a:r>
              <a:endParaRPr lang="en-US" altLang="zh-CN" sz="1400" b="1" dirty="0">
                <a:solidFill>
                  <a:schemeClr val="bg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□□□□□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47E0213F-A19B-1387-4022-B079029FAE95}"/>
                </a:ext>
              </a:extLst>
            </p:cNvPr>
            <p:cNvSpPr/>
            <p:nvPr/>
          </p:nvSpPr>
          <p:spPr>
            <a:xfrm>
              <a:off x="7422132" y="2195288"/>
              <a:ext cx="1657854" cy="4547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动作模块</a:t>
              </a: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25C9765-2295-CDDF-FF33-77F2ADA5F4AE}"/>
                </a:ext>
              </a:extLst>
            </p:cNvPr>
            <p:cNvSpPr/>
            <p:nvPr/>
          </p:nvSpPr>
          <p:spPr>
            <a:xfrm>
              <a:off x="5144380" y="5725888"/>
              <a:ext cx="1657854" cy="4547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环境模块</a:t>
              </a: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A9E65412-4CF2-9013-EA24-67646DFFB1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79986" y="2195288"/>
              <a:ext cx="1405296" cy="454780"/>
            </a:xfrm>
            <a:custGeom>
              <a:avLst/>
              <a:gdLst>
                <a:gd name="connsiteX0" fmla="*/ 450000 w 2781051"/>
                <a:gd name="connsiteY0" fmla="*/ 0 h 900000"/>
                <a:gd name="connsiteX1" fmla="*/ 2331051 w 2781051"/>
                <a:gd name="connsiteY1" fmla="*/ 0 h 900000"/>
                <a:gd name="connsiteX2" fmla="*/ 2781051 w 2781051"/>
                <a:gd name="connsiteY2" fmla="*/ 450000 h 900000"/>
                <a:gd name="connsiteX3" fmla="*/ 2331051 w 2781051"/>
                <a:gd name="connsiteY3" fmla="*/ 900000 h 900000"/>
                <a:gd name="connsiteX4" fmla="*/ 450000 w 2781051"/>
                <a:gd name="connsiteY4" fmla="*/ 900000 h 900000"/>
                <a:gd name="connsiteX5" fmla="*/ 0 w 2781051"/>
                <a:gd name="connsiteY5" fmla="*/ 450000 h 900000"/>
                <a:gd name="connsiteX6" fmla="*/ 450000 w 2781051"/>
                <a:gd name="connsiteY6" fmla="*/ 0 h 9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81051" h="900000">
                  <a:moveTo>
                    <a:pt x="450000" y="0"/>
                  </a:moveTo>
                  <a:lnTo>
                    <a:pt x="2331051" y="0"/>
                  </a:lnTo>
                  <a:cubicBezTo>
                    <a:pt x="2579579" y="0"/>
                    <a:pt x="2781051" y="201472"/>
                    <a:pt x="2781051" y="450000"/>
                  </a:cubicBezTo>
                  <a:cubicBezTo>
                    <a:pt x="2781051" y="698528"/>
                    <a:pt x="2579579" y="900000"/>
                    <a:pt x="2331051" y="900000"/>
                  </a:cubicBezTo>
                  <a:lnTo>
                    <a:pt x="450000" y="900000"/>
                  </a:ln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作用器</a:t>
              </a:r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4C88FE27-CF20-FE17-0741-B6D338A01323}"/>
                </a:ext>
              </a:extLst>
            </p:cNvPr>
            <p:cNvCxnSpPr>
              <a:cxnSpLocks/>
              <a:endCxn id="16" idx="3"/>
            </p:cNvCxnSpPr>
            <p:nvPr/>
          </p:nvCxnSpPr>
          <p:spPr>
            <a:xfrm rot="5400000">
              <a:off x="6664415" y="2787889"/>
              <a:ext cx="3303209" cy="3027569"/>
            </a:xfrm>
            <a:prstGeom prst="bentConnector2">
              <a:avLst/>
            </a:prstGeom>
            <a:ln w="28575">
              <a:solidFill>
                <a:srgbClr val="FFFF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19">
              <a:extLst>
                <a:ext uri="{FF2B5EF4-FFF2-40B4-BE49-F238E27FC236}">
                  <a16:creationId xmlns:a16="http://schemas.microsoft.com/office/drawing/2014/main" id="{E9456FA9-5E77-891A-9F90-B4F70A4F922F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rot="10800000">
              <a:off x="2693366" y="2650068"/>
              <a:ext cx="2451014" cy="3303210"/>
            </a:xfrm>
            <a:prstGeom prst="bentConnector2">
              <a:avLst/>
            </a:prstGeom>
            <a:ln w="28575">
              <a:solidFill>
                <a:srgbClr val="FFFF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19">
              <a:extLst>
                <a:ext uri="{FF2B5EF4-FFF2-40B4-BE49-F238E27FC236}">
                  <a16:creationId xmlns:a16="http://schemas.microsoft.com/office/drawing/2014/main" id="{0F6C3E6E-2392-CC2D-31A0-63685CBB63F0}"/>
                </a:ext>
              </a:extLst>
            </p:cNvPr>
            <p:cNvCxnSpPr>
              <a:cxnSpLocks/>
              <a:stCxn id="12" idx="1"/>
            </p:cNvCxnSpPr>
            <p:nvPr/>
          </p:nvCxnSpPr>
          <p:spPr>
            <a:xfrm rot="10800000">
              <a:off x="4496808" y="2707518"/>
              <a:ext cx="849430" cy="1435252"/>
            </a:xfrm>
            <a:prstGeom prst="bentConnector2">
              <a:avLst/>
            </a:prstGeom>
            <a:ln w="28575">
              <a:solidFill>
                <a:schemeClr val="accent1">
                  <a:lumMod val="60000"/>
                  <a:lumOff val="40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19">
              <a:extLst>
                <a:ext uri="{FF2B5EF4-FFF2-40B4-BE49-F238E27FC236}">
                  <a16:creationId xmlns:a16="http://schemas.microsoft.com/office/drawing/2014/main" id="{CD17C19C-5A4A-D6BF-4447-D4345BEDD7B0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 rot="16200000" flipH="1">
              <a:off x="3680710" y="2932023"/>
              <a:ext cx="1912857" cy="1418200"/>
            </a:xfrm>
            <a:prstGeom prst="bentConnector2">
              <a:avLst/>
            </a:prstGeom>
            <a:ln w="28575">
              <a:solidFill>
                <a:schemeClr val="accent1">
                  <a:lumMod val="60000"/>
                  <a:lumOff val="40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19">
              <a:extLst>
                <a:ext uri="{FF2B5EF4-FFF2-40B4-BE49-F238E27FC236}">
                  <a16:creationId xmlns:a16="http://schemas.microsoft.com/office/drawing/2014/main" id="{0F7BC451-A4E4-33DA-6269-B128C40475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67588" y="2302631"/>
              <a:ext cx="2354544" cy="2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accent1">
                  <a:lumMod val="60000"/>
                  <a:lumOff val="40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19">
              <a:extLst>
                <a:ext uri="{FF2B5EF4-FFF2-40B4-BE49-F238E27FC236}">
                  <a16:creationId xmlns:a16="http://schemas.microsoft.com/office/drawing/2014/main" id="{07AE3FB9-E84A-C1CB-48FA-50E5D754D88B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 flipV="1">
              <a:off x="7004092" y="2658234"/>
              <a:ext cx="1080402" cy="1484536"/>
            </a:xfrm>
            <a:prstGeom prst="bentConnector2">
              <a:avLst/>
            </a:prstGeom>
            <a:ln w="28575">
              <a:solidFill>
                <a:schemeClr val="accent1">
                  <a:lumMod val="60000"/>
                  <a:lumOff val="40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19">
              <a:extLst>
                <a:ext uri="{FF2B5EF4-FFF2-40B4-BE49-F238E27FC236}">
                  <a16:creationId xmlns:a16="http://schemas.microsoft.com/office/drawing/2014/main" id="{3D431C0C-337C-CE5F-EACB-59CECD9501C8}"/>
                </a:ext>
              </a:extLst>
            </p:cNvPr>
            <p:cNvCxnSpPr>
              <a:cxnSpLocks/>
              <a:endCxn id="13" idx="3"/>
            </p:cNvCxnSpPr>
            <p:nvPr/>
          </p:nvCxnSpPr>
          <p:spPr>
            <a:xfrm rot="5400000">
              <a:off x="6739140" y="2949646"/>
              <a:ext cx="1912858" cy="1382954"/>
            </a:xfrm>
            <a:prstGeom prst="bentConnector2">
              <a:avLst/>
            </a:prstGeom>
            <a:ln w="28575">
              <a:solidFill>
                <a:schemeClr val="accent1">
                  <a:lumMod val="60000"/>
                  <a:lumOff val="40000"/>
                </a:schemeClr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19">
              <a:extLst>
                <a:ext uri="{FF2B5EF4-FFF2-40B4-BE49-F238E27FC236}">
                  <a16:creationId xmlns:a16="http://schemas.microsoft.com/office/drawing/2014/main" id="{F7A77CFB-7C3F-2D2E-77CD-50C056B2D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75283" y="2530022"/>
              <a:ext cx="2354544" cy="2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accent1">
                  <a:lumMod val="60000"/>
                  <a:lumOff val="40000"/>
                </a:schemeClr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06B361DE-A195-A267-CD15-611E276AB10C}"/>
                </a:ext>
              </a:extLst>
            </p:cNvPr>
            <p:cNvSpPr txBox="1"/>
            <p:nvPr/>
          </p:nvSpPr>
          <p:spPr>
            <a:xfrm>
              <a:off x="5657418" y="146799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智能体</a:t>
              </a: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759070D7-273F-BE03-F5FB-C3E1A7AA0168}"/>
                </a:ext>
              </a:extLst>
            </p:cNvPr>
            <p:cNvSpPr txBox="1"/>
            <p:nvPr/>
          </p:nvSpPr>
          <p:spPr>
            <a:xfrm>
              <a:off x="3190834" y="3102524"/>
              <a:ext cx="80021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分割的</a:t>
              </a:r>
              <a:endPara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图像</a:t>
              </a: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8B9F86B7-14E2-4293-4534-752260FACA4D}"/>
                </a:ext>
              </a:extLst>
            </p:cNvPr>
            <p:cNvSpPr txBox="1"/>
            <p:nvPr/>
          </p:nvSpPr>
          <p:spPr>
            <a:xfrm>
              <a:off x="4478158" y="3162359"/>
              <a:ext cx="8002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注意力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5AFDE8AE-285E-2646-8215-42159B0D3398}"/>
                </a:ext>
              </a:extLst>
            </p:cNvPr>
            <p:cNvSpPr txBox="1"/>
            <p:nvPr/>
          </p:nvSpPr>
          <p:spPr>
            <a:xfrm>
              <a:off x="5627793" y="1965188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条件反射</a:t>
              </a: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C5560CBC-813D-1B18-B993-B5B2A5B04BEE}"/>
                </a:ext>
              </a:extLst>
            </p:cNvPr>
            <p:cNvSpPr txBox="1"/>
            <p:nvPr/>
          </p:nvSpPr>
          <p:spPr>
            <a:xfrm>
              <a:off x="5627793" y="2572864"/>
              <a:ext cx="10054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自身感知</a:t>
              </a:r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0F7902CC-2E65-6881-098A-D6D656DA781A}"/>
                </a:ext>
              </a:extLst>
            </p:cNvPr>
            <p:cNvSpPr txBox="1"/>
            <p:nvPr/>
          </p:nvSpPr>
          <p:spPr>
            <a:xfrm>
              <a:off x="6499683" y="3130760"/>
              <a:ext cx="141577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局部空间表示</a:t>
              </a: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4CE3E301-9979-EB7B-C230-EC5A095E31EA}"/>
                </a:ext>
              </a:extLst>
            </p:cNvPr>
            <p:cNvSpPr txBox="1"/>
            <p:nvPr/>
          </p:nvSpPr>
          <p:spPr>
            <a:xfrm>
              <a:off x="8313447" y="3225622"/>
              <a:ext cx="1210588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任务特定的</a:t>
              </a:r>
              <a:endPara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标记分配</a:t>
              </a:r>
              <a:endPara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600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方案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886620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组合 47">
            <a:extLst>
              <a:ext uri="{FF2B5EF4-FFF2-40B4-BE49-F238E27FC236}">
                <a16:creationId xmlns:a16="http://schemas.microsoft.com/office/drawing/2014/main" id="{23B84338-6E84-B6D7-EA10-4FBC6532906D}"/>
              </a:ext>
            </a:extLst>
          </p:cNvPr>
          <p:cNvGrpSpPr/>
          <p:nvPr/>
        </p:nvGrpSpPr>
        <p:grpSpPr>
          <a:xfrm>
            <a:off x="738581" y="566770"/>
            <a:ext cx="10714838" cy="5942673"/>
            <a:chOff x="1489601" y="732233"/>
            <a:chExt cx="10714838" cy="5942673"/>
          </a:xfrm>
        </p:grpSpPr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3D8B5116-5D93-98DD-A73E-2C19646E29A4}"/>
                </a:ext>
              </a:extLst>
            </p:cNvPr>
            <p:cNvSpPr/>
            <p:nvPr/>
          </p:nvSpPr>
          <p:spPr>
            <a:xfrm>
              <a:off x="2126057" y="732233"/>
              <a:ext cx="8811023" cy="51970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C0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b="1" dirty="0">
                <a:solidFill>
                  <a:srgbClr val="FF5050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26BB5628-CCB7-950F-34F9-BDAF908CC35D}"/>
                </a:ext>
              </a:extLst>
            </p:cNvPr>
            <p:cNvSpPr/>
            <p:nvPr/>
          </p:nvSpPr>
          <p:spPr>
            <a:xfrm>
              <a:off x="3975101" y="1363134"/>
              <a:ext cx="1905000" cy="643467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研究员智能体</a:t>
              </a: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881722F5-8939-B7EB-0610-73AF6C4BD8B5}"/>
                </a:ext>
              </a:extLst>
            </p:cNvPr>
            <p:cNvSpPr/>
            <p:nvPr/>
          </p:nvSpPr>
          <p:spPr>
            <a:xfrm>
              <a:off x="7264400" y="1363134"/>
              <a:ext cx="1905000" cy="643467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分析师智能体</a:t>
              </a: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BEFECCD5-E913-3E82-254C-728CBBDF9F16}"/>
                </a:ext>
              </a:extLst>
            </p:cNvPr>
            <p:cNvSpPr/>
            <p:nvPr/>
          </p:nvSpPr>
          <p:spPr>
            <a:xfrm>
              <a:off x="5636949" y="2395009"/>
              <a:ext cx="1905000" cy="643467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写作员智能体</a:t>
              </a:r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0FBBD9CD-2703-2E1E-55B4-A39DE821B6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47752" y="1817311"/>
              <a:ext cx="1024381" cy="378580"/>
            </a:xfrm>
            <a:custGeom>
              <a:avLst/>
              <a:gdLst>
                <a:gd name="connsiteX0" fmla="*/ 450000 w 2781051"/>
                <a:gd name="connsiteY0" fmla="*/ 0 h 900000"/>
                <a:gd name="connsiteX1" fmla="*/ 2331051 w 2781051"/>
                <a:gd name="connsiteY1" fmla="*/ 0 h 900000"/>
                <a:gd name="connsiteX2" fmla="*/ 2781051 w 2781051"/>
                <a:gd name="connsiteY2" fmla="*/ 450000 h 900000"/>
                <a:gd name="connsiteX3" fmla="*/ 2331051 w 2781051"/>
                <a:gd name="connsiteY3" fmla="*/ 900000 h 900000"/>
                <a:gd name="connsiteX4" fmla="*/ 450000 w 2781051"/>
                <a:gd name="connsiteY4" fmla="*/ 900000 h 900000"/>
                <a:gd name="connsiteX5" fmla="*/ 0 w 2781051"/>
                <a:gd name="connsiteY5" fmla="*/ 450000 h 900000"/>
                <a:gd name="connsiteX6" fmla="*/ 450000 w 2781051"/>
                <a:gd name="connsiteY6" fmla="*/ 0 h 9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81051" h="900000">
                  <a:moveTo>
                    <a:pt x="450000" y="0"/>
                  </a:moveTo>
                  <a:lnTo>
                    <a:pt x="2331051" y="0"/>
                  </a:lnTo>
                  <a:cubicBezTo>
                    <a:pt x="2579579" y="0"/>
                    <a:pt x="2781051" y="201472"/>
                    <a:pt x="2781051" y="450000"/>
                  </a:cubicBezTo>
                  <a:cubicBezTo>
                    <a:pt x="2781051" y="698528"/>
                    <a:pt x="2579579" y="900000"/>
                    <a:pt x="2331051" y="900000"/>
                  </a:cubicBezTo>
                  <a:lnTo>
                    <a:pt x="450000" y="900000"/>
                  </a:ln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bg1"/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zh-CN" altLang="en-US" sz="16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工具</a:t>
              </a: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BB504162-E5CE-57BC-0D22-0E6104F0ED1E}"/>
                </a:ext>
              </a:extLst>
            </p:cNvPr>
            <p:cNvSpPr/>
            <p:nvPr/>
          </p:nvSpPr>
          <p:spPr>
            <a:xfrm>
              <a:off x="3825082" y="3497791"/>
              <a:ext cx="5833268" cy="643467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rgbClr val="DC2E55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处理模块</a:t>
              </a: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A19DFF0D-5EC1-D62D-5A35-DAEA76B17977}"/>
                </a:ext>
              </a:extLst>
            </p:cNvPr>
            <p:cNvSpPr/>
            <p:nvPr/>
          </p:nvSpPr>
          <p:spPr>
            <a:xfrm>
              <a:off x="5049836" y="4600573"/>
              <a:ext cx="1046164" cy="429419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rgbClr val="DC2E55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任务</a:t>
              </a:r>
            </a:p>
          </p:txBody>
        </p: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7E57A4F1-AA4A-0C07-1D7B-BF4645E6492B}"/>
                </a:ext>
              </a:extLst>
            </p:cNvPr>
            <p:cNvSpPr/>
            <p:nvPr/>
          </p:nvSpPr>
          <p:spPr>
            <a:xfrm>
              <a:off x="7170736" y="4625177"/>
              <a:ext cx="1046164" cy="429419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rgbClr val="DC2E55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任务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96EC7ABC-C745-4C43-B952-711CBF1D007B}"/>
                </a:ext>
              </a:extLst>
            </p:cNvPr>
            <p:cNvSpPr txBox="1"/>
            <p:nvPr/>
          </p:nvSpPr>
          <p:spPr>
            <a:xfrm>
              <a:off x="1489601" y="1269368"/>
              <a:ext cx="2167999" cy="830997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solidFill>
                    <a:srgbClr val="DC2E55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具备主动交互能力，即智能体之间可主动委托工作或提问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0C80D3D3-A695-C319-CCB3-36D3A93D41CB}"/>
                </a:ext>
              </a:extLst>
            </p:cNvPr>
            <p:cNvSpPr txBox="1"/>
            <p:nvPr/>
          </p:nvSpPr>
          <p:spPr>
            <a:xfrm>
              <a:off x="6220881" y="4529666"/>
              <a:ext cx="82497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400" dirty="0">
                  <a:solidFill>
                    <a:srgbClr val="FF505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……</a:t>
              </a:r>
              <a:endParaRPr lang="zh-CN" altLang="en-US" sz="2400" dirty="0">
                <a:solidFill>
                  <a:srgbClr val="FF5050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95DCD1D4-921E-EBD0-9E63-6BD10E2AA98D}"/>
                </a:ext>
              </a:extLst>
            </p:cNvPr>
            <p:cNvSpPr txBox="1"/>
            <p:nvPr/>
          </p:nvSpPr>
          <p:spPr>
            <a:xfrm>
              <a:off x="9872133" y="2100365"/>
              <a:ext cx="2332306" cy="156966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solidFill>
                    <a:srgbClr val="DC2E55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定义智能体的协作规则，包括 </a:t>
              </a:r>
              <a:endParaRPr lang="en-US" altLang="zh-CN" sz="1600" dirty="0">
                <a:solidFill>
                  <a:srgbClr val="DC2E55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600" dirty="0">
                  <a:solidFill>
                    <a:srgbClr val="DC2E55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智能体如何协同工作</a:t>
              </a:r>
              <a:endParaRPr lang="en-US" altLang="zh-CN" sz="1600" dirty="0">
                <a:solidFill>
                  <a:srgbClr val="DC2E55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600" dirty="0">
                  <a:solidFill>
                    <a:srgbClr val="DC2E55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任务如何分配</a:t>
              </a:r>
              <a:endParaRPr lang="en-US" altLang="zh-CN" sz="1600" dirty="0">
                <a:solidFill>
                  <a:srgbClr val="DC2E55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600" dirty="0">
                  <a:solidFill>
                    <a:srgbClr val="DC2E55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彼此如何交互</a:t>
              </a:r>
              <a:endParaRPr lang="en-US" altLang="zh-CN" sz="1600" dirty="0">
                <a:solidFill>
                  <a:srgbClr val="DC2E55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600" dirty="0">
                  <a:solidFill>
                    <a:srgbClr val="DC2E55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工作如何执行</a:t>
              </a: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B9B7E6F-2AF1-0891-A0A9-832AF6B324E0}"/>
                </a:ext>
              </a:extLst>
            </p:cNvPr>
            <p:cNvSpPr txBox="1"/>
            <p:nvPr/>
          </p:nvSpPr>
          <p:spPr>
            <a:xfrm>
              <a:off x="9129578" y="4612161"/>
              <a:ext cx="2960956" cy="830997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solidFill>
                    <a:srgbClr val="DC2E55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任务指定优先级高于默认配置：</a:t>
              </a:r>
              <a:endParaRPr lang="en-US" altLang="zh-CN" sz="1600" dirty="0">
                <a:solidFill>
                  <a:srgbClr val="DC2E55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600" dirty="0">
                  <a:solidFill>
                    <a:srgbClr val="DC2E55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指定需使用的特定工具</a:t>
              </a:r>
              <a:endParaRPr lang="en-US" altLang="zh-CN" sz="1600" dirty="0">
                <a:solidFill>
                  <a:srgbClr val="DC2E55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600" dirty="0">
                  <a:solidFill>
                    <a:srgbClr val="DC2E55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指定由特定智能体来处理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C9010FEC-E033-0CFA-FAC3-7B3D162587CB}"/>
                </a:ext>
              </a:extLst>
            </p:cNvPr>
            <p:cNvSpPr txBox="1"/>
            <p:nvPr/>
          </p:nvSpPr>
          <p:spPr>
            <a:xfrm>
              <a:off x="5018486" y="6213241"/>
              <a:ext cx="1565937" cy="461665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zh-CN" sz="2400" b="1" dirty="0">
                  <a:solidFill>
                    <a:srgbClr val="DC2E55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Outcome</a:t>
              </a:r>
              <a:endParaRPr lang="zh-CN" altLang="en-US" sz="2400" b="1" dirty="0">
                <a:solidFill>
                  <a:srgbClr val="DC2E55"/>
                </a:solidFill>
                <a:latin typeface="Calibri" panose="020F0502020204030204" pitchFamily="34" charset="0"/>
                <a:ea typeface="微软雅黑" panose="020B0503020204020204" pitchFamily="34" charset="-122"/>
                <a:cs typeface="Calibri" panose="020F0502020204030204" pitchFamily="34" charset="0"/>
              </a:endParaRP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19B6764-AFCC-A7B7-49F7-2FD2D393460A}"/>
                </a:ext>
              </a:extLst>
            </p:cNvPr>
            <p:cNvCxnSpPr>
              <a:cxnSpLocks/>
            </p:cNvCxnSpPr>
            <p:nvPr/>
          </p:nvCxnSpPr>
          <p:spPr>
            <a:xfrm>
              <a:off x="4359539" y="4141258"/>
              <a:ext cx="476514" cy="388408"/>
            </a:xfrm>
            <a:prstGeom prst="straightConnector1">
              <a:avLst/>
            </a:prstGeom>
            <a:ln w="28575">
              <a:tailEnd type="arrow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8" name="弧形 37">
              <a:extLst>
                <a:ext uri="{FF2B5EF4-FFF2-40B4-BE49-F238E27FC236}">
                  <a16:creationId xmlns:a16="http://schemas.microsoft.com/office/drawing/2014/main" id="{552771FD-CBF1-FFCA-C3CB-C298B1D500E9}"/>
                </a:ext>
              </a:extLst>
            </p:cNvPr>
            <p:cNvSpPr/>
            <p:nvPr/>
          </p:nvSpPr>
          <p:spPr>
            <a:xfrm rot="14530032">
              <a:off x="3613610" y="2141714"/>
              <a:ext cx="2332306" cy="1849770"/>
            </a:xfrm>
            <a:prstGeom prst="arc">
              <a:avLst>
                <a:gd name="adj1" fmla="val 16180217"/>
                <a:gd name="adj2" fmla="val 19169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889EA1B0-DF33-789C-8925-8D88CCEE6466}"/>
                </a:ext>
              </a:extLst>
            </p:cNvPr>
            <p:cNvCxnSpPr>
              <a:cxnSpLocks/>
              <a:endCxn id="12" idx="1"/>
            </p:cNvCxnSpPr>
            <p:nvPr/>
          </p:nvCxnSpPr>
          <p:spPr>
            <a:xfrm flipV="1">
              <a:off x="8917577" y="2885195"/>
              <a:ext cx="954556" cy="612596"/>
            </a:xfrm>
            <a:prstGeom prst="curvedConnector3">
              <a:avLst>
                <a:gd name="adj1" fmla="val 50000"/>
              </a:avLst>
            </a:prstGeom>
            <a:ln w="28575">
              <a:tailEnd type="arrow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接箭头连接符 41">
              <a:extLst>
                <a:ext uri="{FF2B5EF4-FFF2-40B4-BE49-F238E27FC236}">
                  <a16:creationId xmlns:a16="http://schemas.microsoft.com/office/drawing/2014/main" id="{779CFDB6-3846-F6FE-AC0C-2B5184D8458C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3975101" y="5929312"/>
              <a:ext cx="1043385" cy="51476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tailEnd type="arrow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606850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C3E5A-10FC-6B41-37DC-4D08B6683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D447D9D9-6067-B8BB-2291-77A6D228A870}"/>
              </a:ext>
            </a:extLst>
          </p:cNvPr>
          <p:cNvGrpSpPr/>
          <p:nvPr/>
        </p:nvGrpSpPr>
        <p:grpSpPr>
          <a:xfrm>
            <a:off x="2036534" y="1659467"/>
            <a:ext cx="8118931" cy="3243296"/>
            <a:chOff x="3115739" y="1058333"/>
            <a:chExt cx="8118931" cy="3243296"/>
          </a:xfrm>
        </p:grpSpPr>
        <p:pic>
          <p:nvPicPr>
            <p:cNvPr id="15" name="图形 14" descr="数据库">
              <a:extLst>
                <a:ext uri="{FF2B5EF4-FFF2-40B4-BE49-F238E27FC236}">
                  <a16:creationId xmlns:a16="http://schemas.microsoft.com/office/drawing/2014/main" id="{AC9114CE-60FF-53E3-E71C-13D55DA69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15739" y="1214968"/>
              <a:ext cx="1109128" cy="1109128"/>
            </a:xfrm>
            <a:prstGeom prst="rect">
              <a:avLst/>
            </a:prstGeom>
          </p:spPr>
        </p:pic>
        <p:pic>
          <p:nvPicPr>
            <p:cNvPr id="17" name="图形 16" descr="服务器">
              <a:extLst>
                <a:ext uri="{FF2B5EF4-FFF2-40B4-BE49-F238E27FC236}">
                  <a16:creationId xmlns:a16="http://schemas.microsoft.com/office/drawing/2014/main" id="{E53A270E-B5BA-32BD-39E7-7CB372C3F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139267" y="1312332"/>
              <a:ext cx="914400" cy="914400"/>
            </a:xfrm>
            <a:prstGeom prst="rect">
              <a:avLst/>
            </a:prstGeom>
          </p:spPr>
        </p:pic>
        <p:pic>
          <p:nvPicPr>
            <p:cNvPr id="20" name="图形 19" descr="用户">
              <a:extLst>
                <a:ext uri="{FF2B5EF4-FFF2-40B4-BE49-F238E27FC236}">
                  <a16:creationId xmlns:a16="http://schemas.microsoft.com/office/drawing/2014/main" id="{04AFAF63-E824-7436-C6F5-69DB3547A77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213103" y="2971800"/>
              <a:ext cx="914400" cy="914400"/>
            </a:xfrm>
            <a:prstGeom prst="rect">
              <a:avLst/>
            </a:prstGeom>
          </p:spPr>
        </p:pic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9800199A-12FB-7F5C-AB45-94D60160F888}"/>
                </a:ext>
              </a:extLst>
            </p:cNvPr>
            <p:cNvSpPr/>
            <p:nvPr/>
          </p:nvSpPr>
          <p:spPr>
            <a:xfrm rot="16200000">
              <a:off x="5528447" y="2358247"/>
              <a:ext cx="3243296" cy="643467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向量化模型</a:t>
              </a:r>
            </a:p>
          </p:txBody>
        </p:sp>
        <p:pic>
          <p:nvPicPr>
            <p:cNvPr id="25" name="图形 24" descr="书籍">
              <a:extLst>
                <a:ext uri="{FF2B5EF4-FFF2-40B4-BE49-F238E27FC236}">
                  <a16:creationId xmlns:a16="http://schemas.microsoft.com/office/drawing/2014/main" id="{EFB5C1EE-2ECC-DDE5-E298-C66413F4BD9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320270" y="1974990"/>
              <a:ext cx="914400" cy="914400"/>
            </a:xfrm>
            <a:prstGeom prst="rect">
              <a:avLst/>
            </a:prstGeom>
          </p:spPr>
        </p:pic>
        <p:cxnSp>
          <p:nvCxnSpPr>
            <p:cNvPr id="26" name="直接箭头连接符 41">
              <a:extLst>
                <a:ext uri="{FF2B5EF4-FFF2-40B4-BE49-F238E27FC236}">
                  <a16:creationId xmlns:a16="http://schemas.microsoft.com/office/drawing/2014/main" id="{AD72E728-70C2-BE7E-7D6C-C1EC902F143C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224867" y="1769532"/>
              <a:ext cx="914400" cy="0"/>
            </a:xfrm>
            <a:prstGeom prst="straightConnector1">
              <a:avLst/>
            </a:prstGeom>
            <a:ln w="28575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流程图: 磁盘 56">
              <a:extLst>
                <a:ext uri="{FF2B5EF4-FFF2-40B4-BE49-F238E27FC236}">
                  <a16:creationId xmlns:a16="http://schemas.microsoft.com/office/drawing/2014/main" id="{2195C482-DD79-1226-EE82-5B02D4D3884D}"/>
                </a:ext>
              </a:extLst>
            </p:cNvPr>
            <p:cNvSpPr/>
            <p:nvPr/>
          </p:nvSpPr>
          <p:spPr>
            <a:xfrm>
              <a:off x="8738019" y="1892580"/>
              <a:ext cx="846651" cy="1079220"/>
            </a:xfrm>
            <a:prstGeom prst="flowChartMagneticDisk">
              <a:avLst/>
            </a:prstGeom>
            <a:solidFill>
              <a:srgbClr val="FFC000"/>
            </a:solidFill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58" name="直接箭头连接符 41">
              <a:extLst>
                <a:ext uri="{FF2B5EF4-FFF2-40B4-BE49-F238E27FC236}">
                  <a16:creationId xmlns:a16="http://schemas.microsoft.com/office/drawing/2014/main" id="{DF80CA33-560A-EAFB-DBCD-30A77E8ABFF2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6053667" y="1769532"/>
              <a:ext cx="774694" cy="0"/>
            </a:xfrm>
            <a:prstGeom prst="straightConnector1">
              <a:avLst/>
            </a:prstGeom>
            <a:ln w="28575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箭头连接符 41">
              <a:extLst>
                <a:ext uri="{FF2B5EF4-FFF2-40B4-BE49-F238E27FC236}">
                  <a16:creationId xmlns:a16="http://schemas.microsoft.com/office/drawing/2014/main" id="{D1EFB918-C0DC-4692-600B-F21494A9D7BF}"/>
                </a:ext>
              </a:extLst>
            </p:cNvPr>
            <p:cNvCxnSpPr>
              <a:cxnSpLocks/>
              <a:stCxn id="20" idx="3"/>
            </p:cNvCxnSpPr>
            <p:nvPr/>
          </p:nvCxnSpPr>
          <p:spPr>
            <a:xfrm>
              <a:off x="4127503" y="3429000"/>
              <a:ext cx="2700858" cy="0"/>
            </a:xfrm>
            <a:prstGeom prst="straightConnector1">
              <a:avLst/>
            </a:prstGeom>
            <a:ln w="28575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772B5C22-CD61-E0BA-6566-7400952EDD93}"/>
                </a:ext>
              </a:extLst>
            </p:cNvPr>
            <p:cNvSpPr txBox="1"/>
            <p:nvPr/>
          </p:nvSpPr>
          <p:spPr>
            <a:xfrm>
              <a:off x="3213103" y="2278616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知识库</a:t>
              </a:r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B3280E03-0CDB-E7A9-59A4-AC3DD5349A64}"/>
                </a:ext>
              </a:extLst>
            </p:cNvPr>
            <p:cNvSpPr txBox="1"/>
            <p:nvPr/>
          </p:nvSpPr>
          <p:spPr>
            <a:xfrm>
              <a:off x="5021298" y="229371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数据分块</a:t>
              </a:r>
            </a:p>
          </p:txBody>
        </p: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23FAC810-78B7-05CB-2872-AC3440DDCB13}"/>
                </a:ext>
              </a:extLst>
            </p:cNvPr>
            <p:cNvSpPr txBox="1"/>
            <p:nvPr/>
          </p:nvSpPr>
          <p:spPr>
            <a:xfrm>
              <a:off x="4923937" y="3495983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用户查询</a:t>
              </a:r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A22DF1EE-94FE-D794-2D81-CA3B087DE8E3}"/>
                </a:ext>
              </a:extLst>
            </p:cNvPr>
            <p:cNvSpPr txBox="1"/>
            <p:nvPr/>
          </p:nvSpPr>
          <p:spPr>
            <a:xfrm>
              <a:off x="8756496" y="3050093"/>
              <a:ext cx="87716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向量</a:t>
              </a:r>
              <a:endPara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数据库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73566FE0-7230-1C1B-B85E-BC207D39A0C4}"/>
                </a:ext>
              </a:extLst>
            </p:cNvPr>
            <p:cNvSpPr txBox="1"/>
            <p:nvPr/>
          </p:nvSpPr>
          <p:spPr>
            <a:xfrm>
              <a:off x="10320270" y="2971800"/>
              <a:ext cx="87716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检索的</a:t>
              </a:r>
              <a:endPara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文档</a:t>
              </a: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EF0540F7-2104-8BFA-17BB-F573A9ED1825}"/>
                </a:ext>
              </a:extLst>
            </p:cNvPr>
            <p:cNvSpPr txBox="1"/>
            <p:nvPr/>
          </p:nvSpPr>
          <p:spPr>
            <a:xfrm>
              <a:off x="7514972" y="3495983"/>
              <a:ext cx="87716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查询</a:t>
              </a:r>
              <a:endPara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向量化</a:t>
              </a:r>
            </a:p>
          </p:txBody>
        </p:sp>
        <p:cxnSp>
          <p:nvCxnSpPr>
            <p:cNvPr id="70" name="直接箭头连接符 41">
              <a:extLst>
                <a:ext uri="{FF2B5EF4-FFF2-40B4-BE49-F238E27FC236}">
                  <a16:creationId xmlns:a16="http://schemas.microsoft.com/office/drawing/2014/main" id="{016DCC65-F52D-3C68-E403-9D84C44DD999}"/>
                </a:ext>
              </a:extLst>
            </p:cNvPr>
            <p:cNvCxnSpPr>
              <a:cxnSpLocks/>
              <a:endCxn id="57" idx="2"/>
            </p:cNvCxnSpPr>
            <p:nvPr/>
          </p:nvCxnSpPr>
          <p:spPr>
            <a:xfrm>
              <a:off x="7499628" y="1737098"/>
              <a:ext cx="1238391" cy="695092"/>
            </a:xfrm>
            <a:prstGeom prst="bentConnector3">
              <a:avLst>
                <a:gd name="adj1" fmla="val 50000"/>
              </a:avLst>
            </a:prstGeom>
            <a:ln w="28575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直接箭头连接符 41">
              <a:extLst>
                <a:ext uri="{FF2B5EF4-FFF2-40B4-BE49-F238E27FC236}">
                  <a16:creationId xmlns:a16="http://schemas.microsoft.com/office/drawing/2014/main" id="{89740EC9-26E6-1F4A-AFA0-D2F69AB44B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87082" y="2671186"/>
              <a:ext cx="1230453" cy="757814"/>
            </a:xfrm>
            <a:prstGeom prst="bentConnector3">
              <a:avLst>
                <a:gd name="adj1" fmla="val 50000"/>
              </a:avLst>
            </a:prstGeom>
            <a:ln w="28575">
              <a:tailEnd type="arrow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180FC8F9-8034-1A62-F5F7-3E21978A9A6D}"/>
                </a:ext>
              </a:extLst>
            </p:cNvPr>
            <p:cNvSpPr txBox="1"/>
            <p:nvPr/>
          </p:nvSpPr>
          <p:spPr>
            <a:xfrm>
              <a:off x="7514972" y="1090767"/>
              <a:ext cx="87716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文档</a:t>
              </a:r>
              <a:endPara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向量化</a:t>
              </a:r>
            </a:p>
          </p:txBody>
        </p:sp>
        <p:cxnSp>
          <p:nvCxnSpPr>
            <p:cNvPr id="77" name="直接箭头连接符 41">
              <a:extLst>
                <a:ext uri="{FF2B5EF4-FFF2-40B4-BE49-F238E27FC236}">
                  <a16:creationId xmlns:a16="http://schemas.microsoft.com/office/drawing/2014/main" id="{BCDB455A-9122-3703-D788-BF4FC9B5EA87}"/>
                </a:ext>
              </a:extLst>
            </p:cNvPr>
            <p:cNvCxnSpPr>
              <a:cxnSpLocks/>
              <a:stCxn id="57" idx="4"/>
              <a:endCxn id="25" idx="1"/>
            </p:cNvCxnSpPr>
            <p:nvPr/>
          </p:nvCxnSpPr>
          <p:spPr>
            <a:xfrm>
              <a:off x="9584670" y="2432190"/>
              <a:ext cx="735600" cy="0"/>
            </a:xfrm>
            <a:prstGeom prst="straightConnector1">
              <a:avLst/>
            </a:prstGeom>
            <a:ln w="28575">
              <a:tailEnd type="arrow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1478128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组合 36">
            <a:extLst>
              <a:ext uri="{FF2B5EF4-FFF2-40B4-BE49-F238E27FC236}">
                <a16:creationId xmlns:a16="http://schemas.microsoft.com/office/drawing/2014/main" id="{EDDEC579-9B08-B01D-6868-95C194B9E91A}"/>
              </a:ext>
            </a:extLst>
          </p:cNvPr>
          <p:cNvGrpSpPr/>
          <p:nvPr/>
        </p:nvGrpSpPr>
        <p:grpSpPr>
          <a:xfrm>
            <a:off x="1519216" y="597345"/>
            <a:ext cx="9266758" cy="4567995"/>
            <a:chOff x="1519216" y="597345"/>
            <a:chExt cx="9266758" cy="4567995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A51CFBF3-CE90-D63F-341C-381E66BB2C30}"/>
                </a:ext>
              </a:extLst>
            </p:cNvPr>
            <p:cNvSpPr/>
            <p:nvPr/>
          </p:nvSpPr>
          <p:spPr>
            <a:xfrm>
              <a:off x="1548691" y="1871133"/>
              <a:ext cx="1303867" cy="1303867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5C9E8267-5D0E-56B1-66A5-D5BCA16E3C32}"/>
                </a:ext>
              </a:extLst>
            </p:cNvPr>
            <p:cNvSpPr/>
            <p:nvPr/>
          </p:nvSpPr>
          <p:spPr>
            <a:xfrm>
              <a:off x="1781524" y="2120900"/>
              <a:ext cx="837779" cy="837779"/>
            </a:xfrm>
            <a:prstGeom prst="ellipse">
              <a:avLst/>
            </a:prstGeom>
            <a:solidFill>
              <a:srgbClr val="9EDCFE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dirty="0">
                  <a:latin typeface="Calibri" panose="020F0502020204030204" pitchFamily="34" charset="0"/>
                  <a:ea typeface="宋体" panose="02010600030101010101" pitchFamily="2" charset="-122"/>
                </a:rPr>
                <a:t>1</a:t>
              </a:r>
              <a:endParaRPr lang="zh-CN" altLang="en-US" sz="2800" dirty="0">
                <a:latin typeface="Calibri" panose="020F0502020204030204" pitchFamily="34" charset="0"/>
                <a:ea typeface="宋体" panose="02010600030101010101" pitchFamily="2" charset="-122"/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17E537E1-5F04-2529-EBA3-40DEC58F8069}"/>
                </a:ext>
              </a:extLst>
            </p:cNvPr>
            <p:cNvSpPr/>
            <p:nvPr/>
          </p:nvSpPr>
          <p:spPr>
            <a:xfrm>
              <a:off x="2870434" y="3342228"/>
              <a:ext cx="1303867" cy="1303867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5DEAC1D7-51D6-2FD3-95C5-D7FF8B284A38}"/>
                </a:ext>
              </a:extLst>
            </p:cNvPr>
            <p:cNvSpPr/>
            <p:nvPr/>
          </p:nvSpPr>
          <p:spPr>
            <a:xfrm>
              <a:off x="3103267" y="3591995"/>
              <a:ext cx="837779" cy="83777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dirty="0">
                  <a:latin typeface="Calibri" panose="020F0502020204030204" pitchFamily="34" charset="0"/>
                  <a:ea typeface="宋体" panose="02010600030101010101" pitchFamily="2" charset="-122"/>
                </a:rPr>
                <a:t>2</a:t>
              </a:r>
              <a:endParaRPr lang="zh-CN" altLang="en-US" sz="2800" dirty="0">
                <a:latin typeface="Calibri" panose="020F0502020204030204" pitchFamily="34" charset="0"/>
                <a:ea typeface="宋体" panose="02010600030101010101" pitchFamily="2" charset="-122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F00DE5EC-DDE0-A5E4-D36D-6704B3BE71A3}"/>
                </a:ext>
              </a:extLst>
            </p:cNvPr>
            <p:cNvSpPr/>
            <p:nvPr/>
          </p:nvSpPr>
          <p:spPr>
            <a:xfrm>
              <a:off x="4111763" y="1855108"/>
              <a:ext cx="1303867" cy="1303867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7BCB733B-EF3A-33E6-B3EE-A53D933FB07A}"/>
                </a:ext>
              </a:extLst>
            </p:cNvPr>
            <p:cNvSpPr/>
            <p:nvPr/>
          </p:nvSpPr>
          <p:spPr>
            <a:xfrm>
              <a:off x="4344596" y="2104875"/>
              <a:ext cx="837779" cy="83777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dirty="0">
                  <a:latin typeface="Calibri" panose="020F0502020204030204" pitchFamily="34" charset="0"/>
                  <a:ea typeface="宋体" panose="02010600030101010101" pitchFamily="2" charset="-122"/>
                </a:rPr>
                <a:t>3</a:t>
              </a:r>
              <a:endParaRPr lang="zh-CN" altLang="en-US" sz="2800" dirty="0">
                <a:latin typeface="Calibri" panose="020F0502020204030204" pitchFamily="34" charset="0"/>
                <a:ea typeface="宋体" panose="02010600030101010101" pitchFamily="2" charset="-122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8B1861B8-AE35-0C47-7B6E-1FF8D7E5EE47}"/>
                </a:ext>
              </a:extLst>
            </p:cNvPr>
            <p:cNvSpPr/>
            <p:nvPr/>
          </p:nvSpPr>
          <p:spPr>
            <a:xfrm>
              <a:off x="5444066" y="3342228"/>
              <a:ext cx="1303867" cy="1303867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9EAC1D5A-080D-B667-B80B-621168A9376B}"/>
                </a:ext>
              </a:extLst>
            </p:cNvPr>
            <p:cNvSpPr/>
            <p:nvPr/>
          </p:nvSpPr>
          <p:spPr>
            <a:xfrm>
              <a:off x="5676899" y="3591995"/>
              <a:ext cx="837779" cy="837779"/>
            </a:xfrm>
            <a:prstGeom prst="ellipse">
              <a:avLst/>
            </a:prstGeom>
            <a:solidFill>
              <a:srgbClr val="FF5050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dirty="0">
                  <a:latin typeface="Calibri" panose="020F0502020204030204" pitchFamily="34" charset="0"/>
                  <a:ea typeface="宋体" panose="02010600030101010101" pitchFamily="2" charset="-122"/>
                </a:rPr>
                <a:t>4</a:t>
              </a:r>
              <a:endParaRPr lang="zh-CN" altLang="en-US" sz="2800" dirty="0">
                <a:latin typeface="Calibri" panose="020F0502020204030204" pitchFamily="34" charset="0"/>
                <a:ea typeface="宋体" panose="02010600030101010101" pitchFamily="2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84122E0D-C558-2F9F-1655-17A2E67FEC88}"/>
                </a:ext>
              </a:extLst>
            </p:cNvPr>
            <p:cNvSpPr/>
            <p:nvPr/>
          </p:nvSpPr>
          <p:spPr>
            <a:xfrm>
              <a:off x="6746549" y="1841592"/>
              <a:ext cx="1303867" cy="1303867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CECFC6AE-D742-1E4F-61E2-39DEF8809085}"/>
                </a:ext>
              </a:extLst>
            </p:cNvPr>
            <p:cNvSpPr/>
            <p:nvPr/>
          </p:nvSpPr>
          <p:spPr>
            <a:xfrm>
              <a:off x="6979382" y="2091359"/>
              <a:ext cx="837779" cy="837779"/>
            </a:xfrm>
            <a:prstGeom prst="ellipse">
              <a:avLst/>
            </a:prstGeom>
            <a:solidFill>
              <a:srgbClr val="FFC000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dirty="0">
                  <a:latin typeface="Calibri" panose="020F0502020204030204" pitchFamily="34" charset="0"/>
                  <a:ea typeface="宋体" panose="02010600030101010101" pitchFamily="2" charset="-122"/>
                </a:rPr>
                <a:t>5</a:t>
              </a:r>
              <a:endParaRPr lang="zh-CN" altLang="en-US" sz="2800" dirty="0">
                <a:latin typeface="Calibri" panose="020F0502020204030204" pitchFamily="34" charset="0"/>
                <a:ea typeface="宋体" panose="02010600030101010101" pitchFamily="2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7EDD0F31-320C-40BF-59FE-7081538974BF}"/>
                </a:ext>
              </a:extLst>
            </p:cNvPr>
            <p:cNvSpPr/>
            <p:nvPr/>
          </p:nvSpPr>
          <p:spPr>
            <a:xfrm>
              <a:off x="8083227" y="3280197"/>
              <a:ext cx="1303867" cy="1303867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A1778FCD-A215-D2D9-BF85-C2DC6D963370}"/>
                </a:ext>
              </a:extLst>
            </p:cNvPr>
            <p:cNvSpPr/>
            <p:nvPr/>
          </p:nvSpPr>
          <p:spPr>
            <a:xfrm>
              <a:off x="8316060" y="3529964"/>
              <a:ext cx="837779" cy="837779"/>
            </a:xfrm>
            <a:prstGeom prst="ellipse">
              <a:avLst/>
            </a:prstGeom>
            <a:solidFill>
              <a:srgbClr val="9730A0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dirty="0">
                  <a:latin typeface="Calibri" panose="020F0502020204030204" pitchFamily="34" charset="0"/>
                  <a:ea typeface="宋体" panose="02010600030101010101" pitchFamily="2" charset="-122"/>
                </a:rPr>
                <a:t>6</a:t>
              </a:r>
              <a:endParaRPr lang="zh-CN" altLang="en-US" sz="2800" dirty="0">
                <a:latin typeface="Calibri" panose="020F0502020204030204" pitchFamily="34" charset="0"/>
                <a:ea typeface="宋体" panose="02010600030101010101" pitchFamily="2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FF6F6507-39E1-2A9C-4DDC-800D48A5AC80}"/>
                </a:ext>
              </a:extLst>
            </p:cNvPr>
            <p:cNvSpPr/>
            <p:nvPr/>
          </p:nvSpPr>
          <p:spPr>
            <a:xfrm>
              <a:off x="9381335" y="1800778"/>
              <a:ext cx="1303867" cy="1303867"/>
            </a:xfrm>
            <a:prstGeom prst="ellipse">
              <a:avLst/>
            </a:prstGeom>
            <a:solidFill>
              <a:schemeClr val="bg1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51D3D2EE-2994-58FB-B303-7E849987721E}"/>
                </a:ext>
              </a:extLst>
            </p:cNvPr>
            <p:cNvSpPr/>
            <p:nvPr/>
          </p:nvSpPr>
          <p:spPr>
            <a:xfrm>
              <a:off x="9614168" y="2050545"/>
              <a:ext cx="837779" cy="837779"/>
            </a:xfrm>
            <a:prstGeom prst="ellipse">
              <a:avLst/>
            </a:prstGeom>
            <a:solidFill>
              <a:srgbClr val="01B6CF"/>
            </a:solidFill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softEdge rad="12700"/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dirty="0">
                  <a:latin typeface="Calibri" panose="020F0502020204030204" pitchFamily="34" charset="0"/>
                  <a:ea typeface="宋体" panose="02010600030101010101" pitchFamily="2" charset="-122"/>
                </a:rPr>
                <a:t>7</a:t>
              </a:r>
              <a:endParaRPr lang="zh-CN" altLang="en-US" sz="2800" dirty="0">
                <a:latin typeface="Calibri" panose="020F0502020204030204" pitchFamily="34" charset="0"/>
                <a:ea typeface="宋体" panose="02010600030101010101" pitchFamily="2" charset="-122"/>
              </a:endParaRPr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D1577CFB-8B13-8C8F-D66B-ACAC204670BC}"/>
                </a:ext>
              </a:extLst>
            </p:cNvPr>
            <p:cNvSpPr/>
            <p:nvPr/>
          </p:nvSpPr>
          <p:spPr>
            <a:xfrm rot="19021358">
              <a:off x="2697711" y="2899455"/>
              <a:ext cx="308850" cy="754300"/>
            </a:xfrm>
            <a:custGeom>
              <a:avLst/>
              <a:gdLst>
                <a:gd name="connsiteX0" fmla="*/ 0 w 1440000"/>
                <a:gd name="connsiteY0" fmla="*/ 0 h 1627727"/>
                <a:gd name="connsiteX1" fmla="*/ 38640 w 1440000"/>
                <a:gd name="connsiteY1" fmla="*/ 0 h 1627727"/>
                <a:gd name="connsiteX2" fmla="*/ 77682 w 1440000"/>
                <a:gd name="connsiteY2" fmla="*/ 14290 h 1627727"/>
                <a:gd name="connsiteX3" fmla="*/ 720000 w 1440000"/>
                <a:gd name="connsiteY3" fmla="*/ 111399 h 1627727"/>
                <a:gd name="connsiteX4" fmla="*/ 1362318 w 1440000"/>
                <a:gd name="connsiteY4" fmla="*/ 14290 h 1627727"/>
                <a:gd name="connsiteX5" fmla="*/ 1401361 w 1440000"/>
                <a:gd name="connsiteY5" fmla="*/ 0 h 1627727"/>
                <a:gd name="connsiteX6" fmla="*/ 1440000 w 1440000"/>
                <a:gd name="connsiteY6" fmla="*/ 0 h 1627727"/>
                <a:gd name="connsiteX7" fmla="*/ 1440000 w 1440000"/>
                <a:gd name="connsiteY7" fmla="*/ 4482 h 1627727"/>
                <a:gd name="connsiteX8" fmla="*/ 1396248 w 1440000"/>
                <a:gd name="connsiteY8" fmla="*/ 44247 h 1627727"/>
                <a:gd name="connsiteX9" fmla="*/ 1079923 w 1440000"/>
                <a:gd name="connsiteY9" fmla="*/ 807922 h 1627727"/>
                <a:gd name="connsiteX10" fmla="*/ 1396248 w 1440000"/>
                <a:gd name="connsiteY10" fmla="*/ 1571598 h 1627727"/>
                <a:gd name="connsiteX11" fmla="*/ 1440000 w 1440000"/>
                <a:gd name="connsiteY11" fmla="*/ 1611363 h 1627727"/>
                <a:gd name="connsiteX12" fmla="*/ 1440000 w 1440000"/>
                <a:gd name="connsiteY12" fmla="*/ 1627727 h 1627727"/>
                <a:gd name="connsiteX13" fmla="*/ 1362318 w 1440000"/>
                <a:gd name="connsiteY13" fmla="*/ 1599295 h 1627727"/>
                <a:gd name="connsiteX14" fmla="*/ 720000 w 1440000"/>
                <a:gd name="connsiteY14" fmla="*/ 1502185 h 1627727"/>
                <a:gd name="connsiteX15" fmla="*/ 77682 w 1440000"/>
                <a:gd name="connsiteY15" fmla="*/ 1599295 h 1627727"/>
                <a:gd name="connsiteX16" fmla="*/ 0 w 1440000"/>
                <a:gd name="connsiteY16" fmla="*/ 1627727 h 1627727"/>
                <a:gd name="connsiteX17" fmla="*/ 0 w 1440000"/>
                <a:gd name="connsiteY17" fmla="*/ 1604733 h 1627727"/>
                <a:gd name="connsiteX18" fmla="*/ 36458 w 1440000"/>
                <a:gd name="connsiteY18" fmla="*/ 1571598 h 1627727"/>
                <a:gd name="connsiteX19" fmla="*/ 352782 w 1440000"/>
                <a:gd name="connsiteY19" fmla="*/ 807922 h 1627727"/>
                <a:gd name="connsiteX20" fmla="*/ 36458 w 1440000"/>
                <a:gd name="connsiteY20" fmla="*/ 44247 h 1627727"/>
                <a:gd name="connsiteX21" fmla="*/ 0 w 1440000"/>
                <a:gd name="connsiteY21" fmla="*/ 11112 h 162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40000" h="1627727">
                  <a:moveTo>
                    <a:pt x="0" y="0"/>
                  </a:moveTo>
                  <a:lnTo>
                    <a:pt x="38640" y="0"/>
                  </a:lnTo>
                  <a:lnTo>
                    <a:pt x="77682" y="14290"/>
                  </a:lnTo>
                  <a:cubicBezTo>
                    <a:pt x="280590" y="77401"/>
                    <a:pt x="496325" y="111399"/>
                    <a:pt x="720000" y="111399"/>
                  </a:cubicBezTo>
                  <a:cubicBezTo>
                    <a:pt x="943676" y="111399"/>
                    <a:pt x="1159410" y="77401"/>
                    <a:pt x="1362318" y="14290"/>
                  </a:cubicBezTo>
                  <a:lnTo>
                    <a:pt x="1401361" y="0"/>
                  </a:lnTo>
                  <a:lnTo>
                    <a:pt x="1440000" y="0"/>
                  </a:lnTo>
                  <a:lnTo>
                    <a:pt x="1440000" y="4482"/>
                  </a:lnTo>
                  <a:lnTo>
                    <a:pt x="1396248" y="44247"/>
                  </a:lnTo>
                  <a:cubicBezTo>
                    <a:pt x="1200806" y="239688"/>
                    <a:pt x="1079923" y="509688"/>
                    <a:pt x="1079923" y="807922"/>
                  </a:cubicBezTo>
                  <a:cubicBezTo>
                    <a:pt x="1079923" y="1106156"/>
                    <a:pt x="1200806" y="1376156"/>
                    <a:pt x="1396248" y="1571598"/>
                  </a:cubicBezTo>
                  <a:lnTo>
                    <a:pt x="1440000" y="1611363"/>
                  </a:lnTo>
                  <a:lnTo>
                    <a:pt x="1440000" y="1627727"/>
                  </a:lnTo>
                  <a:lnTo>
                    <a:pt x="1362318" y="1599295"/>
                  </a:lnTo>
                  <a:cubicBezTo>
                    <a:pt x="1159410" y="1536184"/>
                    <a:pt x="943676" y="1502185"/>
                    <a:pt x="720000" y="1502185"/>
                  </a:cubicBezTo>
                  <a:cubicBezTo>
                    <a:pt x="496325" y="1502185"/>
                    <a:pt x="280590" y="1536184"/>
                    <a:pt x="77682" y="1599295"/>
                  </a:cubicBezTo>
                  <a:lnTo>
                    <a:pt x="0" y="1627727"/>
                  </a:lnTo>
                  <a:lnTo>
                    <a:pt x="0" y="1604733"/>
                  </a:lnTo>
                  <a:lnTo>
                    <a:pt x="36458" y="1571598"/>
                  </a:lnTo>
                  <a:cubicBezTo>
                    <a:pt x="231899" y="1376156"/>
                    <a:pt x="352782" y="1106156"/>
                    <a:pt x="352782" y="807922"/>
                  </a:cubicBezTo>
                  <a:cubicBezTo>
                    <a:pt x="352782" y="509688"/>
                    <a:pt x="231899" y="239688"/>
                    <a:pt x="36458" y="44247"/>
                  </a:cubicBezTo>
                  <a:lnTo>
                    <a:pt x="0" y="11112"/>
                  </a:lnTo>
                  <a:close/>
                </a:path>
              </a:pathLst>
            </a:custGeom>
            <a:solidFill>
              <a:srgbClr val="9EDCFE"/>
            </a:solidFill>
            <a:ln w="635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10510A18-2192-0FE1-91AA-11B99C4A0657}"/>
                </a:ext>
              </a:extLst>
            </p:cNvPr>
            <p:cNvSpPr/>
            <p:nvPr/>
          </p:nvSpPr>
          <p:spPr>
            <a:xfrm rot="2430586">
              <a:off x="3993887" y="2877785"/>
              <a:ext cx="308850" cy="754300"/>
            </a:xfrm>
            <a:custGeom>
              <a:avLst/>
              <a:gdLst>
                <a:gd name="connsiteX0" fmla="*/ 0 w 1440000"/>
                <a:gd name="connsiteY0" fmla="*/ 0 h 1627727"/>
                <a:gd name="connsiteX1" fmla="*/ 38640 w 1440000"/>
                <a:gd name="connsiteY1" fmla="*/ 0 h 1627727"/>
                <a:gd name="connsiteX2" fmla="*/ 77682 w 1440000"/>
                <a:gd name="connsiteY2" fmla="*/ 14290 h 1627727"/>
                <a:gd name="connsiteX3" fmla="*/ 720000 w 1440000"/>
                <a:gd name="connsiteY3" fmla="*/ 111399 h 1627727"/>
                <a:gd name="connsiteX4" fmla="*/ 1362318 w 1440000"/>
                <a:gd name="connsiteY4" fmla="*/ 14290 h 1627727"/>
                <a:gd name="connsiteX5" fmla="*/ 1401361 w 1440000"/>
                <a:gd name="connsiteY5" fmla="*/ 0 h 1627727"/>
                <a:gd name="connsiteX6" fmla="*/ 1440000 w 1440000"/>
                <a:gd name="connsiteY6" fmla="*/ 0 h 1627727"/>
                <a:gd name="connsiteX7" fmla="*/ 1440000 w 1440000"/>
                <a:gd name="connsiteY7" fmla="*/ 4482 h 1627727"/>
                <a:gd name="connsiteX8" fmla="*/ 1396248 w 1440000"/>
                <a:gd name="connsiteY8" fmla="*/ 44247 h 1627727"/>
                <a:gd name="connsiteX9" fmla="*/ 1079923 w 1440000"/>
                <a:gd name="connsiteY9" fmla="*/ 807922 h 1627727"/>
                <a:gd name="connsiteX10" fmla="*/ 1396248 w 1440000"/>
                <a:gd name="connsiteY10" fmla="*/ 1571598 h 1627727"/>
                <a:gd name="connsiteX11" fmla="*/ 1440000 w 1440000"/>
                <a:gd name="connsiteY11" fmla="*/ 1611363 h 1627727"/>
                <a:gd name="connsiteX12" fmla="*/ 1440000 w 1440000"/>
                <a:gd name="connsiteY12" fmla="*/ 1627727 h 1627727"/>
                <a:gd name="connsiteX13" fmla="*/ 1362318 w 1440000"/>
                <a:gd name="connsiteY13" fmla="*/ 1599295 h 1627727"/>
                <a:gd name="connsiteX14" fmla="*/ 720000 w 1440000"/>
                <a:gd name="connsiteY14" fmla="*/ 1502185 h 1627727"/>
                <a:gd name="connsiteX15" fmla="*/ 77682 w 1440000"/>
                <a:gd name="connsiteY15" fmla="*/ 1599295 h 1627727"/>
                <a:gd name="connsiteX16" fmla="*/ 0 w 1440000"/>
                <a:gd name="connsiteY16" fmla="*/ 1627727 h 1627727"/>
                <a:gd name="connsiteX17" fmla="*/ 0 w 1440000"/>
                <a:gd name="connsiteY17" fmla="*/ 1604733 h 1627727"/>
                <a:gd name="connsiteX18" fmla="*/ 36458 w 1440000"/>
                <a:gd name="connsiteY18" fmla="*/ 1571598 h 1627727"/>
                <a:gd name="connsiteX19" fmla="*/ 352782 w 1440000"/>
                <a:gd name="connsiteY19" fmla="*/ 807922 h 1627727"/>
                <a:gd name="connsiteX20" fmla="*/ 36458 w 1440000"/>
                <a:gd name="connsiteY20" fmla="*/ 44247 h 1627727"/>
                <a:gd name="connsiteX21" fmla="*/ 0 w 1440000"/>
                <a:gd name="connsiteY21" fmla="*/ 11112 h 162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40000" h="1627727">
                  <a:moveTo>
                    <a:pt x="0" y="0"/>
                  </a:moveTo>
                  <a:lnTo>
                    <a:pt x="38640" y="0"/>
                  </a:lnTo>
                  <a:lnTo>
                    <a:pt x="77682" y="14290"/>
                  </a:lnTo>
                  <a:cubicBezTo>
                    <a:pt x="280590" y="77401"/>
                    <a:pt x="496325" y="111399"/>
                    <a:pt x="720000" y="111399"/>
                  </a:cubicBezTo>
                  <a:cubicBezTo>
                    <a:pt x="943676" y="111399"/>
                    <a:pt x="1159410" y="77401"/>
                    <a:pt x="1362318" y="14290"/>
                  </a:cubicBezTo>
                  <a:lnTo>
                    <a:pt x="1401361" y="0"/>
                  </a:lnTo>
                  <a:lnTo>
                    <a:pt x="1440000" y="0"/>
                  </a:lnTo>
                  <a:lnTo>
                    <a:pt x="1440000" y="4482"/>
                  </a:lnTo>
                  <a:lnTo>
                    <a:pt x="1396248" y="44247"/>
                  </a:lnTo>
                  <a:cubicBezTo>
                    <a:pt x="1200806" y="239688"/>
                    <a:pt x="1079923" y="509688"/>
                    <a:pt x="1079923" y="807922"/>
                  </a:cubicBezTo>
                  <a:cubicBezTo>
                    <a:pt x="1079923" y="1106156"/>
                    <a:pt x="1200806" y="1376156"/>
                    <a:pt x="1396248" y="1571598"/>
                  </a:cubicBezTo>
                  <a:lnTo>
                    <a:pt x="1440000" y="1611363"/>
                  </a:lnTo>
                  <a:lnTo>
                    <a:pt x="1440000" y="1627727"/>
                  </a:lnTo>
                  <a:lnTo>
                    <a:pt x="1362318" y="1599295"/>
                  </a:lnTo>
                  <a:cubicBezTo>
                    <a:pt x="1159410" y="1536184"/>
                    <a:pt x="943676" y="1502185"/>
                    <a:pt x="720000" y="1502185"/>
                  </a:cubicBezTo>
                  <a:cubicBezTo>
                    <a:pt x="496325" y="1502185"/>
                    <a:pt x="280590" y="1536184"/>
                    <a:pt x="77682" y="1599295"/>
                  </a:cubicBezTo>
                  <a:lnTo>
                    <a:pt x="0" y="1627727"/>
                  </a:lnTo>
                  <a:lnTo>
                    <a:pt x="0" y="1604733"/>
                  </a:lnTo>
                  <a:lnTo>
                    <a:pt x="36458" y="1571598"/>
                  </a:lnTo>
                  <a:cubicBezTo>
                    <a:pt x="231899" y="1376156"/>
                    <a:pt x="352782" y="1106156"/>
                    <a:pt x="352782" y="807922"/>
                  </a:cubicBezTo>
                  <a:cubicBezTo>
                    <a:pt x="352782" y="509688"/>
                    <a:pt x="231899" y="239688"/>
                    <a:pt x="36458" y="44247"/>
                  </a:cubicBezTo>
                  <a:lnTo>
                    <a:pt x="0" y="11112"/>
                  </a:lnTo>
                  <a:close/>
                </a:path>
              </a:pathLst>
            </a:custGeom>
            <a:solidFill>
              <a:srgbClr val="F4B183"/>
            </a:solidFill>
            <a:ln w="635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5712CC68-7584-3CE9-8F5B-6FE916B77611}"/>
                </a:ext>
              </a:extLst>
            </p:cNvPr>
            <p:cNvSpPr/>
            <p:nvPr/>
          </p:nvSpPr>
          <p:spPr>
            <a:xfrm rot="8173635">
              <a:off x="5279081" y="2869895"/>
              <a:ext cx="308850" cy="754300"/>
            </a:xfrm>
            <a:custGeom>
              <a:avLst/>
              <a:gdLst>
                <a:gd name="connsiteX0" fmla="*/ 0 w 1440000"/>
                <a:gd name="connsiteY0" fmla="*/ 0 h 1627727"/>
                <a:gd name="connsiteX1" fmla="*/ 38640 w 1440000"/>
                <a:gd name="connsiteY1" fmla="*/ 0 h 1627727"/>
                <a:gd name="connsiteX2" fmla="*/ 77682 w 1440000"/>
                <a:gd name="connsiteY2" fmla="*/ 14290 h 1627727"/>
                <a:gd name="connsiteX3" fmla="*/ 720000 w 1440000"/>
                <a:gd name="connsiteY3" fmla="*/ 111399 h 1627727"/>
                <a:gd name="connsiteX4" fmla="*/ 1362318 w 1440000"/>
                <a:gd name="connsiteY4" fmla="*/ 14290 h 1627727"/>
                <a:gd name="connsiteX5" fmla="*/ 1401361 w 1440000"/>
                <a:gd name="connsiteY5" fmla="*/ 0 h 1627727"/>
                <a:gd name="connsiteX6" fmla="*/ 1440000 w 1440000"/>
                <a:gd name="connsiteY6" fmla="*/ 0 h 1627727"/>
                <a:gd name="connsiteX7" fmla="*/ 1440000 w 1440000"/>
                <a:gd name="connsiteY7" fmla="*/ 4482 h 1627727"/>
                <a:gd name="connsiteX8" fmla="*/ 1396248 w 1440000"/>
                <a:gd name="connsiteY8" fmla="*/ 44247 h 1627727"/>
                <a:gd name="connsiteX9" fmla="*/ 1079923 w 1440000"/>
                <a:gd name="connsiteY9" fmla="*/ 807922 h 1627727"/>
                <a:gd name="connsiteX10" fmla="*/ 1396248 w 1440000"/>
                <a:gd name="connsiteY10" fmla="*/ 1571598 h 1627727"/>
                <a:gd name="connsiteX11" fmla="*/ 1440000 w 1440000"/>
                <a:gd name="connsiteY11" fmla="*/ 1611363 h 1627727"/>
                <a:gd name="connsiteX12" fmla="*/ 1440000 w 1440000"/>
                <a:gd name="connsiteY12" fmla="*/ 1627727 h 1627727"/>
                <a:gd name="connsiteX13" fmla="*/ 1362318 w 1440000"/>
                <a:gd name="connsiteY13" fmla="*/ 1599295 h 1627727"/>
                <a:gd name="connsiteX14" fmla="*/ 720000 w 1440000"/>
                <a:gd name="connsiteY14" fmla="*/ 1502185 h 1627727"/>
                <a:gd name="connsiteX15" fmla="*/ 77682 w 1440000"/>
                <a:gd name="connsiteY15" fmla="*/ 1599295 h 1627727"/>
                <a:gd name="connsiteX16" fmla="*/ 0 w 1440000"/>
                <a:gd name="connsiteY16" fmla="*/ 1627727 h 1627727"/>
                <a:gd name="connsiteX17" fmla="*/ 0 w 1440000"/>
                <a:gd name="connsiteY17" fmla="*/ 1604733 h 1627727"/>
                <a:gd name="connsiteX18" fmla="*/ 36458 w 1440000"/>
                <a:gd name="connsiteY18" fmla="*/ 1571598 h 1627727"/>
                <a:gd name="connsiteX19" fmla="*/ 352782 w 1440000"/>
                <a:gd name="connsiteY19" fmla="*/ 807922 h 1627727"/>
                <a:gd name="connsiteX20" fmla="*/ 36458 w 1440000"/>
                <a:gd name="connsiteY20" fmla="*/ 44247 h 1627727"/>
                <a:gd name="connsiteX21" fmla="*/ 0 w 1440000"/>
                <a:gd name="connsiteY21" fmla="*/ 11112 h 162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40000" h="1627727">
                  <a:moveTo>
                    <a:pt x="0" y="0"/>
                  </a:moveTo>
                  <a:lnTo>
                    <a:pt x="38640" y="0"/>
                  </a:lnTo>
                  <a:lnTo>
                    <a:pt x="77682" y="14290"/>
                  </a:lnTo>
                  <a:cubicBezTo>
                    <a:pt x="280590" y="77401"/>
                    <a:pt x="496325" y="111399"/>
                    <a:pt x="720000" y="111399"/>
                  </a:cubicBezTo>
                  <a:cubicBezTo>
                    <a:pt x="943676" y="111399"/>
                    <a:pt x="1159410" y="77401"/>
                    <a:pt x="1362318" y="14290"/>
                  </a:cubicBezTo>
                  <a:lnTo>
                    <a:pt x="1401361" y="0"/>
                  </a:lnTo>
                  <a:lnTo>
                    <a:pt x="1440000" y="0"/>
                  </a:lnTo>
                  <a:lnTo>
                    <a:pt x="1440000" y="4482"/>
                  </a:lnTo>
                  <a:lnTo>
                    <a:pt x="1396248" y="44247"/>
                  </a:lnTo>
                  <a:cubicBezTo>
                    <a:pt x="1200806" y="239688"/>
                    <a:pt x="1079923" y="509688"/>
                    <a:pt x="1079923" y="807922"/>
                  </a:cubicBezTo>
                  <a:cubicBezTo>
                    <a:pt x="1079923" y="1106156"/>
                    <a:pt x="1200806" y="1376156"/>
                    <a:pt x="1396248" y="1571598"/>
                  </a:cubicBezTo>
                  <a:lnTo>
                    <a:pt x="1440000" y="1611363"/>
                  </a:lnTo>
                  <a:lnTo>
                    <a:pt x="1440000" y="1627727"/>
                  </a:lnTo>
                  <a:lnTo>
                    <a:pt x="1362318" y="1599295"/>
                  </a:lnTo>
                  <a:cubicBezTo>
                    <a:pt x="1159410" y="1536184"/>
                    <a:pt x="943676" y="1502185"/>
                    <a:pt x="720000" y="1502185"/>
                  </a:cubicBezTo>
                  <a:cubicBezTo>
                    <a:pt x="496325" y="1502185"/>
                    <a:pt x="280590" y="1536184"/>
                    <a:pt x="77682" y="1599295"/>
                  </a:cubicBezTo>
                  <a:lnTo>
                    <a:pt x="0" y="1627727"/>
                  </a:lnTo>
                  <a:lnTo>
                    <a:pt x="0" y="1604733"/>
                  </a:lnTo>
                  <a:lnTo>
                    <a:pt x="36458" y="1571598"/>
                  </a:lnTo>
                  <a:cubicBezTo>
                    <a:pt x="231899" y="1376156"/>
                    <a:pt x="352782" y="1106156"/>
                    <a:pt x="352782" y="807922"/>
                  </a:cubicBezTo>
                  <a:cubicBezTo>
                    <a:pt x="352782" y="509688"/>
                    <a:pt x="231899" y="239688"/>
                    <a:pt x="36458" y="44247"/>
                  </a:cubicBezTo>
                  <a:lnTo>
                    <a:pt x="0" y="11112"/>
                  </a:lnTo>
                  <a:close/>
                </a:path>
              </a:pathLst>
            </a:custGeom>
            <a:solidFill>
              <a:srgbClr val="8FAADC"/>
            </a:solidFill>
            <a:ln w="635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37845000-F004-F1C5-948E-5B214A826681}"/>
                </a:ext>
              </a:extLst>
            </p:cNvPr>
            <p:cNvSpPr/>
            <p:nvPr/>
          </p:nvSpPr>
          <p:spPr>
            <a:xfrm rot="2430586">
              <a:off x="6620024" y="2893604"/>
              <a:ext cx="308850" cy="754300"/>
            </a:xfrm>
            <a:custGeom>
              <a:avLst/>
              <a:gdLst>
                <a:gd name="connsiteX0" fmla="*/ 0 w 1440000"/>
                <a:gd name="connsiteY0" fmla="*/ 0 h 1627727"/>
                <a:gd name="connsiteX1" fmla="*/ 38640 w 1440000"/>
                <a:gd name="connsiteY1" fmla="*/ 0 h 1627727"/>
                <a:gd name="connsiteX2" fmla="*/ 77682 w 1440000"/>
                <a:gd name="connsiteY2" fmla="*/ 14290 h 1627727"/>
                <a:gd name="connsiteX3" fmla="*/ 720000 w 1440000"/>
                <a:gd name="connsiteY3" fmla="*/ 111399 h 1627727"/>
                <a:gd name="connsiteX4" fmla="*/ 1362318 w 1440000"/>
                <a:gd name="connsiteY4" fmla="*/ 14290 h 1627727"/>
                <a:gd name="connsiteX5" fmla="*/ 1401361 w 1440000"/>
                <a:gd name="connsiteY5" fmla="*/ 0 h 1627727"/>
                <a:gd name="connsiteX6" fmla="*/ 1440000 w 1440000"/>
                <a:gd name="connsiteY6" fmla="*/ 0 h 1627727"/>
                <a:gd name="connsiteX7" fmla="*/ 1440000 w 1440000"/>
                <a:gd name="connsiteY7" fmla="*/ 4482 h 1627727"/>
                <a:gd name="connsiteX8" fmla="*/ 1396248 w 1440000"/>
                <a:gd name="connsiteY8" fmla="*/ 44247 h 1627727"/>
                <a:gd name="connsiteX9" fmla="*/ 1079923 w 1440000"/>
                <a:gd name="connsiteY9" fmla="*/ 807922 h 1627727"/>
                <a:gd name="connsiteX10" fmla="*/ 1396248 w 1440000"/>
                <a:gd name="connsiteY10" fmla="*/ 1571598 h 1627727"/>
                <a:gd name="connsiteX11" fmla="*/ 1440000 w 1440000"/>
                <a:gd name="connsiteY11" fmla="*/ 1611363 h 1627727"/>
                <a:gd name="connsiteX12" fmla="*/ 1440000 w 1440000"/>
                <a:gd name="connsiteY12" fmla="*/ 1627727 h 1627727"/>
                <a:gd name="connsiteX13" fmla="*/ 1362318 w 1440000"/>
                <a:gd name="connsiteY13" fmla="*/ 1599295 h 1627727"/>
                <a:gd name="connsiteX14" fmla="*/ 720000 w 1440000"/>
                <a:gd name="connsiteY14" fmla="*/ 1502185 h 1627727"/>
                <a:gd name="connsiteX15" fmla="*/ 77682 w 1440000"/>
                <a:gd name="connsiteY15" fmla="*/ 1599295 h 1627727"/>
                <a:gd name="connsiteX16" fmla="*/ 0 w 1440000"/>
                <a:gd name="connsiteY16" fmla="*/ 1627727 h 1627727"/>
                <a:gd name="connsiteX17" fmla="*/ 0 w 1440000"/>
                <a:gd name="connsiteY17" fmla="*/ 1604733 h 1627727"/>
                <a:gd name="connsiteX18" fmla="*/ 36458 w 1440000"/>
                <a:gd name="connsiteY18" fmla="*/ 1571598 h 1627727"/>
                <a:gd name="connsiteX19" fmla="*/ 352782 w 1440000"/>
                <a:gd name="connsiteY19" fmla="*/ 807922 h 1627727"/>
                <a:gd name="connsiteX20" fmla="*/ 36458 w 1440000"/>
                <a:gd name="connsiteY20" fmla="*/ 44247 h 1627727"/>
                <a:gd name="connsiteX21" fmla="*/ 0 w 1440000"/>
                <a:gd name="connsiteY21" fmla="*/ 11112 h 162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40000" h="1627727">
                  <a:moveTo>
                    <a:pt x="0" y="0"/>
                  </a:moveTo>
                  <a:lnTo>
                    <a:pt x="38640" y="0"/>
                  </a:lnTo>
                  <a:lnTo>
                    <a:pt x="77682" y="14290"/>
                  </a:lnTo>
                  <a:cubicBezTo>
                    <a:pt x="280590" y="77401"/>
                    <a:pt x="496325" y="111399"/>
                    <a:pt x="720000" y="111399"/>
                  </a:cubicBezTo>
                  <a:cubicBezTo>
                    <a:pt x="943676" y="111399"/>
                    <a:pt x="1159410" y="77401"/>
                    <a:pt x="1362318" y="14290"/>
                  </a:cubicBezTo>
                  <a:lnTo>
                    <a:pt x="1401361" y="0"/>
                  </a:lnTo>
                  <a:lnTo>
                    <a:pt x="1440000" y="0"/>
                  </a:lnTo>
                  <a:lnTo>
                    <a:pt x="1440000" y="4482"/>
                  </a:lnTo>
                  <a:lnTo>
                    <a:pt x="1396248" y="44247"/>
                  </a:lnTo>
                  <a:cubicBezTo>
                    <a:pt x="1200806" y="239688"/>
                    <a:pt x="1079923" y="509688"/>
                    <a:pt x="1079923" y="807922"/>
                  </a:cubicBezTo>
                  <a:cubicBezTo>
                    <a:pt x="1079923" y="1106156"/>
                    <a:pt x="1200806" y="1376156"/>
                    <a:pt x="1396248" y="1571598"/>
                  </a:cubicBezTo>
                  <a:lnTo>
                    <a:pt x="1440000" y="1611363"/>
                  </a:lnTo>
                  <a:lnTo>
                    <a:pt x="1440000" y="1627727"/>
                  </a:lnTo>
                  <a:lnTo>
                    <a:pt x="1362318" y="1599295"/>
                  </a:lnTo>
                  <a:cubicBezTo>
                    <a:pt x="1159410" y="1536184"/>
                    <a:pt x="943676" y="1502185"/>
                    <a:pt x="720000" y="1502185"/>
                  </a:cubicBezTo>
                  <a:cubicBezTo>
                    <a:pt x="496325" y="1502185"/>
                    <a:pt x="280590" y="1536184"/>
                    <a:pt x="77682" y="1599295"/>
                  </a:cubicBezTo>
                  <a:lnTo>
                    <a:pt x="0" y="1627727"/>
                  </a:lnTo>
                  <a:lnTo>
                    <a:pt x="0" y="1604733"/>
                  </a:lnTo>
                  <a:lnTo>
                    <a:pt x="36458" y="1571598"/>
                  </a:lnTo>
                  <a:cubicBezTo>
                    <a:pt x="231899" y="1376156"/>
                    <a:pt x="352782" y="1106156"/>
                    <a:pt x="352782" y="807922"/>
                  </a:cubicBezTo>
                  <a:cubicBezTo>
                    <a:pt x="352782" y="509688"/>
                    <a:pt x="231899" y="239688"/>
                    <a:pt x="36458" y="44247"/>
                  </a:cubicBezTo>
                  <a:lnTo>
                    <a:pt x="0" y="11112"/>
                  </a:lnTo>
                  <a:close/>
                </a:path>
              </a:pathLst>
            </a:custGeom>
            <a:solidFill>
              <a:srgbClr val="FF5050"/>
            </a:solidFill>
            <a:ln w="635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8AEE2CEC-5A92-68A1-661E-DBB743DEC8B0}"/>
                </a:ext>
              </a:extLst>
            </p:cNvPr>
            <p:cNvSpPr/>
            <p:nvPr/>
          </p:nvSpPr>
          <p:spPr>
            <a:xfrm rot="8173635">
              <a:off x="7904293" y="2835678"/>
              <a:ext cx="308850" cy="754300"/>
            </a:xfrm>
            <a:custGeom>
              <a:avLst/>
              <a:gdLst>
                <a:gd name="connsiteX0" fmla="*/ 0 w 1440000"/>
                <a:gd name="connsiteY0" fmla="*/ 0 h 1627727"/>
                <a:gd name="connsiteX1" fmla="*/ 38640 w 1440000"/>
                <a:gd name="connsiteY1" fmla="*/ 0 h 1627727"/>
                <a:gd name="connsiteX2" fmla="*/ 77682 w 1440000"/>
                <a:gd name="connsiteY2" fmla="*/ 14290 h 1627727"/>
                <a:gd name="connsiteX3" fmla="*/ 720000 w 1440000"/>
                <a:gd name="connsiteY3" fmla="*/ 111399 h 1627727"/>
                <a:gd name="connsiteX4" fmla="*/ 1362318 w 1440000"/>
                <a:gd name="connsiteY4" fmla="*/ 14290 h 1627727"/>
                <a:gd name="connsiteX5" fmla="*/ 1401361 w 1440000"/>
                <a:gd name="connsiteY5" fmla="*/ 0 h 1627727"/>
                <a:gd name="connsiteX6" fmla="*/ 1440000 w 1440000"/>
                <a:gd name="connsiteY6" fmla="*/ 0 h 1627727"/>
                <a:gd name="connsiteX7" fmla="*/ 1440000 w 1440000"/>
                <a:gd name="connsiteY7" fmla="*/ 4482 h 1627727"/>
                <a:gd name="connsiteX8" fmla="*/ 1396248 w 1440000"/>
                <a:gd name="connsiteY8" fmla="*/ 44247 h 1627727"/>
                <a:gd name="connsiteX9" fmla="*/ 1079923 w 1440000"/>
                <a:gd name="connsiteY9" fmla="*/ 807922 h 1627727"/>
                <a:gd name="connsiteX10" fmla="*/ 1396248 w 1440000"/>
                <a:gd name="connsiteY10" fmla="*/ 1571598 h 1627727"/>
                <a:gd name="connsiteX11" fmla="*/ 1440000 w 1440000"/>
                <a:gd name="connsiteY11" fmla="*/ 1611363 h 1627727"/>
                <a:gd name="connsiteX12" fmla="*/ 1440000 w 1440000"/>
                <a:gd name="connsiteY12" fmla="*/ 1627727 h 1627727"/>
                <a:gd name="connsiteX13" fmla="*/ 1362318 w 1440000"/>
                <a:gd name="connsiteY13" fmla="*/ 1599295 h 1627727"/>
                <a:gd name="connsiteX14" fmla="*/ 720000 w 1440000"/>
                <a:gd name="connsiteY14" fmla="*/ 1502185 h 1627727"/>
                <a:gd name="connsiteX15" fmla="*/ 77682 w 1440000"/>
                <a:gd name="connsiteY15" fmla="*/ 1599295 h 1627727"/>
                <a:gd name="connsiteX16" fmla="*/ 0 w 1440000"/>
                <a:gd name="connsiteY16" fmla="*/ 1627727 h 1627727"/>
                <a:gd name="connsiteX17" fmla="*/ 0 w 1440000"/>
                <a:gd name="connsiteY17" fmla="*/ 1604733 h 1627727"/>
                <a:gd name="connsiteX18" fmla="*/ 36458 w 1440000"/>
                <a:gd name="connsiteY18" fmla="*/ 1571598 h 1627727"/>
                <a:gd name="connsiteX19" fmla="*/ 352782 w 1440000"/>
                <a:gd name="connsiteY19" fmla="*/ 807922 h 1627727"/>
                <a:gd name="connsiteX20" fmla="*/ 36458 w 1440000"/>
                <a:gd name="connsiteY20" fmla="*/ 44247 h 1627727"/>
                <a:gd name="connsiteX21" fmla="*/ 0 w 1440000"/>
                <a:gd name="connsiteY21" fmla="*/ 11112 h 162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40000" h="1627727">
                  <a:moveTo>
                    <a:pt x="0" y="0"/>
                  </a:moveTo>
                  <a:lnTo>
                    <a:pt x="38640" y="0"/>
                  </a:lnTo>
                  <a:lnTo>
                    <a:pt x="77682" y="14290"/>
                  </a:lnTo>
                  <a:cubicBezTo>
                    <a:pt x="280590" y="77401"/>
                    <a:pt x="496325" y="111399"/>
                    <a:pt x="720000" y="111399"/>
                  </a:cubicBezTo>
                  <a:cubicBezTo>
                    <a:pt x="943676" y="111399"/>
                    <a:pt x="1159410" y="77401"/>
                    <a:pt x="1362318" y="14290"/>
                  </a:cubicBezTo>
                  <a:lnTo>
                    <a:pt x="1401361" y="0"/>
                  </a:lnTo>
                  <a:lnTo>
                    <a:pt x="1440000" y="0"/>
                  </a:lnTo>
                  <a:lnTo>
                    <a:pt x="1440000" y="4482"/>
                  </a:lnTo>
                  <a:lnTo>
                    <a:pt x="1396248" y="44247"/>
                  </a:lnTo>
                  <a:cubicBezTo>
                    <a:pt x="1200806" y="239688"/>
                    <a:pt x="1079923" y="509688"/>
                    <a:pt x="1079923" y="807922"/>
                  </a:cubicBezTo>
                  <a:cubicBezTo>
                    <a:pt x="1079923" y="1106156"/>
                    <a:pt x="1200806" y="1376156"/>
                    <a:pt x="1396248" y="1571598"/>
                  </a:cubicBezTo>
                  <a:lnTo>
                    <a:pt x="1440000" y="1611363"/>
                  </a:lnTo>
                  <a:lnTo>
                    <a:pt x="1440000" y="1627727"/>
                  </a:lnTo>
                  <a:lnTo>
                    <a:pt x="1362318" y="1599295"/>
                  </a:lnTo>
                  <a:cubicBezTo>
                    <a:pt x="1159410" y="1536184"/>
                    <a:pt x="943676" y="1502185"/>
                    <a:pt x="720000" y="1502185"/>
                  </a:cubicBezTo>
                  <a:cubicBezTo>
                    <a:pt x="496325" y="1502185"/>
                    <a:pt x="280590" y="1536184"/>
                    <a:pt x="77682" y="1599295"/>
                  </a:cubicBezTo>
                  <a:lnTo>
                    <a:pt x="0" y="1627727"/>
                  </a:lnTo>
                  <a:lnTo>
                    <a:pt x="0" y="1604733"/>
                  </a:lnTo>
                  <a:lnTo>
                    <a:pt x="36458" y="1571598"/>
                  </a:lnTo>
                  <a:cubicBezTo>
                    <a:pt x="231899" y="1376156"/>
                    <a:pt x="352782" y="1106156"/>
                    <a:pt x="352782" y="807922"/>
                  </a:cubicBezTo>
                  <a:cubicBezTo>
                    <a:pt x="352782" y="509688"/>
                    <a:pt x="231899" y="239688"/>
                    <a:pt x="36458" y="44247"/>
                  </a:cubicBezTo>
                  <a:lnTo>
                    <a:pt x="0" y="11112"/>
                  </a:lnTo>
                  <a:close/>
                </a:path>
              </a:pathLst>
            </a:custGeom>
            <a:solidFill>
              <a:srgbClr val="FFC000"/>
            </a:solidFill>
            <a:ln w="635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C7523149-963C-30F9-6881-6A9E1C31CF1B}"/>
                </a:ext>
              </a:extLst>
            </p:cNvPr>
            <p:cNvSpPr/>
            <p:nvPr/>
          </p:nvSpPr>
          <p:spPr>
            <a:xfrm rot="2430586">
              <a:off x="9250565" y="2827789"/>
              <a:ext cx="308850" cy="754300"/>
            </a:xfrm>
            <a:custGeom>
              <a:avLst/>
              <a:gdLst>
                <a:gd name="connsiteX0" fmla="*/ 0 w 1440000"/>
                <a:gd name="connsiteY0" fmla="*/ 0 h 1627727"/>
                <a:gd name="connsiteX1" fmla="*/ 38640 w 1440000"/>
                <a:gd name="connsiteY1" fmla="*/ 0 h 1627727"/>
                <a:gd name="connsiteX2" fmla="*/ 77682 w 1440000"/>
                <a:gd name="connsiteY2" fmla="*/ 14290 h 1627727"/>
                <a:gd name="connsiteX3" fmla="*/ 720000 w 1440000"/>
                <a:gd name="connsiteY3" fmla="*/ 111399 h 1627727"/>
                <a:gd name="connsiteX4" fmla="*/ 1362318 w 1440000"/>
                <a:gd name="connsiteY4" fmla="*/ 14290 h 1627727"/>
                <a:gd name="connsiteX5" fmla="*/ 1401361 w 1440000"/>
                <a:gd name="connsiteY5" fmla="*/ 0 h 1627727"/>
                <a:gd name="connsiteX6" fmla="*/ 1440000 w 1440000"/>
                <a:gd name="connsiteY6" fmla="*/ 0 h 1627727"/>
                <a:gd name="connsiteX7" fmla="*/ 1440000 w 1440000"/>
                <a:gd name="connsiteY7" fmla="*/ 4482 h 1627727"/>
                <a:gd name="connsiteX8" fmla="*/ 1396248 w 1440000"/>
                <a:gd name="connsiteY8" fmla="*/ 44247 h 1627727"/>
                <a:gd name="connsiteX9" fmla="*/ 1079923 w 1440000"/>
                <a:gd name="connsiteY9" fmla="*/ 807922 h 1627727"/>
                <a:gd name="connsiteX10" fmla="*/ 1396248 w 1440000"/>
                <a:gd name="connsiteY10" fmla="*/ 1571598 h 1627727"/>
                <a:gd name="connsiteX11" fmla="*/ 1440000 w 1440000"/>
                <a:gd name="connsiteY11" fmla="*/ 1611363 h 1627727"/>
                <a:gd name="connsiteX12" fmla="*/ 1440000 w 1440000"/>
                <a:gd name="connsiteY12" fmla="*/ 1627727 h 1627727"/>
                <a:gd name="connsiteX13" fmla="*/ 1362318 w 1440000"/>
                <a:gd name="connsiteY13" fmla="*/ 1599295 h 1627727"/>
                <a:gd name="connsiteX14" fmla="*/ 720000 w 1440000"/>
                <a:gd name="connsiteY14" fmla="*/ 1502185 h 1627727"/>
                <a:gd name="connsiteX15" fmla="*/ 77682 w 1440000"/>
                <a:gd name="connsiteY15" fmla="*/ 1599295 h 1627727"/>
                <a:gd name="connsiteX16" fmla="*/ 0 w 1440000"/>
                <a:gd name="connsiteY16" fmla="*/ 1627727 h 1627727"/>
                <a:gd name="connsiteX17" fmla="*/ 0 w 1440000"/>
                <a:gd name="connsiteY17" fmla="*/ 1604733 h 1627727"/>
                <a:gd name="connsiteX18" fmla="*/ 36458 w 1440000"/>
                <a:gd name="connsiteY18" fmla="*/ 1571598 h 1627727"/>
                <a:gd name="connsiteX19" fmla="*/ 352782 w 1440000"/>
                <a:gd name="connsiteY19" fmla="*/ 807922 h 1627727"/>
                <a:gd name="connsiteX20" fmla="*/ 36458 w 1440000"/>
                <a:gd name="connsiteY20" fmla="*/ 44247 h 1627727"/>
                <a:gd name="connsiteX21" fmla="*/ 0 w 1440000"/>
                <a:gd name="connsiteY21" fmla="*/ 11112 h 1627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40000" h="1627727">
                  <a:moveTo>
                    <a:pt x="0" y="0"/>
                  </a:moveTo>
                  <a:lnTo>
                    <a:pt x="38640" y="0"/>
                  </a:lnTo>
                  <a:lnTo>
                    <a:pt x="77682" y="14290"/>
                  </a:lnTo>
                  <a:cubicBezTo>
                    <a:pt x="280590" y="77401"/>
                    <a:pt x="496325" y="111399"/>
                    <a:pt x="720000" y="111399"/>
                  </a:cubicBezTo>
                  <a:cubicBezTo>
                    <a:pt x="943676" y="111399"/>
                    <a:pt x="1159410" y="77401"/>
                    <a:pt x="1362318" y="14290"/>
                  </a:cubicBezTo>
                  <a:lnTo>
                    <a:pt x="1401361" y="0"/>
                  </a:lnTo>
                  <a:lnTo>
                    <a:pt x="1440000" y="0"/>
                  </a:lnTo>
                  <a:lnTo>
                    <a:pt x="1440000" y="4482"/>
                  </a:lnTo>
                  <a:lnTo>
                    <a:pt x="1396248" y="44247"/>
                  </a:lnTo>
                  <a:cubicBezTo>
                    <a:pt x="1200806" y="239688"/>
                    <a:pt x="1079923" y="509688"/>
                    <a:pt x="1079923" y="807922"/>
                  </a:cubicBezTo>
                  <a:cubicBezTo>
                    <a:pt x="1079923" y="1106156"/>
                    <a:pt x="1200806" y="1376156"/>
                    <a:pt x="1396248" y="1571598"/>
                  </a:cubicBezTo>
                  <a:lnTo>
                    <a:pt x="1440000" y="1611363"/>
                  </a:lnTo>
                  <a:lnTo>
                    <a:pt x="1440000" y="1627727"/>
                  </a:lnTo>
                  <a:lnTo>
                    <a:pt x="1362318" y="1599295"/>
                  </a:lnTo>
                  <a:cubicBezTo>
                    <a:pt x="1159410" y="1536184"/>
                    <a:pt x="943676" y="1502185"/>
                    <a:pt x="720000" y="1502185"/>
                  </a:cubicBezTo>
                  <a:cubicBezTo>
                    <a:pt x="496325" y="1502185"/>
                    <a:pt x="280590" y="1536184"/>
                    <a:pt x="77682" y="1599295"/>
                  </a:cubicBezTo>
                  <a:lnTo>
                    <a:pt x="0" y="1627727"/>
                  </a:lnTo>
                  <a:lnTo>
                    <a:pt x="0" y="1604733"/>
                  </a:lnTo>
                  <a:lnTo>
                    <a:pt x="36458" y="1571598"/>
                  </a:lnTo>
                  <a:cubicBezTo>
                    <a:pt x="231899" y="1376156"/>
                    <a:pt x="352782" y="1106156"/>
                    <a:pt x="352782" y="807922"/>
                  </a:cubicBezTo>
                  <a:cubicBezTo>
                    <a:pt x="352782" y="509688"/>
                    <a:pt x="231899" y="239688"/>
                    <a:pt x="36458" y="44247"/>
                  </a:cubicBezTo>
                  <a:lnTo>
                    <a:pt x="0" y="11112"/>
                  </a:lnTo>
                  <a:close/>
                </a:path>
              </a:pathLst>
            </a:custGeom>
            <a:solidFill>
              <a:srgbClr val="9730A0"/>
            </a:solidFill>
            <a:ln w="635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B4DB9DD6-55B2-11E5-7485-90E99B10544B}"/>
                </a:ext>
              </a:extLst>
            </p:cNvPr>
            <p:cNvSpPr txBox="1"/>
            <p:nvPr/>
          </p:nvSpPr>
          <p:spPr>
            <a:xfrm>
              <a:off x="1607430" y="1348936"/>
              <a:ext cx="1185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Chroma</a:t>
              </a: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6EEB4196-F502-7BB9-91B8-712BA322BE62}"/>
                </a:ext>
              </a:extLst>
            </p:cNvPr>
            <p:cNvSpPr txBox="1"/>
            <p:nvPr/>
          </p:nvSpPr>
          <p:spPr>
            <a:xfrm>
              <a:off x="2793396" y="4703675"/>
              <a:ext cx="135659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Pinecone</a:t>
              </a:r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7A380CBB-49E7-5200-D9EB-8A6E1C926AD2}"/>
                </a:ext>
              </a:extLst>
            </p:cNvPr>
            <p:cNvSpPr txBox="1"/>
            <p:nvPr/>
          </p:nvSpPr>
          <p:spPr>
            <a:xfrm>
              <a:off x="4159715" y="1367658"/>
              <a:ext cx="13857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b="1" dirty="0" err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Weaviate</a:t>
              </a:r>
              <a:endParaRPr lang="en-US" altLang="zh-C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B8A87F59-E7C7-1D51-C202-BF65D4F3C451}"/>
                </a:ext>
              </a:extLst>
            </p:cNvPr>
            <p:cNvSpPr txBox="1"/>
            <p:nvPr/>
          </p:nvSpPr>
          <p:spPr>
            <a:xfrm>
              <a:off x="5657757" y="4661043"/>
              <a:ext cx="7918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b="1" dirty="0" err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Faiss</a:t>
              </a:r>
              <a:endParaRPr lang="en-US" altLang="zh-C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127C362C-B592-336A-7C12-E30351CFDCCF}"/>
                </a:ext>
              </a:extLst>
            </p:cNvPr>
            <p:cNvSpPr txBox="1"/>
            <p:nvPr/>
          </p:nvSpPr>
          <p:spPr>
            <a:xfrm>
              <a:off x="6920631" y="1393168"/>
              <a:ext cx="10855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b="1" dirty="0" err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Qdrant</a:t>
              </a:r>
              <a:endParaRPr lang="en-US" altLang="zh-C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5A4D12D4-8FBA-5E3A-BD0B-8C37BD216111}"/>
                </a:ext>
              </a:extLst>
            </p:cNvPr>
            <p:cNvSpPr txBox="1"/>
            <p:nvPr/>
          </p:nvSpPr>
          <p:spPr>
            <a:xfrm>
              <a:off x="8262187" y="4632372"/>
              <a:ext cx="10390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Milvus</a:t>
              </a: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F01E1DD8-AA45-6E6A-BDC7-AEA04345F6F8}"/>
                </a:ext>
              </a:extLst>
            </p:cNvPr>
            <p:cNvSpPr txBox="1"/>
            <p:nvPr/>
          </p:nvSpPr>
          <p:spPr>
            <a:xfrm>
              <a:off x="9344104" y="1348935"/>
              <a:ext cx="14418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4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PG Vector</a:t>
              </a: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D01DAED-0387-8D57-C614-18DBD2E9D6A0}"/>
                </a:ext>
              </a:extLst>
            </p:cNvPr>
            <p:cNvSpPr txBox="1"/>
            <p:nvPr/>
          </p:nvSpPr>
          <p:spPr>
            <a:xfrm>
              <a:off x="1519216" y="597345"/>
              <a:ext cx="9165986" cy="46166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4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向量数据库</a:t>
              </a:r>
              <a:endParaRPr lang="en-US" altLang="zh-CN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937595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>
            <a:extLst>
              <a:ext uri="{FF2B5EF4-FFF2-40B4-BE49-F238E27FC236}">
                <a16:creationId xmlns:a16="http://schemas.microsoft.com/office/drawing/2014/main" id="{F81E9109-5D8D-D9EF-54A6-D60BBB93DB6B}"/>
              </a:ext>
            </a:extLst>
          </p:cNvPr>
          <p:cNvGrpSpPr/>
          <p:nvPr/>
        </p:nvGrpSpPr>
        <p:grpSpPr>
          <a:xfrm>
            <a:off x="1485182" y="998310"/>
            <a:ext cx="9221635" cy="5120415"/>
            <a:chOff x="1271336" y="97963"/>
            <a:chExt cx="9221635" cy="5120415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CC305676-50EF-470A-5D30-D411DFABCC58}"/>
                </a:ext>
              </a:extLst>
            </p:cNvPr>
            <p:cNvSpPr/>
            <p:nvPr/>
          </p:nvSpPr>
          <p:spPr>
            <a:xfrm>
              <a:off x="1718832" y="511230"/>
              <a:ext cx="8046674" cy="3753590"/>
            </a:xfrm>
            <a:prstGeom prst="rect">
              <a:avLst/>
            </a:prstGeom>
            <a:solidFill>
              <a:srgbClr val="C4CEE6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5F3373C-4242-6BBB-8C52-1FC207CF7ED0}"/>
                </a:ext>
              </a:extLst>
            </p:cNvPr>
            <p:cNvSpPr/>
            <p:nvPr/>
          </p:nvSpPr>
          <p:spPr>
            <a:xfrm>
              <a:off x="7292804" y="823602"/>
              <a:ext cx="2178137" cy="3212617"/>
            </a:xfrm>
            <a:prstGeom prst="rect">
              <a:avLst/>
            </a:prstGeom>
            <a:solidFill>
              <a:srgbClr val="F5F7FB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E44F5604-9419-CF28-A93F-8AC80BFF37FC}"/>
                </a:ext>
              </a:extLst>
            </p:cNvPr>
            <p:cNvSpPr/>
            <p:nvPr/>
          </p:nvSpPr>
          <p:spPr>
            <a:xfrm>
              <a:off x="2043113" y="823602"/>
              <a:ext cx="5136355" cy="3212617"/>
            </a:xfrm>
            <a:prstGeom prst="rect">
              <a:avLst/>
            </a:prstGeom>
            <a:solidFill>
              <a:srgbClr val="F5F7FB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25CF83E-A969-BBB6-D98F-E533E049A73F}"/>
                </a:ext>
              </a:extLst>
            </p:cNvPr>
            <p:cNvSpPr/>
            <p:nvPr/>
          </p:nvSpPr>
          <p:spPr>
            <a:xfrm>
              <a:off x="4662058" y="1131570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知识库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6C5AC192-254F-C2DF-38F5-D21E740C07DD}"/>
                </a:ext>
              </a:extLst>
            </p:cNvPr>
            <p:cNvSpPr/>
            <p:nvPr/>
          </p:nvSpPr>
          <p:spPr>
            <a:xfrm>
              <a:off x="4662058" y="2140268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向量数据库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70C3182-E7DF-C46A-7A0E-583E6395BD0E}"/>
                </a:ext>
              </a:extLst>
            </p:cNvPr>
            <p:cNvSpPr/>
            <p:nvPr/>
          </p:nvSpPr>
          <p:spPr>
            <a:xfrm>
              <a:off x="4662058" y="3234690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向量搜索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791A26BA-AB73-FF78-0EB9-893CFF7DB0F9}"/>
                </a:ext>
              </a:extLst>
            </p:cNvPr>
            <p:cNvSpPr/>
            <p:nvPr/>
          </p:nvSpPr>
          <p:spPr>
            <a:xfrm>
              <a:off x="2326951" y="3234690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编码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82F7E9D-CD1C-66A3-8779-32220A4E0E00}"/>
                </a:ext>
              </a:extLst>
            </p:cNvPr>
            <p:cNvSpPr/>
            <p:nvPr/>
          </p:nvSpPr>
          <p:spPr>
            <a:xfrm>
              <a:off x="1271336" y="4441685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提示词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B15BD17-2FBA-8296-FA3E-52A8F30E9E5F}"/>
                </a:ext>
              </a:extLst>
            </p:cNvPr>
            <p:cNvSpPr/>
            <p:nvPr/>
          </p:nvSpPr>
          <p:spPr>
            <a:xfrm>
              <a:off x="8835117" y="4433470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3156BF5A-07DF-907F-2A13-F6C941D23644}"/>
                </a:ext>
              </a:extLst>
            </p:cNvPr>
            <p:cNvSpPr/>
            <p:nvPr/>
          </p:nvSpPr>
          <p:spPr>
            <a:xfrm>
              <a:off x="7652249" y="3227546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LLM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22BDB907-769E-CEE8-A7C3-0F9B2C62887A}"/>
                </a:ext>
              </a:extLst>
            </p:cNvPr>
            <p:cNvSpPr/>
            <p:nvPr/>
          </p:nvSpPr>
          <p:spPr>
            <a:xfrm>
              <a:off x="7652249" y="2092011"/>
              <a:ext cx="1657854" cy="59202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情境提示词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9BBE5DE4-3306-EA45-EF04-0C34E3DB3A1B}"/>
                </a:ext>
              </a:extLst>
            </p:cNvPr>
            <p:cNvSpPr txBox="1"/>
            <p:nvPr/>
          </p:nvSpPr>
          <p:spPr>
            <a:xfrm>
              <a:off x="2156449" y="94869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检索</a:t>
              </a: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80490F8D-D9A2-1DF3-1A1A-DDA4AC8EA865}"/>
                </a:ext>
              </a:extLst>
            </p:cNvPr>
            <p:cNvSpPr txBox="1"/>
            <p:nvPr/>
          </p:nvSpPr>
          <p:spPr>
            <a:xfrm>
              <a:off x="8110791" y="96200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生成</a:t>
              </a: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32427B5C-4568-83E7-DC71-A4EDFE1E1F85}"/>
                </a:ext>
              </a:extLst>
            </p:cNvPr>
            <p:cNvCxnSpPr>
              <a:cxnSpLocks/>
              <a:stCxn id="8" idx="3"/>
              <a:endCxn id="7" idx="2"/>
            </p:cNvCxnSpPr>
            <p:nvPr/>
          </p:nvCxnSpPr>
          <p:spPr>
            <a:xfrm flipV="1">
              <a:off x="2929190" y="3826717"/>
              <a:ext cx="226688" cy="910982"/>
            </a:xfrm>
            <a:prstGeom prst="bentConnector2">
              <a:avLst/>
            </a:prstGeom>
            <a:ln w="1905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0">
              <a:extLst>
                <a:ext uri="{FF2B5EF4-FFF2-40B4-BE49-F238E27FC236}">
                  <a16:creationId xmlns:a16="http://schemas.microsoft.com/office/drawing/2014/main" id="{CC5FBD37-5544-D046-124B-946DFA9CFD11}"/>
                </a:ext>
              </a:extLst>
            </p:cNvPr>
            <p:cNvCxnSpPr>
              <a:cxnSpLocks/>
              <a:stCxn id="8" idx="2"/>
              <a:endCxn id="10" idx="1"/>
            </p:cNvCxnSpPr>
            <p:nvPr/>
          </p:nvCxnSpPr>
          <p:spPr>
            <a:xfrm rot="5400000" flipH="1" flipV="1">
              <a:off x="4121180" y="1502643"/>
              <a:ext cx="1510152" cy="5551986"/>
            </a:xfrm>
            <a:prstGeom prst="bentConnector4">
              <a:avLst>
                <a:gd name="adj1" fmla="val -15138"/>
                <a:gd name="adj2" fmla="val 95037"/>
              </a:avLst>
            </a:prstGeom>
            <a:ln w="1905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20">
              <a:extLst>
                <a:ext uri="{FF2B5EF4-FFF2-40B4-BE49-F238E27FC236}">
                  <a16:creationId xmlns:a16="http://schemas.microsoft.com/office/drawing/2014/main" id="{22D1F9AC-AEAB-6AD8-B233-64948A3E3E50}"/>
                </a:ext>
              </a:extLst>
            </p:cNvPr>
            <p:cNvCxnSpPr>
              <a:cxnSpLocks/>
              <a:stCxn id="11" idx="2"/>
              <a:endCxn id="10" idx="0"/>
            </p:cNvCxnSpPr>
            <p:nvPr/>
          </p:nvCxnSpPr>
          <p:spPr>
            <a:xfrm>
              <a:off x="8481176" y="2684038"/>
              <a:ext cx="0" cy="543508"/>
            </a:xfrm>
            <a:prstGeom prst="straightConnector1">
              <a:avLst/>
            </a:prstGeom>
            <a:ln w="1905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20">
              <a:extLst>
                <a:ext uri="{FF2B5EF4-FFF2-40B4-BE49-F238E27FC236}">
                  <a16:creationId xmlns:a16="http://schemas.microsoft.com/office/drawing/2014/main" id="{3A273BB9-FD1F-CD76-E825-B134F9D4FC4E}"/>
                </a:ext>
              </a:extLst>
            </p:cNvPr>
            <p:cNvCxnSpPr>
              <a:cxnSpLocks/>
              <a:stCxn id="10" idx="2"/>
              <a:endCxn id="9" idx="1"/>
            </p:cNvCxnSpPr>
            <p:nvPr/>
          </p:nvCxnSpPr>
          <p:spPr>
            <a:xfrm rot="16200000" flipH="1">
              <a:off x="8203191" y="4097557"/>
              <a:ext cx="909911" cy="353941"/>
            </a:xfrm>
            <a:prstGeom prst="bentConnector2">
              <a:avLst/>
            </a:prstGeom>
            <a:ln w="1905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20">
              <a:extLst>
                <a:ext uri="{FF2B5EF4-FFF2-40B4-BE49-F238E27FC236}">
                  <a16:creationId xmlns:a16="http://schemas.microsoft.com/office/drawing/2014/main" id="{7627E919-FC2E-BD7B-32DA-D8E6F5E6E3FB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>
              <a:off x="5490985" y="1723597"/>
              <a:ext cx="0" cy="416671"/>
            </a:xfrm>
            <a:prstGeom prst="straightConnector1">
              <a:avLst/>
            </a:prstGeom>
            <a:ln w="19050">
              <a:solidFill>
                <a:srgbClr val="00B0F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箭头连接符 20">
              <a:extLst>
                <a:ext uri="{FF2B5EF4-FFF2-40B4-BE49-F238E27FC236}">
                  <a16:creationId xmlns:a16="http://schemas.microsoft.com/office/drawing/2014/main" id="{1129D3CB-AD23-B531-7DFC-2649C9D11F97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>
              <a:off x="5490985" y="2732295"/>
              <a:ext cx="0" cy="502395"/>
            </a:xfrm>
            <a:prstGeom prst="straightConnector1">
              <a:avLst/>
            </a:prstGeom>
            <a:ln w="19050">
              <a:solidFill>
                <a:srgbClr val="00B0F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6BCF80A9-7591-97C8-917C-465FC07E80EF}"/>
                </a:ext>
              </a:extLst>
            </p:cNvPr>
            <p:cNvSpPr txBox="1"/>
            <p:nvPr/>
          </p:nvSpPr>
          <p:spPr>
            <a:xfrm>
              <a:off x="4704391" y="97963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检索增强生成架构</a:t>
              </a: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E0D45DDB-1EBB-D99A-0D5D-E8ABAEA86908}"/>
                </a:ext>
              </a:extLst>
            </p:cNvPr>
            <p:cNvSpPr txBox="1"/>
            <p:nvPr/>
          </p:nvSpPr>
          <p:spPr>
            <a:xfrm>
              <a:off x="3389363" y="4849046"/>
              <a:ext cx="1800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未增强的提示词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4846254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37AA995-8077-2D43-2BE4-4792C83619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2383559"/>
              </p:ext>
            </p:extLst>
          </p:nvPr>
        </p:nvGraphicFramePr>
        <p:xfrm>
          <a:off x="838200" y="1825625"/>
          <a:ext cx="1080000" cy="64419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5872025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750307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67701985"/>
                    </a:ext>
                  </a:extLst>
                </a:gridCol>
              </a:tblGrid>
              <a:tr h="322099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612771"/>
                  </a:ext>
                </a:extLst>
              </a:tr>
              <a:tr h="322099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685515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199FB65-BD08-8BFD-9E9C-500F59A91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3483507"/>
              </p:ext>
            </p:extLst>
          </p:nvPr>
        </p:nvGraphicFramePr>
        <p:xfrm>
          <a:off x="838200" y="3736753"/>
          <a:ext cx="1080000" cy="83321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5872025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750307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67701985"/>
                    </a:ext>
                  </a:extLst>
                </a:gridCol>
              </a:tblGrid>
              <a:tr h="277737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612771"/>
                  </a:ext>
                </a:extLst>
              </a:tr>
              <a:tr h="277737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685515"/>
                  </a:ext>
                </a:extLst>
              </a:tr>
              <a:tr h="277737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40633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CC1A8877-A1BF-1B88-BD82-0DBB4822CE3D}"/>
                  </a:ext>
                </a:extLst>
              </p:cNvPr>
              <p:cNvSpPr txBox="1"/>
              <p:nvPr/>
            </p:nvSpPr>
            <p:spPr>
              <a:xfrm>
                <a:off x="2869108" y="1146953"/>
                <a:ext cx="393954" cy="369332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𝑽</m:t>
                      </m:r>
                    </m:oMath>
                  </m:oMathPara>
                </a14:m>
                <a:endParaRPr lang="zh-CN" altLang="en-US" b="1" dirty="0">
                  <a:latin typeface="Times New Roman" panose="02020603050405020304" pitchFamily="18" charset="0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CC1A8877-A1BF-1B88-BD82-0DBB4822C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9108" y="1146953"/>
                <a:ext cx="39395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119B052-8CF9-D461-A3D5-AEF9637B10A1}"/>
                  </a:ext>
                </a:extLst>
              </p:cNvPr>
              <p:cNvSpPr txBox="1"/>
              <p:nvPr/>
            </p:nvSpPr>
            <p:spPr>
              <a:xfrm>
                <a:off x="2852373" y="2647687"/>
                <a:ext cx="534056" cy="37427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𝑲</m:t>
                          </m:r>
                        </m:e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𝑻</m:t>
                          </m:r>
                        </m:sup>
                      </m:sSup>
                    </m:oMath>
                  </m:oMathPara>
                </a14:m>
                <a:endParaRPr lang="zh-CN" altLang="en-US" b="1" dirty="0">
                  <a:latin typeface="Times New Roman" panose="02020603050405020304" pitchFamily="18" charset="0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4119B052-8CF9-D461-A3D5-AEF9637B1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373" y="2647687"/>
                <a:ext cx="534056" cy="3742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FB1EC01-58B0-EA1B-16F1-C870C2815D89}"/>
                  </a:ext>
                </a:extLst>
              </p:cNvPr>
              <p:cNvSpPr txBox="1"/>
              <p:nvPr/>
            </p:nvSpPr>
            <p:spPr>
              <a:xfrm>
                <a:off x="2852373" y="3968692"/>
                <a:ext cx="410689" cy="369332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𝑸</m:t>
                      </m:r>
                    </m:oMath>
                  </m:oMathPara>
                </a14:m>
                <a:endParaRPr lang="zh-CN" altLang="en-US" b="1" dirty="0">
                  <a:latin typeface="Times New Roman" panose="02020603050405020304" pitchFamily="18" charset="0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FB1EC01-58B0-EA1B-16F1-C870C2815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2373" y="3968692"/>
                <a:ext cx="410689" cy="369332"/>
              </a:xfrm>
              <a:prstGeom prst="rect">
                <a:avLst/>
              </a:prstGeom>
              <a:blipFill>
                <a:blip r:embed="rId4"/>
                <a:stretch>
                  <a:fillRect l="-1449" b="-95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8931296-FCFB-1FF0-5482-68F65858C47E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1918200" y="1331619"/>
            <a:ext cx="950908" cy="816105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10">
            <a:extLst>
              <a:ext uri="{FF2B5EF4-FFF2-40B4-BE49-F238E27FC236}">
                <a16:creationId xmlns:a16="http://schemas.microsoft.com/office/drawing/2014/main" id="{01576DBC-48BF-0955-B395-459C0A0AB0E2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>
            <a:off x="1918200" y="2147724"/>
            <a:ext cx="934173" cy="687098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0">
            <a:extLst>
              <a:ext uri="{FF2B5EF4-FFF2-40B4-BE49-F238E27FC236}">
                <a16:creationId xmlns:a16="http://schemas.microsoft.com/office/drawing/2014/main" id="{21AE342B-8485-6849-5ABE-A224068CD632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1918200" y="4153358"/>
            <a:ext cx="93417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6BFD315A-2C8B-6932-7E7B-35D28E11DC7B}"/>
              </a:ext>
            </a:extLst>
          </p:cNvPr>
          <p:cNvSpPr txBox="1"/>
          <p:nvPr/>
        </p:nvSpPr>
        <p:spPr>
          <a:xfrm>
            <a:off x="508857" y="129524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</a:rPr>
              <a:t>文本向量输入</a:t>
            </a:r>
            <a:endParaRPr lang="en-US" altLang="zh-CN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33F331-5901-67AB-FFD9-5D064457417A}"/>
              </a:ext>
            </a:extLst>
          </p:cNvPr>
          <p:cNvSpPr txBox="1"/>
          <p:nvPr/>
        </p:nvSpPr>
        <p:spPr>
          <a:xfrm>
            <a:off x="593374" y="32443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</a:rPr>
              <a:t>数值向量输入</a:t>
            </a:r>
            <a:endParaRPr lang="en-US" altLang="zh-CN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D64B60C9-9E37-D3BC-A291-437D50DA6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364167"/>
              </p:ext>
            </p:extLst>
          </p:nvPr>
        </p:nvGraphicFramePr>
        <p:xfrm>
          <a:off x="6096000" y="2190624"/>
          <a:ext cx="720000" cy="128839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5872025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75030703"/>
                    </a:ext>
                  </a:extLst>
                </a:gridCol>
              </a:tblGrid>
              <a:tr h="322099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1FC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612771"/>
                  </a:ext>
                </a:extLst>
              </a:tr>
              <a:tr h="322099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1FC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685515"/>
                  </a:ext>
                </a:extLst>
              </a:tr>
              <a:tr h="322099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1FC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754584"/>
                  </a:ext>
                </a:extLst>
              </a:tr>
              <a:tr h="322099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1FC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1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0195906"/>
                  </a:ext>
                </a:extLst>
              </a:tr>
            </a:tbl>
          </a:graphicData>
        </a:graphic>
      </p:graphicFrame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E7ECAA79-8186-FA13-3AE8-3A7F780316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0265349"/>
              </p:ext>
            </p:extLst>
          </p:nvPr>
        </p:nvGraphicFramePr>
        <p:xfrm>
          <a:off x="4214162" y="3844143"/>
          <a:ext cx="1195000" cy="6184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8750">
                  <a:extLst>
                    <a:ext uri="{9D8B030D-6E8A-4147-A177-3AD203B41FA5}">
                      <a16:colId xmlns:a16="http://schemas.microsoft.com/office/drawing/2014/main" val="58720257"/>
                    </a:ext>
                  </a:extLst>
                </a:gridCol>
                <a:gridCol w="298750">
                  <a:extLst>
                    <a:ext uri="{9D8B030D-6E8A-4147-A177-3AD203B41FA5}">
                      <a16:colId xmlns:a16="http://schemas.microsoft.com/office/drawing/2014/main" val="3575030703"/>
                    </a:ext>
                  </a:extLst>
                </a:gridCol>
                <a:gridCol w="298750">
                  <a:extLst>
                    <a:ext uri="{9D8B030D-6E8A-4147-A177-3AD203B41FA5}">
                      <a16:colId xmlns:a16="http://schemas.microsoft.com/office/drawing/2014/main" val="4267701985"/>
                    </a:ext>
                  </a:extLst>
                </a:gridCol>
                <a:gridCol w="298750">
                  <a:extLst>
                    <a:ext uri="{9D8B030D-6E8A-4147-A177-3AD203B41FA5}">
                      <a16:colId xmlns:a16="http://schemas.microsoft.com/office/drawing/2014/main" val="1968548782"/>
                    </a:ext>
                  </a:extLst>
                </a:gridCol>
              </a:tblGrid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612771"/>
                  </a:ext>
                </a:extLst>
              </a:tr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685515"/>
                  </a:ext>
                </a:extLst>
              </a:tr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406330"/>
                  </a:ext>
                </a:extLst>
              </a:tr>
            </a:tbl>
          </a:graphicData>
        </a:graphic>
      </p:graphicFrame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587D9A97-AC76-1EE1-156A-5ACDE2B353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4245028"/>
              </p:ext>
            </p:extLst>
          </p:nvPr>
        </p:nvGraphicFramePr>
        <p:xfrm>
          <a:off x="6096000" y="3877301"/>
          <a:ext cx="720000" cy="6184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5872025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75030703"/>
                    </a:ext>
                  </a:extLst>
                </a:gridCol>
              </a:tblGrid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612771"/>
                  </a:ext>
                </a:extLst>
              </a:tr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685515"/>
                  </a:ext>
                </a:extLst>
              </a:tr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406330"/>
                  </a:ext>
                </a:extLst>
              </a:tr>
            </a:tbl>
          </a:graphicData>
        </a:graphic>
      </p:graphicFrame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E521156-404E-C2C0-6EA1-CF37B28AE8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9613299"/>
              </p:ext>
            </p:extLst>
          </p:nvPr>
        </p:nvGraphicFramePr>
        <p:xfrm>
          <a:off x="7705124" y="3890420"/>
          <a:ext cx="1195000" cy="6184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9000">
                  <a:extLst>
                    <a:ext uri="{9D8B030D-6E8A-4147-A177-3AD203B41FA5}">
                      <a16:colId xmlns:a16="http://schemas.microsoft.com/office/drawing/2014/main" val="58720257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3575030703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1451148534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4267701985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1968548782"/>
                    </a:ext>
                  </a:extLst>
                </a:gridCol>
              </a:tblGrid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612771"/>
                  </a:ext>
                </a:extLst>
              </a:tr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685515"/>
                  </a:ext>
                </a:extLst>
              </a:tr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406330"/>
                  </a:ext>
                </a:extLst>
              </a:tr>
            </a:tbl>
          </a:graphicData>
        </a:graphic>
      </p:graphicFrame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6CE593E5-2A6F-C150-D4F8-A574A7B98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868546"/>
              </p:ext>
            </p:extLst>
          </p:nvPr>
        </p:nvGraphicFramePr>
        <p:xfrm>
          <a:off x="7562816" y="2660807"/>
          <a:ext cx="1195000" cy="41228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9000">
                  <a:extLst>
                    <a:ext uri="{9D8B030D-6E8A-4147-A177-3AD203B41FA5}">
                      <a16:colId xmlns:a16="http://schemas.microsoft.com/office/drawing/2014/main" val="58720257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3575030703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1451148534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4267701985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1968548782"/>
                    </a:ext>
                  </a:extLst>
                </a:gridCol>
              </a:tblGrid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612771"/>
                  </a:ext>
                </a:extLst>
              </a:tr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685515"/>
                  </a:ext>
                </a:extLst>
              </a:tr>
            </a:tbl>
          </a:graphicData>
        </a:graphic>
      </p:graphicFrame>
      <p:cxnSp>
        <p:nvCxnSpPr>
          <p:cNvPr id="38" name="直接箭头连接符 10">
            <a:extLst>
              <a:ext uri="{FF2B5EF4-FFF2-40B4-BE49-F238E27FC236}">
                <a16:creationId xmlns:a16="http://schemas.microsoft.com/office/drawing/2014/main" id="{C06CA21A-5C72-A651-0DD4-7274DB3E4688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>
            <a:off x="3386429" y="2834822"/>
            <a:ext cx="270957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箭头连接符 10">
            <a:extLst>
              <a:ext uri="{FF2B5EF4-FFF2-40B4-BE49-F238E27FC236}">
                <a16:creationId xmlns:a16="http://schemas.microsoft.com/office/drawing/2014/main" id="{11D15BE8-EF29-DAD3-51D7-CC2C670B4C15}"/>
              </a:ext>
            </a:extLst>
          </p:cNvPr>
          <p:cNvCxnSpPr>
            <a:cxnSpLocks/>
            <a:stCxn id="7" idx="3"/>
            <a:endCxn id="37" idx="0"/>
          </p:cNvCxnSpPr>
          <p:nvPr/>
        </p:nvCxnSpPr>
        <p:spPr>
          <a:xfrm>
            <a:off x="3263062" y="1331619"/>
            <a:ext cx="4897254" cy="1329188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箭头连接符 10">
            <a:extLst>
              <a:ext uri="{FF2B5EF4-FFF2-40B4-BE49-F238E27FC236}">
                <a16:creationId xmlns:a16="http://schemas.microsoft.com/office/drawing/2014/main" id="{B9F8A793-BE33-8DFF-632E-15A432E3215B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 flipV="1">
            <a:off x="3263062" y="4153357"/>
            <a:ext cx="951100" cy="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箭头连接符 10">
            <a:extLst>
              <a:ext uri="{FF2B5EF4-FFF2-40B4-BE49-F238E27FC236}">
                <a16:creationId xmlns:a16="http://schemas.microsoft.com/office/drawing/2014/main" id="{922A94B1-38CE-CABE-71DC-9278655134D5}"/>
              </a:ext>
            </a:extLst>
          </p:cNvPr>
          <p:cNvCxnSpPr>
            <a:cxnSpLocks/>
          </p:cNvCxnSpPr>
          <p:nvPr/>
        </p:nvCxnSpPr>
        <p:spPr>
          <a:xfrm flipV="1">
            <a:off x="5409162" y="3479020"/>
            <a:ext cx="686838" cy="36512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箭头连接符 10">
            <a:extLst>
              <a:ext uri="{FF2B5EF4-FFF2-40B4-BE49-F238E27FC236}">
                <a16:creationId xmlns:a16="http://schemas.microsoft.com/office/drawing/2014/main" id="{E0ECC705-7A53-B7F4-F519-81566D8E115A}"/>
              </a:ext>
            </a:extLst>
          </p:cNvPr>
          <p:cNvCxnSpPr>
            <a:cxnSpLocks/>
          </p:cNvCxnSpPr>
          <p:nvPr/>
        </p:nvCxnSpPr>
        <p:spPr>
          <a:xfrm>
            <a:off x="5747112" y="3661581"/>
            <a:ext cx="348888" cy="215720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10">
            <a:extLst>
              <a:ext uri="{FF2B5EF4-FFF2-40B4-BE49-F238E27FC236}">
                <a16:creationId xmlns:a16="http://schemas.microsoft.com/office/drawing/2014/main" id="{67D5FCE2-686E-FE31-0C5A-46AD55FA4950}"/>
              </a:ext>
            </a:extLst>
          </p:cNvPr>
          <p:cNvCxnSpPr>
            <a:cxnSpLocks/>
          </p:cNvCxnSpPr>
          <p:nvPr/>
        </p:nvCxnSpPr>
        <p:spPr>
          <a:xfrm flipV="1">
            <a:off x="6816000" y="3073093"/>
            <a:ext cx="746816" cy="80420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箭头连接符 10">
            <a:extLst>
              <a:ext uri="{FF2B5EF4-FFF2-40B4-BE49-F238E27FC236}">
                <a16:creationId xmlns:a16="http://schemas.microsoft.com/office/drawing/2014/main" id="{D6E74222-8468-B9EB-7F96-B71E7571F0EC}"/>
              </a:ext>
            </a:extLst>
          </p:cNvPr>
          <p:cNvCxnSpPr>
            <a:cxnSpLocks/>
          </p:cNvCxnSpPr>
          <p:nvPr/>
        </p:nvCxnSpPr>
        <p:spPr>
          <a:xfrm>
            <a:off x="7189408" y="3505806"/>
            <a:ext cx="515716" cy="371495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9D80DDA1-956C-6B88-C5C6-BDA826434412}"/>
              </a:ext>
            </a:extLst>
          </p:cNvPr>
          <p:cNvSpPr txBox="1"/>
          <p:nvPr/>
        </p:nvSpPr>
        <p:spPr>
          <a:xfrm>
            <a:off x="2514107" y="80839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值向量权重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9B9D3EC0-877B-13A4-4DDD-97BA29810878}"/>
              </a:ext>
            </a:extLst>
          </p:cNvPr>
          <p:cNvSpPr txBox="1"/>
          <p:nvPr/>
        </p:nvSpPr>
        <p:spPr>
          <a:xfrm>
            <a:off x="2514107" y="2229283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键向量权重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3416A16B-D3C8-3414-88A0-5AD56E2D98F5}"/>
              </a:ext>
            </a:extLst>
          </p:cNvPr>
          <p:cNvSpPr txBox="1"/>
          <p:nvPr/>
        </p:nvSpPr>
        <p:spPr>
          <a:xfrm>
            <a:off x="2396990" y="3539234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查询向量权重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9F93B153-77B6-C9D7-CFF1-4626B3C4AB39}"/>
              </a:ext>
            </a:extLst>
          </p:cNvPr>
          <p:cNvSpPr txBox="1"/>
          <p:nvPr/>
        </p:nvSpPr>
        <p:spPr>
          <a:xfrm>
            <a:off x="8036676" y="2229283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（文本）值向量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17CEB62C-BD7C-9268-BABA-8F5A33BE6F6A}"/>
              </a:ext>
            </a:extLst>
          </p:cNvPr>
          <p:cNvSpPr txBox="1"/>
          <p:nvPr/>
        </p:nvSpPr>
        <p:spPr>
          <a:xfrm>
            <a:off x="5645520" y="17968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（文本）键向量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D425BA8-F4BA-BD6C-0653-DBECDD2DB258}"/>
              </a:ext>
            </a:extLst>
          </p:cNvPr>
          <p:cNvSpPr txBox="1"/>
          <p:nvPr/>
        </p:nvSpPr>
        <p:spPr>
          <a:xfrm>
            <a:off x="3776092" y="3522168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（数值）查询向量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E1E8D573-6D82-8CA9-FE06-BA688F9B16DD}"/>
              </a:ext>
            </a:extLst>
          </p:cNvPr>
          <p:cNvSpPr txBox="1"/>
          <p:nvPr/>
        </p:nvSpPr>
        <p:spPr>
          <a:xfrm>
            <a:off x="5850704" y="4677112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注意力权值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5DB6723D-5BE3-3C28-6D24-CFAD3B83E0FD}"/>
              </a:ext>
            </a:extLst>
          </p:cNvPr>
          <p:cNvSpPr txBox="1"/>
          <p:nvPr/>
        </p:nvSpPr>
        <p:spPr>
          <a:xfrm>
            <a:off x="7362889" y="4677112"/>
            <a:ext cx="18950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文本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-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数值融合向量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4724574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5081BDA6-96A3-52DA-D624-D80EE8495EF8}"/>
              </a:ext>
            </a:extLst>
          </p:cNvPr>
          <p:cNvGrpSpPr/>
          <p:nvPr/>
        </p:nvGrpSpPr>
        <p:grpSpPr>
          <a:xfrm>
            <a:off x="781899" y="2480680"/>
            <a:ext cx="10600380" cy="2578356"/>
            <a:chOff x="781899" y="2480680"/>
            <a:chExt cx="10600380" cy="2578356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E8EF3168-1F74-1491-D0FF-78C3FD2EA2B8}"/>
                </a:ext>
              </a:extLst>
            </p:cNvPr>
            <p:cNvSpPr/>
            <p:nvPr/>
          </p:nvSpPr>
          <p:spPr>
            <a:xfrm>
              <a:off x="1046375" y="2480681"/>
              <a:ext cx="980317" cy="64800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提取</a:t>
              </a:r>
              <a:endPara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Ingestion</a:t>
              </a:r>
              <a:endParaRPr lang="zh-CN" altLang="en-US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770926F9-F576-B70D-263A-5C6A93B0B151}"/>
                </a:ext>
              </a:extLst>
            </p:cNvPr>
            <p:cNvSpPr/>
            <p:nvPr/>
          </p:nvSpPr>
          <p:spPr>
            <a:xfrm>
              <a:off x="3615111" y="2480681"/>
              <a:ext cx="839440" cy="648000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分块器</a:t>
              </a:r>
              <a:endPara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Chunk</a:t>
              </a:r>
              <a:endParaRPr lang="zh-CN" altLang="en-US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9F4B08BB-893D-1AEA-DFB6-701BE91E7942}"/>
                </a:ext>
              </a:extLst>
            </p:cNvPr>
            <p:cNvSpPr/>
            <p:nvPr/>
          </p:nvSpPr>
          <p:spPr>
            <a:xfrm>
              <a:off x="5761846" y="2480681"/>
              <a:ext cx="1656000" cy="648000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元数据包含与生成</a:t>
              </a:r>
              <a:endPara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Metadata Inclusion and Generation</a:t>
              </a:r>
              <a:endParaRPr lang="zh-CN" altLang="en-US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DC553F32-2AF3-7E0F-6515-0923CCCB7BF4}"/>
                </a:ext>
              </a:extLst>
            </p:cNvPr>
            <p:cNvSpPr/>
            <p:nvPr/>
          </p:nvSpPr>
          <p:spPr>
            <a:xfrm>
              <a:off x="8725141" y="2480680"/>
              <a:ext cx="1785746" cy="648000"/>
            </a:xfrm>
            <a:prstGeom prst="roundRect">
              <a:avLst/>
            </a:prstGeom>
            <a:solidFill>
              <a:srgbClr val="EDABCA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BGE-M3</a:t>
              </a:r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文本编码模型</a:t>
              </a:r>
              <a:endPara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BGE-M3 Embedding</a:t>
              </a:r>
              <a:endParaRPr lang="zh-CN" altLang="en-US" sz="12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600AD53C-24A3-6199-D2CB-4038423AFB1E}"/>
                </a:ext>
              </a:extLst>
            </p:cNvPr>
            <p:cNvSpPr txBox="1"/>
            <p:nvPr/>
          </p:nvSpPr>
          <p:spPr>
            <a:xfrm>
              <a:off x="781899" y="3320455"/>
              <a:ext cx="1619354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目的</a:t>
              </a:r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：</a:t>
              </a: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提取</a:t>
              </a:r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PDF</a:t>
              </a: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文档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工具</a:t>
              </a:r>
              <a:r>
                <a:rPr lang="zh-CN" altLang="en-US" sz="14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：</a:t>
              </a:r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LLM-OCR</a:t>
              </a:r>
              <a:endParaRPr lang="zh-CN" altLang="en-US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8AB37DA5-BF41-CF39-47A7-41EE86EFC6E4}"/>
                </a:ext>
              </a:extLst>
            </p:cNvPr>
            <p:cNvSpPr txBox="1"/>
            <p:nvPr/>
          </p:nvSpPr>
          <p:spPr>
            <a:xfrm>
              <a:off x="2788543" y="3227764"/>
              <a:ext cx="2973303" cy="16312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目的：</a:t>
              </a:r>
              <a:endParaRPr lang="en-US" altLang="zh-CN" sz="1400" b="1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减小输入长度，提高注意力计算效率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避免长文本嵌入导致的语义损失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参数：</a:t>
              </a:r>
              <a:endParaRPr lang="en-US" altLang="zh-CN" sz="1400" b="1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块大小：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层次：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滑动窗口：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86B93A3-0490-7924-6ED6-BA41680E1DA5}"/>
                </a:ext>
              </a:extLst>
            </p:cNvPr>
            <p:cNvSpPr txBox="1"/>
            <p:nvPr/>
          </p:nvSpPr>
          <p:spPr>
            <a:xfrm>
              <a:off x="5724649" y="3243154"/>
              <a:ext cx="2358338" cy="16312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目的：</a:t>
              </a:r>
              <a:endParaRPr lang="en-US" altLang="zh-CN" sz="1400" b="1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提取关键词组，提高数据质量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区分实体、关系和属性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方法：</a:t>
              </a:r>
              <a:endParaRPr lang="en-US" altLang="zh-CN" sz="1400" b="1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CN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LLM-</a:t>
              </a: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三元组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语义文本嵌入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zh-CN" altLang="en-US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12" name="箭头: 右 11">
              <a:extLst>
                <a:ext uri="{FF2B5EF4-FFF2-40B4-BE49-F238E27FC236}">
                  <a16:creationId xmlns:a16="http://schemas.microsoft.com/office/drawing/2014/main" id="{F3F78981-5C63-4E25-31CC-0BF2B530733D}"/>
                </a:ext>
              </a:extLst>
            </p:cNvPr>
            <p:cNvSpPr/>
            <p:nvPr/>
          </p:nvSpPr>
          <p:spPr>
            <a:xfrm>
              <a:off x="2330672" y="2628238"/>
              <a:ext cx="677333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3" name="箭头: 右 12">
              <a:extLst>
                <a:ext uri="{FF2B5EF4-FFF2-40B4-BE49-F238E27FC236}">
                  <a16:creationId xmlns:a16="http://schemas.microsoft.com/office/drawing/2014/main" id="{D0076A74-BF3A-EFC7-F9DF-1493A5CA6E5B}"/>
                </a:ext>
              </a:extLst>
            </p:cNvPr>
            <p:cNvSpPr/>
            <p:nvPr/>
          </p:nvSpPr>
          <p:spPr>
            <a:xfrm>
              <a:off x="4920096" y="2648895"/>
              <a:ext cx="496032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4" name="箭头: 右 13">
              <a:extLst>
                <a:ext uri="{FF2B5EF4-FFF2-40B4-BE49-F238E27FC236}">
                  <a16:creationId xmlns:a16="http://schemas.microsoft.com/office/drawing/2014/main" id="{C0CBE720-1290-EEDC-08F5-50A2182D9877}"/>
                </a:ext>
              </a:extLst>
            </p:cNvPr>
            <p:cNvSpPr/>
            <p:nvPr/>
          </p:nvSpPr>
          <p:spPr>
            <a:xfrm>
              <a:off x="7827831" y="2628237"/>
              <a:ext cx="496032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D7AF65E-390E-0A5A-A698-0A8ECC00FEAF}"/>
                </a:ext>
              </a:extLst>
            </p:cNvPr>
            <p:cNvSpPr txBox="1"/>
            <p:nvPr/>
          </p:nvSpPr>
          <p:spPr>
            <a:xfrm>
              <a:off x="8408388" y="3243154"/>
              <a:ext cx="2973891" cy="18158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目的：</a:t>
              </a:r>
              <a:endParaRPr lang="en-US" altLang="zh-CN" sz="1400" b="1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文本向量化，兼容大模型输入形式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统一维度设置，便于拼接数值融合向量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改进：</a:t>
              </a:r>
              <a:endParaRPr lang="en-US" altLang="zh-CN" sz="1400" b="1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使用对比学习，再训练，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r>
                <a:rPr lang="zh-CN" altLang="en-US" sz="12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提升编码器在专业知识的预测性能</a:t>
              </a: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zh-CN" altLang="en-US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717737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33D9F-9F24-BEF8-E57A-8FDF8D520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 62">
            <a:extLst>
              <a:ext uri="{FF2B5EF4-FFF2-40B4-BE49-F238E27FC236}">
                <a16:creationId xmlns:a16="http://schemas.microsoft.com/office/drawing/2014/main" id="{D8943043-9246-1CFA-F5C3-B11B6DC2E3D7}"/>
              </a:ext>
            </a:extLst>
          </p:cNvPr>
          <p:cNvSpPr/>
          <p:nvPr/>
        </p:nvSpPr>
        <p:spPr>
          <a:xfrm>
            <a:off x="1219125" y="568408"/>
            <a:ext cx="9489723" cy="581440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E6AC03FB-CA9F-AE97-A54B-1A2DCA2C4453}"/>
              </a:ext>
            </a:extLst>
          </p:cNvPr>
          <p:cNvSpPr/>
          <p:nvPr/>
        </p:nvSpPr>
        <p:spPr>
          <a:xfrm>
            <a:off x="6683635" y="1166327"/>
            <a:ext cx="3751837" cy="156744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9AA17CD5-C388-D667-A3C3-3FBF27ACD93C}"/>
              </a:ext>
            </a:extLst>
          </p:cNvPr>
          <p:cNvSpPr/>
          <p:nvPr/>
        </p:nvSpPr>
        <p:spPr>
          <a:xfrm>
            <a:off x="1348421" y="1166328"/>
            <a:ext cx="3260395" cy="156744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855FBD5-C4E8-1442-BEFC-015E95B5B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245961"/>
              </p:ext>
            </p:extLst>
          </p:nvPr>
        </p:nvGraphicFramePr>
        <p:xfrm>
          <a:off x="7172581" y="1800923"/>
          <a:ext cx="1195000" cy="6184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9000">
                  <a:extLst>
                    <a:ext uri="{9D8B030D-6E8A-4147-A177-3AD203B41FA5}">
                      <a16:colId xmlns:a16="http://schemas.microsoft.com/office/drawing/2014/main" val="58720257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3575030703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1451148534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4267701985"/>
                    </a:ext>
                  </a:extLst>
                </a:gridCol>
                <a:gridCol w="239000">
                  <a:extLst>
                    <a:ext uri="{9D8B030D-6E8A-4147-A177-3AD203B41FA5}">
                      <a16:colId xmlns:a16="http://schemas.microsoft.com/office/drawing/2014/main" val="1968548782"/>
                    </a:ext>
                  </a:extLst>
                </a:gridCol>
              </a:tblGrid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612771"/>
                  </a:ext>
                </a:extLst>
              </a:tr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685515"/>
                  </a:ext>
                </a:extLst>
              </a:tr>
              <a:tr h="206143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406330"/>
                  </a:ext>
                </a:extLst>
              </a:tr>
            </a:tbl>
          </a:graphicData>
        </a:graphic>
      </p:graphicFrame>
      <p:cxnSp>
        <p:nvCxnSpPr>
          <p:cNvPr id="4" name="直接箭头连接符 10">
            <a:extLst>
              <a:ext uri="{FF2B5EF4-FFF2-40B4-BE49-F238E27FC236}">
                <a16:creationId xmlns:a16="http://schemas.microsoft.com/office/drawing/2014/main" id="{4B4402AD-2CBD-7536-A67A-707AE1FAED70}"/>
              </a:ext>
            </a:extLst>
          </p:cNvPr>
          <p:cNvCxnSpPr>
            <a:cxnSpLocks/>
          </p:cNvCxnSpPr>
          <p:nvPr/>
        </p:nvCxnSpPr>
        <p:spPr>
          <a:xfrm flipH="1" flipV="1">
            <a:off x="8764054" y="986403"/>
            <a:ext cx="565872" cy="80420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10">
            <a:extLst>
              <a:ext uri="{FF2B5EF4-FFF2-40B4-BE49-F238E27FC236}">
                <a16:creationId xmlns:a16="http://schemas.microsoft.com/office/drawing/2014/main" id="{9D0C419B-DFF5-9CEB-7031-33CAA9FD1560}"/>
              </a:ext>
            </a:extLst>
          </p:cNvPr>
          <p:cNvCxnSpPr>
            <a:cxnSpLocks/>
          </p:cNvCxnSpPr>
          <p:nvPr/>
        </p:nvCxnSpPr>
        <p:spPr>
          <a:xfrm flipH="1">
            <a:off x="8367581" y="1385700"/>
            <a:ext cx="631142" cy="415223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7018E829-98A0-0411-409E-9991BC89BF67}"/>
              </a:ext>
            </a:extLst>
          </p:cNvPr>
          <p:cNvSpPr txBox="1"/>
          <p:nvPr/>
        </p:nvSpPr>
        <p:spPr>
          <a:xfrm>
            <a:off x="8236511" y="595470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（文本）值向量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C1186E-693C-7B7A-C082-5188DBBF4C60}"/>
              </a:ext>
            </a:extLst>
          </p:cNvPr>
          <p:cNvSpPr txBox="1"/>
          <p:nvPr/>
        </p:nvSpPr>
        <p:spPr>
          <a:xfrm>
            <a:off x="9046989" y="1824576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注意力权值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DE4A221-C691-188D-4D73-2F452D8692BF}"/>
              </a:ext>
            </a:extLst>
          </p:cNvPr>
          <p:cNvSpPr txBox="1"/>
          <p:nvPr/>
        </p:nvSpPr>
        <p:spPr>
          <a:xfrm>
            <a:off x="6751392" y="1280941"/>
            <a:ext cx="18950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文本</a:t>
            </a:r>
            <a:r>
              <a:rPr lang="en-US" altLang="zh-CN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-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数值融合向量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F03D898-CEDE-B024-58DD-9793503A6E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7414028"/>
              </p:ext>
            </p:extLst>
          </p:nvPr>
        </p:nvGraphicFramePr>
        <p:xfrm>
          <a:off x="3249093" y="1512304"/>
          <a:ext cx="1080000" cy="64419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5872025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750307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67701985"/>
                    </a:ext>
                  </a:extLst>
                </a:gridCol>
              </a:tblGrid>
              <a:tr h="322099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612771"/>
                  </a:ext>
                </a:extLst>
              </a:tr>
              <a:tr h="322099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685515"/>
                  </a:ext>
                </a:extLst>
              </a:tr>
            </a:tbl>
          </a:graphicData>
        </a:graphic>
      </p:graphicFrame>
      <p:pic>
        <p:nvPicPr>
          <p:cNvPr id="72" name="图形 71" descr="书籍">
            <a:extLst>
              <a:ext uri="{FF2B5EF4-FFF2-40B4-BE49-F238E27FC236}">
                <a16:creationId xmlns:a16="http://schemas.microsoft.com/office/drawing/2014/main" id="{C677BEBC-4BD1-E637-4834-0648351BF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55457" y="1335675"/>
            <a:ext cx="914400" cy="914400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83A0A123-AB2B-6590-0C02-974A80D47E42}"/>
              </a:ext>
            </a:extLst>
          </p:cNvPr>
          <p:cNvSpPr txBox="1"/>
          <p:nvPr/>
        </p:nvSpPr>
        <p:spPr>
          <a:xfrm>
            <a:off x="1304773" y="2250075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非结构化文本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6F89B88B-7C5D-B1E4-6A31-C19FE63A1F8F}"/>
              </a:ext>
            </a:extLst>
          </p:cNvPr>
          <p:cNvSpPr/>
          <p:nvPr/>
        </p:nvSpPr>
        <p:spPr>
          <a:xfrm>
            <a:off x="2575119" y="1616432"/>
            <a:ext cx="496032" cy="352885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FEB9234-AA74-0305-7E70-E7F5F291F8AA}"/>
              </a:ext>
            </a:extLst>
          </p:cNvPr>
          <p:cNvSpPr txBox="1"/>
          <p:nvPr/>
        </p:nvSpPr>
        <p:spPr>
          <a:xfrm>
            <a:off x="3081211" y="2250075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技术知识向量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21" name="加号 20">
            <a:extLst>
              <a:ext uri="{FF2B5EF4-FFF2-40B4-BE49-F238E27FC236}">
                <a16:creationId xmlns:a16="http://schemas.microsoft.com/office/drawing/2014/main" id="{D77270A4-F258-9005-1394-66BC10B60586}"/>
              </a:ext>
            </a:extLst>
          </p:cNvPr>
          <p:cNvSpPr/>
          <p:nvPr/>
        </p:nvSpPr>
        <p:spPr>
          <a:xfrm>
            <a:off x="5242463" y="1512304"/>
            <a:ext cx="595559" cy="643427"/>
          </a:xfrm>
          <a:prstGeom prst="mathPlus">
            <a:avLst>
              <a:gd name="adj1" fmla="val 8869"/>
            </a:avLst>
          </a:prstGeom>
          <a:solidFill>
            <a:srgbClr val="FF5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32" name="图形 31" descr="v 形箭头">
            <a:extLst>
              <a:ext uri="{FF2B5EF4-FFF2-40B4-BE49-F238E27FC236}">
                <a16:creationId xmlns:a16="http://schemas.microsoft.com/office/drawing/2014/main" id="{39244A83-10E4-381A-AF88-5EA5D5C748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5106833" y="2411082"/>
            <a:ext cx="914400" cy="914400"/>
          </a:xfrm>
          <a:prstGeom prst="rect">
            <a:avLst/>
          </a:prstGeom>
        </p:spPr>
      </p:pic>
      <p:graphicFrame>
        <p:nvGraphicFramePr>
          <p:cNvPr id="34" name="表格 33">
            <a:extLst>
              <a:ext uri="{FF2B5EF4-FFF2-40B4-BE49-F238E27FC236}">
                <a16:creationId xmlns:a16="http://schemas.microsoft.com/office/drawing/2014/main" id="{D18143CB-8095-D407-1B21-E16D245902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095965"/>
              </p:ext>
            </p:extLst>
          </p:nvPr>
        </p:nvGraphicFramePr>
        <p:xfrm>
          <a:off x="3584033" y="3494829"/>
          <a:ext cx="3960000" cy="35951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1114609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63331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371689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221191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74358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0735117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362402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51997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322961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74168441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4631828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[CLS]</a:t>
                      </a:r>
                      <a:endParaRPr lang="zh-CN" altLang="en-US" sz="900" dirty="0"/>
                    </a:p>
                  </a:txBody>
                  <a:tcPr marL="42317" marR="42317" marT="21159" marB="2115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>
                        <a:solidFill>
                          <a:srgbClr val="EDABCA"/>
                        </a:solidFill>
                      </a:endParaRPr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>
                        <a:solidFill>
                          <a:srgbClr val="EDABCA"/>
                        </a:solidFill>
                      </a:endParaRPr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/>
                        <a:t>…</a:t>
                      </a:r>
                      <a:endParaRPr lang="zh-CN" altLang="en-US" sz="1800" b="1" dirty="0"/>
                    </a:p>
                  </a:txBody>
                  <a:tcPr marL="42317" marR="42317" marT="21159" marB="2115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>
                        <a:solidFill>
                          <a:srgbClr val="EDABCA"/>
                        </a:solidFill>
                      </a:endParaRPr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ABCA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dirty="0"/>
                        <a:t>…</a:t>
                      </a:r>
                      <a:endParaRPr lang="zh-CN" altLang="en-US" sz="1800" b="1" dirty="0"/>
                    </a:p>
                  </a:txBody>
                  <a:tcPr marL="42317" marR="42317" marT="21159" marB="21159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740726"/>
                  </a:ext>
                </a:extLst>
              </a:tr>
            </a:tbl>
          </a:graphicData>
        </a:graphic>
      </p:graphicFrame>
      <p:pic>
        <p:nvPicPr>
          <p:cNvPr id="42" name="图片 41">
            <a:extLst>
              <a:ext uri="{FF2B5EF4-FFF2-40B4-BE49-F238E27FC236}">
                <a16:creationId xmlns:a16="http://schemas.microsoft.com/office/drawing/2014/main" id="{19EEC819-3310-554A-5246-906BBDA483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8784" y="4929821"/>
            <a:ext cx="1420032" cy="1301696"/>
          </a:xfrm>
          <a:prstGeom prst="rect">
            <a:avLst/>
          </a:prstGeom>
        </p:spPr>
      </p:pic>
      <p:pic>
        <p:nvPicPr>
          <p:cNvPr id="43" name="图形 42" descr="v 形箭头">
            <a:extLst>
              <a:ext uri="{FF2B5EF4-FFF2-40B4-BE49-F238E27FC236}">
                <a16:creationId xmlns:a16="http://schemas.microsoft.com/office/drawing/2014/main" id="{2C78A192-4B86-C9DE-16EC-69D4B7A820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5400000">
            <a:off x="5181600" y="3943759"/>
            <a:ext cx="914400" cy="914400"/>
          </a:xfrm>
          <a:prstGeom prst="rect">
            <a:avLst/>
          </a:prstGeom>
        </p:spPr>
      </p:pic>
      <p:sp>
        <p:nvSpPr>
          <p:cNvPr id="45" name="文本框 44">
            <a:extLst>
              <a:ext uri="{FF2B5EF4-FFF2-40B4-BE49-F238E27FC236}">
                <a16:creationId xmlns:a16="http://schemas.microsoft.com/office/drawing/2014/main" id="{A6F4A2F9-8598-BFDB-D178-C2E470457B4C}"/>
              </a:ext>
            </a:extLst>
          </p:cNvPr>
          <p:cNvSpPr txBox="1"/>
          <p:nvPr/>
        </p:nvSpPr>
        <p:spPr>
          <a:xfrm>
            <a:off x="7835983" y="3494829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决策层模态融合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A2E9FEE6-E741-A4F4-072A-D71BB1FF83B8}"/>
              </a:ext>
            </a:extLst>
          </p:cNvPr>
          <p:cNvSpPr txBox="1"/>
          <p:nvPr/>
        </p:nvSpPr>
        <p:spPr>
          <a:xfrm>
            <a:off x="2978619" y="4269372"/>
            <a:ext cx="15183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[Classification token]</a:t>
            </a:r>
          </a:p>
        </p:txBody>
      </p:sp>
      <p:cxnSp>
        <p:nvCxnSpPr>
          <p:cNvPr id="48" name="直接箭头连接符 10">
            <a:extLst>
              <a:ext uri="{FF2B5EF4-FFF2-40B4-BE49-F238E27FC236}">
                <a16:creationId xmlns:a16="http://schemas.microsoft.com/office/drawing/2014/main" id="{95DDA3F6-DE23-38F8-5CD1-785B2A356B44}"/>
              </a:ext>
            </a:extLst>
          </p:cNvPr>
          <p:cNvCxnSpPr>
            <a:cxnSpLocks/>
            <a:endCxn id="46" idx="0"/>
          </p:cNvCxnSpPr>
          <p:nvPr/>
        </p:nvCxnSpPr>
        <p:spPr>
          <a:xfrm>
            <a:off x="3737801" y="3854344"/>
            <a:ext cx="0" cy="415028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箭头: 右 54">
            <a:extLst>
              <a:ext uri="{FF2B5EF4-FFF2-40B4-BE49-F238E27FC236}">
                <a16:creationId xmlns:a16="http://schemas.microsoft.com/office/drawing/2014/main" id="{84BEB79B-DBB2-AB05-2577-2DD0D925DF58}"/>
              </a:ext>
            </a:extLst>
          </p:cNvPr>
          <p:cNvSpPr/>
          <p:nvPr/>
        </p:nvSpPr>
        <p:spPr>
          <a:xfrm>
            <a:off x="6600364" y="5224174"/>
            <a:ext cx="1016494" cy="352885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59" name="图形 58" descr="文档">
            <a:extLst>
              <a:ext uri="{FF2B5EF4-FFF2-40B4-BE49-F238E27FC236}">
                <a16:creationId xmlns:a16="http://schemas.microsoft.com/office/drawing/2014/main" id="{DF8E5D05-01D1-5AD5-FAA7-8F830951039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68406" y="4943416"/>
            <a:ext cx="914400" cy="914400"/>
          </a:xfrm>
          <a:prstGeom prst="rect">
            <a:avLst/>
          </a:prstGeom>
        </p:spPr>
      </p:pic>
      <p:sp>
        <p:nvSpPr>
          <p:cNvPr id="61" name="文本框 60">
            <a:extLst>
              <a:ext uri="{FF2B5EF4-FFF2-40B4-BE49-F238E27FC236}">
                <a16:creationId xmlns:a16="http://schemas.microsoft.com/office/drawing/2014/main" id="{596BAE4C-26B0-7DF2-E324-2A6142FC1A3B}"/>
              </a:ext>
            </a:extLst>
          </p:cNvPr>
          <p:cNvSpPr txBox="1"/>
          <p:nvPr/>
        </p:nvSpPr>
        <p:spPr>
          <a:xfrm>
            <a:off x="7864879" y="595103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输出回答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68B6345-6C41-5F64-1D07-BB34BD86534C}"/>
              </a:ext>
            </a:extLst>
          </p:cNvPr>
          <p:cNvSpPr txBox="1"/>
          <p:nvPr/>
        </p:nvSpPr>
        <p:spPr>
          <a:xfrm>
            <a:off x="5242987" y="116632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</a:rPr>
              <a:t>拼接</a:t>
            </a:r>
            <a:endParaRPr lang="en-US" altLang="zh-CN" sz="1600" dirty="0"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6790686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56C92-BF62-6309-CC1C-3DF7ED327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3928967-B7F6-E59C-C22D-1A00827D25B2}"/>
              </a:ext>
            </a:extLst>
          </p:cNvPr>
          <p:cNvGrpSpPr/>
          <p:nvPr/>
        </p:nvGrpSpPr>
        <p:grpSpPr>
          <a:xfrm>
            <a:off x="2541262" y="1287282"/>
            <a:ext cx="4363844" cy="1841397"/>
            <a:chOff x="2541262" y="1287282"/>
            <a:chExt cx="4363844" cy="1841397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075E735D-F352-C444-5F5B-AAD3A7C53323}"/>
                </a:ext>
              </a:extLst>
            </p:cNvPr>
            <p:cNvSpPr/>
            <p:nvPr/>
          </p:nvSpPr>
          <p:spPr>
            <a:xfrm>
              <a:off x="2541262" y="1287282"/>
              <a:ext cx="980317" cy="64800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遥测数据</a:t>
              </a:r>
              <a:endPara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2B633587-4E14-9864-AB72-79C021C7267A}"/>
                </a:ext>
              </a:extLst>
            </p:cNvPr>
            <p:cNvSpPr/>
            <p:nvPr/>
          </p:nvSpPr>
          <p:spPr>
            <a:xfrm>
              <a:off x="2611701" y="2480679"/>
              <a:ext cx="839440" cy="648000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</a:t>
              </a:r>
              <a:endPara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处理</a:t>
              </a:r>
              <a:endPara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D233F5F0-22EA-4571-A373-027D81F35401}"/>
                </a:ext>
              </a:extLst>
            </p:cNvPr>
            <p:cNvSpPr/>
            <p:nvPr/>
          </p:nvSpPr>
          <p:spPr>
            <a:xfrm>
              <a:off x="4036150" y="2477997"/>
              <a:ext cx="1138863" cy="648000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深度学习</a:t>
              </a:r>
              <a:endPara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算法模型</a:t>
              </a: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D7401F9A-95DF-939F-9C02-EE91A7AC416A}"/>
                </a:ext>
              </a:extLst>
            </p:cNvPr>
            <p:cNvSpPr/>
            <p:nvPr/>
          </p:nvSpPr>
          <p:spPr>
            <a:xfrm>
              <a:off x="5924789" y="2625555"/>
              <a:ext cx="980317" cy="500442"/>
            </a:xfrm>
            <a:prstGeom prst="roundRect">
              <a:avLst/>
            </a:prstGeom>
            <a:solidFill>
              <a:srgbClr val="EDABCA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残差生成</a:t>
              </a:r>
            </a:p>
          </p:txBody>
        </p:sp>
        <p:sp>
          <p:nvSpPr>
            <p:cNvPr id="20" name="箭头: 右 19">
              <a:extLst>
                <a:ext uri="{FF2B5EF4-FFF2-40B4-BE49-F238E27FC236}">
                  <a16:creationId xmlns:a16="http://schemas.microsoft.com/office/drawing/2014/main" id="{3DE1FA48-AFE2-B744-562D-0F52ADA1A052}"/>
                </a:ext>
              </a:extLst>
            </p:cNvPr>
            <p:cNvSpPr/>
            <p:nvPr/>
          </p:nvSpPr>
          <p:spPr>
            <a:xfrm rot="5400000">
              <a:off x="2714184" y="2052559"/>
              <a:ext cx="497992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2" name="箭头: 右 21">
              <a:extLst>
                <a:ext uri="{FF2B5EF4-FFF2-40B4-BE49-F238E27FC236}">
                  <a16:creationId xmlns:a16="http://schemas.microsoft.com/office/drawing/2014/main" id="{FF19F61D-566C-FC53-80C8-0908E94FAE61}"/>
                </a:ext>
              </a:extLst>
            </p:cNvPr>
            <p:cNvSpPr/>
            <p:nvPr/>
          </p:nvSpPr>
          <p:spPr>
            <a:xfrm>
              <a:off x="3540118" y="2670437"/>
              <a:ext cx="496032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3" name="箭头: 右 22">
              <a:extLst>
                <a:ext uri="{FF2B5EF4-FFF2-40B4-BE49-F238E27FC236}">
                  <a16:creationId xmlns:a16="http://schemas.microsoft.com/office/drawing/2014/main" id="{08E5771D-9E63-4D1E-A0EF-37D39384A40B}"/>
                </a:ext>
              </a:extLst>
            </p:cNvPr>
            <p:cNvSpPr/>
            <p:nvPr/>
          </p:nvSpPr>
          <p:spPr>
            <a:xfrm>
              <a:off x="5244296" y="2670448"/>
              <a:ext cx="496032" cy="352885"/>
            </a:xfrm>
            <a:prstGeom prst="rightArrow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13C778B7-2CEC-DE1E-4F11-5B885CABB560}"/>
                </a:ext>
              </a:extLst>
            </p:cNvPr>
            <p:cNvSpPr/>
            <p:nvPr/>
          </p:nvSpPr>
          <p:spPr>
            <a:xfrm>
              <a:off x="4226938" y="1375859"/>
              <a:ext cx="757287" cy="44195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评估</a:t>
              </a:r>
              <a:endPara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11CBAC79-A633-23D6-4B4D-26AF120C6814}"/>
                </a:ext>
              </a:extLst>
            </p:cNvPr>
            <p:cNvSpPr txBox="1"/>
            <p:nvPr/>
          </p:nvSpPr>
          <p:spPr>
            <a:xfrm>
              <a:off x="4631274" y="197485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更新</a:t>
              </a:r>
              <a:endParaRPr lang="zh-CN" altLang="en-US" sz="1200" dirty="0"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C9F3AA9D-47E7-85BF-649B-EA2D04AB4060}"/>
                </a:ext>
              </a:extLst>
            </p:cNvPr>
            <p:cNvSpPr/>
            <p:nvPr/>
          </p:nvSpPr>
          <p:spPr>
            <a:xfrm>
              <a:off x="6036303" y="1974853"/>
              <a:ext cx="757287" cy="44195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1200" b="1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评估</a:t>
              </a:r>
              <a:endPara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CB885FD7-6A18-332B-6259-C0A00EC06CE2}"/>
              </a:ext>
            </a:extLst>
          </p:cNvPr>
          <p:cNvCxnSpPr>
            <a:cxnSpLocks/>
            <a:stCxn id="25" idx="2"/>
            <a:endCxn id="7" idx="0"/>
          </p:cNvCxnSpPr>
          <p:nvPr/>
        </p:nvCxnSpPr>
        <p:spPr>
          <a:xfrm>
            <a:off x="4605582" y="1817813"/>
            <a:ext cx="0" cy="660184"/>
          </a:xfrm>
          <a:prstGeom prst="straightConnector1">
            <a:avLst/>
          </a:prstGeom>
          <a:ln w="76200" cmpd="dbl">
            <a:prstDash val="sysDash"/>
            <a:headEnd type="triangle" w="sm" len="sm"/>
            <a:tailEnd type="triangl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903280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FF10882B-58EB-6DDC-480A-53656185876C}"/>
              </a:ext>
            </a:extLst>
          </p:cNvPr>
          <p:cNvGrpSpPr/>
          <p:nvPr/>
        </p:nvGrpSpPr>
        <p:grpSpPr>
          <a:xfrm>
            <a:off x="3988877" y="1321702"/>
            <a:ext cx="3335719" cy="4013074"/>
            <a:chOff x="3135506" y="1422463"/>
            <a:chExt cx="3335719" cy="4013074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FE93D060-24C1-0C01-4D1F-BED00DB5AECE}"/>
                </a:ext>
              </a:extLst>
            </p:cNvPr>
            <p:cNvSpPr/>
            <p:nvPr/>
          </p:nvSpPr>
          <p:spPr>
            <a:xfrm>
              <a:off x="3135506" y="5073287"/>
              <a:ext cx="1174487" cy="362250"/>
            </a:xfrm>
            <a:prstGeom prst="roundRect">
              <a:avLst/>
            </a:prstGeom>
            <a:solidFill>
              <a:srgbClr val="C00000"/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标识符：</a:t>
              </a:r>
              <a:r>
                <a:rPr lang="en-US" altLang="zh-CN" sz="12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URI</a:t>
              </a: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B0BAD90F-741F-FB81-C8C3-FE3CC1CB7D88}"/>
                </a:ext>
              </a:extLst>
            </p:cNvPr>
            <p:cNvSpPr/>
            <p:nvPr/>
          </p:nvSpPr>
          <p:spPr>
            <a:xfrm>
              <a:off x="4392806" y="5073287"/>
              <a:ext cx="1574538" cy="362250"/>
            </a:xfrm>
            <a:prstGeom prst="roundRect">
              <a:avLst/>
            </a:prstGeom>
            <a:solidFill>
              <a:srgbClr val="C00000"/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属性集：</a:t>
              </a:r>
              <a:r>
                <a:rPr lang="en-US" altLang="zh-CN" sz="12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UNICODE</a:t>
              </a: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71E9C095-03A7-BB92-43A2-5451BE5C8799}"/>
                </a:ext>
              </a:extLst>
            </p:cNvPr>
            <p:cNvSpPr/>
            <p:nvPr/>
          </p:nvSpPr>
          <p:spPr>
            <a:xfrm>
              <a:off x="3135506" y="4606412"/>
              <a:ext cx="2831838" cy="362250"/>
            </a:xfrm>
            <a:prstGeom prst="roundRect">
              <a:avLst/>
            </a:prstGeom>
            <a:solidFill>
              <a:schemeClr val="accent4"/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语法：</a:t>
              </a:r>
              <a:r>
                <a:rPr lang="en-US" altLang="zh-CN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XML</a:t>
              </a: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1D36C8B8-7074-7874-7B4C-E95EA973739C}"/>
                </a:ext>
              </a:extLst>
            </p:cNvPr>
            <p:cNvSpPr/>
            <p:nvPr/>
          </p:nvSpPr>
          <p:spPr>
            <a:xfrm>
              <a:off x="3135506" y="4139537"/>
              <a:ext cx="2831838" cy="36225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数据交换：</a:t>
              </a:r>
              <a:r>
                <a:rPr lang="en-US" altLang="zh-CN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RDF</a:t>
              </a: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83226A54-448A-D42D-5846-A15E91F8567F}"/>
                </a:ext>
              </a:extLst>
            </p:cNvPr>
            <p:cNvSpPr/>
            <p:nvPr/>
          </p:nvSpPr>
          <p:spPr>
            <a:xfrm>
              <a:off x="4392806" y="3672662"/>
              <a:ext cx="1574538" cy="36225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层次体系：</a:t>
              </a:r>
              <a:r>
                <a:rPr lang="en-US" altLang="zh-CN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RDFS</a:t>
              </a: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4E203854-EE82-9F28-376C-D0235D30D1B2}"/>
                </a:ext>
              </a:extLst>
            </p:cNvPr>
            <p:cNvSpPr/>
            <p:nvPr/>
          </p:nvSpPr>
          <p:spPr>
            <a:xfrm>
              <a:off x="3135506" y="3205787"/>
              <a:ext cx="1174487" cy="829125"/>
            </a:xfrm>
            <a:prstGeom prst="roundRect">
              <a:avLst/>
            </a:prstGeom>
            <a:solidFill>
              <a:srgbClr val="FFFF99"/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查询：</a:t>
              </a:r>
              <a:r>
                <a:rPr lang="en-US" altLang="zh-CN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SPARQL</a:t>
              </a: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0F7DF980-73A6-7290-52EE-02A0872526B5}"/>
                </a:ext>
              </a:extLst>
            </p:cNvPr>
            <p:cNvSpPr/>
            <p:nvPr/>
          </p:nvSpPr>
          <p:spPr>
            <a:xfrm>
              <a:off x="4392807" y="3205787"/>
              <a:ext cx="602988" cy="36225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本体：</a:t>
              </a:r>
              <a:r>
                <a:rPr lang="en-US" altLang="zh-CN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OWL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BB25F24B-567F-7FFA-EBD4-1DEFBE5F4824}"/>
                </a:ext>
              </a:extLst>
            </p:cNvPr>
            <p:cNvSpPr/>
            <p:nvPr/>
          </p:nvSpPr>
          <p:spPr>
            <a:xfrm>
              <a:off x="5078609" y="3205787"/>
              <a:ext cx="888735" cy="36225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规则：</a:t>
              </a:r>
              <a:r>
                <a:rPr lang="en-US" altLang="zh-CN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RIF/SWRL</a:t>
              </a: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36054579-BFE8-FD7A-00C8-A98A50F1491A}"/>
                </a:ext>
              </a:extLst>
            </p:cNvPr>
            <p:cNvSpPr/>
            <p:nvPr/>
          </p:nvSpPr>
          <p:spPr>
            <a:xfrm>
              <a:off x="3672880" y="2738912"/>
              <a:ext cx="1850096" cy="36225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统一逻辑</a:t>
              </a:r>
              <a:endParaRPr lang="en-US" altLang="zh-CN" sz="12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3F7D136C-9C1E-09EF-B0F5-40E023D144FD}"/>
                </a:ext>
              </a:extLst>
            </p:cNvPr>
            <p:cNvSpPr/>
            <p:nvPr/>
          </p:nvSpPr>
          <p:spPr>
            <a:xfrm>
              <a:off x="3920830" y="2333963"/>
              <a:ext cx="2046514" cy="809897"/>
            </a:xfrm>
            <a:custGeom>
              <a:avLst/>
              <a:gdLst>
                <a:gd name="connsiteX0" fmla="*/ 0 w 2046514"/>
                <a:gd name="connsiteY0" fmla="*/ 330926 h 809897"/>
                <a:gd name="connsiteX1" fmla="*/ 0 w 2046514"/>
                <a:gd name="connsiteY1" fmla="*/ 17417 h 809897"/>
                <a:gd name="connsiteX2" fmla="*/ 2046514 w 2046514"/>
                <a:gd name="connsiteY2" fmla="*/ 0 h 809897"/>
                <a:gd name="connsiteX3" fmla="*/ 2029097 w 2046514"/>
                <a:gd name="connsiteY3" fmla="*/ 809897 h 809897"/>
                <a:gd name="connsiteX4" fmla="*/ 1715588 w 2046514"/>
                <a:gd name="connsiteY4" fmla="*/ 801189 h 809897"/>
                <a:gd name="connsiteX5" fmla="*/ 1724297 w 2046514"/>
                <a:gd name="connsiteY5" fmla="*/ 339634 h 809897"/>
                <a:gd name="connsiteX6" fmla="*/ 0 w 2046514"/>
                <a:gd name="connsiteY6" fmla="*/ 330926 h 80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46514" h="809897">
                  <a:moveTo>
                    <a:pt x="0" y="330926"/>
                  </a:moveTo>
                  <a:lnTo>
                    <a:pt x="0" y="17417"/>
                  </a:lnTo>
                  <a:lnTo>
                    <a:pt x="2046514" y="0"/>
                  </a:lnTo>
                  <a:lnTo>
                    <a:pt x="2029097" y="809897"/>
                  </a:lnTo>
                  <a:lnTo>
                    <a:pt x="1715588" y="801189"/>
                  </a:lnTo>
                  <a:lnTo>
                    <a:pt x="1724297" y="339634"/>
                  </a:lnTo>
                  <a:lnTo>
                    <a:pt x="0" y="330926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 anchorCtr="0"/>
            <a:lstStyle/>
            <a:p>
              <a:pPr algn="ctr"/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推理</a:t>
              </a:r>
              <a:r>
                <a:rPr lang="en-US" altLang="zh-CN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rPr>
                <a:t>证明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B3637D16-4280-BD31-8F74-700934B093C8}"/>
                </a:ext>
              </a:extLst>
            </p:cNvPr>
            <p:cNvSpPr/>
            <p:nvPr/>
          </p:nvSpPr>
          <p:spPr>
            <a:xfrm>
              <a:off x="4392806" y="1894124"/>
              <a:ext cx="2078419" cy="362250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可信性</a:t>
              </a:r>
              <a:endPara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37F4DF6B-C25A-C79C-8956-ADDB080E5717}"/>
                </a:ext>
              </a:extLst>
            </p:cNvPr>
            <p:cNvSpPr/>
            <p:nvPr/>
          </p:nvSpPr>
          <p:spPr>
            <a:xfrm>
              <a:off x="6056901" y="2368830"/>
              <a:ext cx="414324" cy="3066707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密</a:t>
              </a:r>
              <a:endPara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码</a:t>
              </a:r>
              <a:endPara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学</a:t>
              </a:r>
              <a:endPara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F118505D-2803-8456-DA0C-5D3F7A5608C0}"/>
                </a:ext>
              </a:extLst>
            </p:cNvPr>
            <p:cNvSpPr/>
            <p:nvPr/>
          </p:nvSpPr>
          <p:spPr>
            <a:xfrm>
              <a:off x="3135507" y="1422463"/>
              <a:ext cx="3335718" cy="362250"/>
            </a:xfrm>
            <a:prstGeom prst="roundRect">
              <a:avLst/>
            </a:prstGeom>
            <a:solidFill>
              <a:schemeClr val="bg1"/>
            </a:solidFill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用户界面和操作应用</a:t>
              </a:r>
              <a:endParaRPr lang="en-US" altLang="zh-CN" sz="12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523908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组合 70">
            <a:extLst>
              <a:ext uri="{FF2B5EF4-FFF2-40B4-BE49-F238E27FC236}">
                <a16:creationId xmlns:a16="http://schemas.microsoft.com/office/drawing/2014/main" id="{C2EB7696-4C9F-DA25-8706-AC239382C908}"/>
              </a:ext>
            </a:extLst>
          </p:cNvPr>
          <p:cNvGrpSpPr/>
          <p:nvPr/>
        </p:nvGrpSpPr>
        <p:grpSpPr>
          <a:xfrm>
            <a:off x="368872" y="268197"/>
            <a:ext cx="4381492" cy="6321605"/>
            <a:chOff x="368872" y="268197"/>
            <a:chExt cx="4381492" cy="6321605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586E785D-1671-D980-2C79-FAB3A4D5B350}"/>
                </a:ext>
              </a:extLst>
            </p:cNvPr>
            <p:cNvGrpSpPr/>
            <p:nvPr/>
          </p:nvGrpSpPr>
          <p:grpSpPr>
            <a:xfrm rot="5400000">
              <a:off x="-517030" y="4762204"/>
              <a:ext cx="2521098" cy="487129"/>
              <a:chOff x="431236" y="3628255"/>
              <a:chExt cx="2521098" cy="487129"/>
            </a:xfrm>
            <a:solidFill>
              <a:srgbClr val="FFFF99"/>
            </a:solidFill>
          </p:grpSpPr>
          <p:sp>
            <p:nvSpPr>
              <p:cNvPr id="12" name="任意多边形: 形状 11">
                <a:extLst>
                  <a:ext uri="{FF2B5EF4-FFF2-40B4-BE49-F238E27FC236}">
                    <a16:creationId xmlns:a16="http://schemas.microsoft.com/office/drawing/2014/main" id="{3A6B4615-DF76-0FD0-56E8-9A49BBBC47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1236" y="3628255"/>
                <a:ext cx="2521098" cy="487129"/>
              </a:xfrm>
              <a:custGeom>
                <a:avLst/>
                <a:gdLst>
                  <a:gd name="connsiteX0" fmla="*/ 228180 w 2521098"/>
                  <a:gd name="connsiteY0" fmla="*/ 0 h 487129"/>
                  <a:gd name="connsiteX1" fmla="*/ 2278098 w 2521098"/>
                  <a:gd name="connsiteY1" fmla="*/ 0 h 487129"/>
                  <a:gd name="connsiteX2" fmla="*/ 2278098 w 2521098"/>
                  <a:gd name="connsiteY2" fmla="*/ 1129 h 487129"/>
                  <a:gd name="connsiteX3" fmla="*/ 2521098 w 2521098"/>
                  <a:gd name="connsiteY3" fmla="*/ 244129 h 487129"/>
                  <a:gd name="connsiteX4" fmla="*/ 2278098 w 2521098"/>
                  <a:gd name="connsiteY4" fmla="*/ 487129 h 487129"/>
                  <a:gd name="connsiteX5" fmla="*/ 243000 w 2521098"/>
                  <a:gd name="connsiteY5" fmla="*/ 487129 h 487129"/>
                  <a:gd name="connsiteX6" fmla="*/ 228180 w 2521098"/>
                  <a:gd name="connsiteY6" fmla="*/ 487129 h 487129"/>
                  <a:gd name="connsiteX7" fmla="*/ 228180 w 2521098"/>
                  <a:gd name="connsiteY7" fmla="*/ 485635 h 487129"/>
                  <a:gd name="connsiteX8" fmla="*/ 194027 w 2521098"/>
                  <a:gd name="connsiteY8" fmla="*/ 482192 h 487129"/>
                  <a:gd name="connsiteX9" fmla="*/ 0 w 2521098"/>
                  <a:gd name="connsiteY9" fmla="*/ 244129 h 487129"/>
                  <a:gd name="connsiteX10" fmla="*/ 194027 w 2521098"/>
                  <a:gd name="connsiteY10" fmla="*/ 6066 h 487129"/>
                  <a:gd name="connsiteX11" fmla="*/ 228180 w 2521098"/>
                  <a:gd name="connsiteY11" fmla="*/ 2623 h 487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21098" h="487129">
                    <a:moveTo>
                      <a:pt x="228180" y="0"/>
                    </a:moveTo>
                    <a:lnTo>
                      <a:pt x="2278098" y="0"/>
                    </a:lnTo>
                    <a:lnTo>
                      <a:pt x="2278098" y="1129"/>
                    </a:lnTo>
                    <a:cubicBezTo>
                      <a:pt x="2412303" y="1129"/>
                      <a:pt x="2521098" y="109924"/>
                      <a:pt x="2521098" y="244129"/>
                    </a:cubicBezTo>
                    <a:cubicBezTo>
                      <a:pt x="2521098" y="378334"/>
                      <a:pt x="2412303" y="487129"/>
                      <a:pt x="2278098" y="487129"/>
                    </a:cubicBezTo>
                    <a:lnTo>
                      <a:pt x="243000" y="487129"/>
                    </a:lnTo>
                    <a:lnTo>
                      <a:pt x="228180" y="487129"/>
                    </a:lnTo>
                    <a:lnTo>
                      <a:pt x="228180" y="485635"/>
                    </a:lnTo>
                    <a:lnTo>
                      <a:pt x="194027" y="482192"/>
                    </a:lnTo>
                    <a:cubicBezTo>
                      <a:pt x="83296" y="459533"/>
                      <a:pt x="0" y="361559"/>
                      <a:pt x="0" y="244129"/>
                    </a:cubicBezTo>
                    <a:cubicBezTo>
                      <a:pt x="0" y="126700"/>
                      <a:pt x="83296" y="28725"/>
                      <a:pt x="194027" y="6066"/>
                    </a:cubicBezTo>
                    <a:lnTo>
                      <a:pt x="228180" y="2623"/>
                    </a:lnTo>
                    <a:close/>
                  </a:path>
                </a:pathLst>
              </a:custGeom>
              <a:solidFill>
                <a:srgbClr val="A1F7ED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" name="椭圆 4">
                <a:extLst>
                  <a:ext uri="{FF2B5EF4-FFF2-40B4-BE49-F238E27FC236}">
                    <a16:creationId xmlns:a16="http://schemas.microsoft.com/office/drawing/2014/main" id="{51548E8C-F859-F2B3-98E3-596AD11A1F1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5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" name="椭圆 5">
                <a:extLst>
                  <a:ext uri="{FF2B5EF4-FFF2-40B4-BE49-F238E27FC236}">
                    <a16:creationId xmlns:a16="http://schemas.microsoft.com/office/drawing/2014/main" id="{D7A1FF2A-BA56-DFB1-E83D-DEAFC0486DA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9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7" name="椭圆 6">
                <a:extLst>
                  <a:ext uri="{FF2B5EF4-FFF2-40B4-BE49-F238E27FC236}">
                    <a16:creationId xmlns:a16="http://schemas.microsoft.com/office/drawing/2014/main" id="{E7222441-81AD-E70B-738F-D5BD3BD16E9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83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8" name="椭圆 7">
                <a:extLst>
                  <a:ext uri="{FF2B5EF4-FFF2-40B4-BE49-F238E27FC236}">
                    <a16:creationId xmlns:a16="http://schemas.microsoft.com/office/drawing/2014/main" id="{DFBB1E02-C154-BAC4-C47B-5E69B331BF6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7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F3EF68D4-B83A-3916-CF34-94CD76B7E67E}"/>
                </a:ext>
              </a:extLst>
            </p:cNvPr>
            <p:cNvGrpSpPr/>
            <p:nvPr/>
          </p:nvGrpSpPr>
          <p:grpSpPr>
            <a:xfrm rot="5400000">
              <a:off x="507436" y="4770671"/>
              <a:ext cx="2521098" cy="487129"/>
              <a:chOff x="431236" y="3628255"/>
              <a:chExt cx="2521098" cy="487129"/>
            </a:xfrm>
            <a:solidFill>
              <a:srgbClr val="FFFF99"/>
            </a:solidFill>
          </p:grpSpPr>
          <p:sp>
            <p:nvSpPr>
              <p:cNvPr id="15" name="任意多边形: 形状 14">
                <a:extLst>
                  <a:ext uri="{FF2B5EF4-FFF2-40B4-BE49-F238E27FC236}">
                    <a16:creationId xmlns:a16="http://schemas.microsoft.com/office/drawing/2014/main" id="{76E3C3FA-A6C2-8CEF-DAB1-1D806DE83FD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1236" y="3628255"/>
                <a:ext cx="2521098" cy="487129"/>
              </a:xfrm>
              <a:custGeom>
                <a:avLst/>
                <a:gdLst>
                  <a:gd name="connsiteX0" fmla="*/ 228180 w 2521098"/>
                  <a:gd name="connsiteY0" fmla="*/ 0 h 487129"/>
                  <a:gd name="connsiteX1" fmla="*/ 2278098 w 2521098"/>
                  <a:gd name="connsiteY1" fmla="*/ 0 h 487129"/>
                  <a:gd name="connsiteX2" fmla="*/ 2278098 w 2521098"/>
                  <a:gd name="connsiteY2" fmla="*/ 1129 h 487129"/>
                  <a:gd name="connsiteX3" fmla="*/ 2521098 w 2521098"/>
                  <a:gd name="connsiteY3" fmla="*/ 244129 h 487129"/>
                  <a:gd name="connsiteX4" fmla="*/ 2278098 w 2521098"/>
                  <a:gd name="connsiteY4" fmla="*/ 487129 h 487129"/>
                  <a:gd name="connsiteX5" fmla="*/ 243000 w 2521098"/>
                  <a:gd name="connsiteY5" fmla="*/ 487129 h 487129"/>
                  <a:gd name="connsiteX6" fmla="*/ 228180 w 2521098"/>
                  <a:gd name="connsiteY6" fmla="*/ 487129 h 487129"/>
                  <a:gd name="connsiteX7" fmla="*/ 228180 w 2521098"/>
                  <a:gd name="connsiteY7" fmla="*/ 485635 h 487129"/>
                  <a:gd name="connsiteX8" fmla="*/ 194027 w 2521098"/>
                  <a:gd name="connsiteY8" fmla="*/ 482192 h 487129"/>
                  <a:gd name="connsiteX9" fmla="*/ 0 w 2521098"/>
                  <a:gd name="connsiteY9" fmla="*/ 244129 h 487129"/>
                  <a:gd name="connsiteX10" fmla="*/ 194027 w 2521098"/>
                  <a:gd name="connsiteY10" fmla="*/ 6066 h 487129"/>
                  <a:gd name="connsiteX11" fmla="*/ 228180 w 2521098"/>
                  <a:gd name="connsiteY11" fmla="*/ 2623 h 487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21098" h="487129">
                    <a:moveTo>
                      <a:pt x="228180" y="0"/>
                    </a:moveTo>
                    <a:lnTo>
                      <a:pt x="2278098" y="0"/>
                    </a:lnTo>
                    <a:lnTo>
                      <a:pt x="2278098" y="1129"/>
                    </a:lnTo>
                    <a:cubicBezTo>
                      <a:pt x="2412303" y="1129"/>
                      <a:pt x="2521098" y="109924"/>
                      <a:pt x="2521098" y="244129"/>
                    </a:cubicBezTo>
                    <a:cubicBezTo>
                      <a:pt x="2521098" y="378334"/>
                      <a:pt x="2412303" y="487129"/>
                      <a:pt x="2278098" y="487129"/>
                    </a:cubicBezTo>
                    <a:lnTo>
                      <a:pt x="243000" y="487129"/>
                    </a:lnTo>
                    <a:lnTo>
                      <a:pt x="228180" y="487129"/>
                    </a:lnTo>
                    <a:lnTo>
                      <a:pt x="228180" y="485635"/>
                    </a:lnTo>
                    <a:lnTo>
                      <a:pt x="194027" y="482192"/>
                    </a:lnTo>
                    <a:cubicBezTo>
                      <a:pt x="83296" y="459533"/>
                      <a:pt x="0" y="361559"/>
                      <a:pt x="0" y="244129"/>
                    </a:cubicBezTo>
                    <a:cubicBezTo>
                      <a:pt x="0" y="126700"/>
                      <a:pt x="83296" y="28725"/>
                      <a:pt x="194027" y="6066"/>
                    </a:cubicBezTo>
                    <a:lnTo>
                      <a:pt x="228180" y="2623"/>
                    </a:lnTo>
                    <a:close/>
                  </a:path>
                </a:pathLst>
              </a:custGeom>
              <a:solidFill>
                <a:srgbClr val="A1F7ED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6" name="椭圆 15">
                <a:extLst>
                  <a:ext uri="{FF2B5EF4-FFF2-40B4-BE49-F238E27FC236}">
                    <a16:creationId xmlns:a16="http://schemas.microsoft.com/office/drawing/2014/main" id="{F091BF52-864A-8206-A32F-A0D61A1B4E7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5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7" name="椭圆 16">
                <a:extLst>
                  <a:ext uri="{FF2B5EF4-FFF2-40B4-BE49-F238E27FC236}">
                    <a16:creationId xmlns:a16="http://schemas.microsoft.com/office/drawing/2014/main" id="{2B8BCDF9-7622-EA36-DF7F-03F71963F1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9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8" name="椭圆 17">
                <a:extLst>
                  <a:ext uri="{FF2B5EF4-FFF2-40B4-BE49-F238E27FC236}">
                    <a16:creationId xmlns:a16="http://schemas.microsoft.com/office/drawing/2014/main" id="{B213149E-A34B-DE83-7563-6C98A482560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83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9" name="椭圆 18">
                <a:extLst>
                  <a:ext uri="{FF2B5EF4-FFF2-40B4-BE49-F238E27FC236}">
                    <a16:creationId xmlns:a16="http://schemas.microsoft.com/office/drawing/2014/main" id="{B4FDF367-5F08-0132-EDA0-99F928134D3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7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71D5DAE-9F46-9D2B-BACE-74ECB7A3CAE4}"/>
                </a:ext>
              </a:extLst>
            </p:cNvPr>
            <p:cNvGrpSpPr/>
            <p:nvPr/>
          </p:nvGrpSpPr>
          <p:grpSpPr>
            <a:xfrm rot="5400000">
              <a:off x="2090703" y="4762205"/>
              <a:ext cx="2521098" cy="487129"/>
              <a:chOff x="431236" y="3628255"/>
              <a:chExt cx="2521098" cy="487129"/>
            </a:xfrm>
            <a:solidFill>
              <a:srgbClr val="FFFF99"/>
            </a:solidFill>
          </p:grpSpPr>
          <p:sp>
            <p:nvSpPr>
              <p:cNvPr id="21" name="任意多边形: 形状 20">
                <a:extLst>
                  <a:ext uri="{FF2B5EF4-FFF2-40B4-BE49-F238E27FC236}">
                    <a16:creationId xmlns:a16="http://schemas.microsoft.com/office/drawing/2014/main" id="{CB386535-5BEC-BCD9-01C0-D82237006B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1236" y="3628255"/>
                <a:ext cx="2521098" cy="487129"/>
              </a:xfrm>
              <a:custGeom>
                <a:avLst/>
                <a:gdLst>
                  <a:gd name="connsiteX0" fmla="*/ 228180 w 2521098"/>
                  <a:gd name="connsiteY0" fmla="*/ 0 h 487129"/>
                  <a:gd name="connsiteX1" fmla="*/ 2278098 w 2521098"/>
                  <a:gd name="connsiteY1" fmla="*/ 0 h 487129"/>
                  <a:gd name="connsiteX2" fmla="*/ 2278098 w 2521098"/>
                  <a:gd name="connsiteY2" fmla="*/ 1129 h 487129"/>
                  <a:gd name="connsiteX3" fmla="*/ 2521098 w 2521098"/>
                  <a:gd name="connsiteY3" fmla="*/ 244129 h 487129"/>
                  <a:gd name="connsiteX4" fmla="*/ 2278098 w 2521098"/>
                  <a:gd name="connsiteY4" fmla="*/ 487129 h 487129"/>
                  <a:gd name="connsiteX5" fmla="*/ 243000 w 2521098"/>
                  <a:gd name="connsiteY5" fmla="*/ 487129 h 487129"/>
                  <a:gd name="connsiteX6" fmla="*/ 228180 w 2521098"/>
                  <a:gd name="connsiteY6" fmla="*/ 487129 h 487129"/>
                  <a:gd name="connsiteX7" fmla="*/ 228180 w 2521098"/>
                  <a:gd name="connsiteY7" fmla="*/ 485635 h 487129"/>
                  <a:gd name="connsiteX8" fmla="*/ 194027 w 2521098"/>
                  <a:gd name="connsiteY8" fmla="*/ 482192 h 487129"/>
                  <a:gd name="connsiteX9" fmla="*/ 0 w 2521098"/>
                  <a:gd name="connsiteY9" fmla="*/ 244129 h 487129"/>
                  <a:gd name="connsiteX10" fmla="*/ 194027 w 2521098"/>
                  <a:gd name="connsiteY10" fmla="*/ 6066 h 487129"/>
                  <a:gd name="connsiteX11" fmla="*/ 228180 w 2521098"/>
                  <a:gd name="connsiteY11" fmla="*/ 2623 h 487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21098" h="487129">
                    <a:moveTo>
                      <a:pt x="228180" y="0"/>
                    </a:moveTo>
                    <a:lnTo>
                      <a:pt x="2278098" y="0"/>
                    </a:lnTo>
                    <a:lnTo>
                      <a:pt x="2278098" y="1129"/>
                    </a:lnTo>
                    <a:cubicBezTo>
                      <a:pt x="2412303" y="1129"/>
                      <a:pt x="2521098" y="109924"/>
                      <a:pt x="2521098" y="244129"/>
                    </a:cubicBezTo>
                    <a:cubicBezTo>
                      <a:pt x="2521098" y="378334"/>
                      <a:pt x="2412303" y="487129"/>
                      <a:pt x="2278098" y="487129"/>
                    </a:cubicBezTo>
                    <a:lnTo>
                      <a:pt x="243000" y="487129"/>
                    </a:lnTo>
                    <a:lnTo>
                      <a:pt x="228180" y="487129"/>
                    </a:lnTo>
                    <a:lnTo>
                      <a:pt x="228180" y="485635"/>
                    </a:lnTo>
                    <a:lnTo>
                      <a:pt x="194027" y="482192"/>
                    </a:lnTo>
                    <a:cubicBezTo>
                      <a:pt x="83296" y="459533"/>
                      <a:pt x="0" y="361559"/>
                      <a:pt x="0" y="244129"/>
                    </a:cubicBezTo>
                    <a:cubicBezTo>
                      <a:pt x="0" y="126700"/>
                      <a:pt x="83296" y="28725"/>
                      <a:pt x="194027" y="6066"/>
                    </a:cubicBezTo>
                    <a:lnTo>
                      <a:pt x="228180" y="2623"/>
                    </a:lnTo>
                    <a:close/>
                  </a:path>
                </a:pathLst>
              </a:custGeom>
              <a:solidFill>
                <a:srgbClr val="A1F7ED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1DD16FAE-F2E8-18F1-F98C-0377BBA7FD7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5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23" name="椭圆 22">
                <a:extLst>
                  <a:ext uri="{FF2B5EF4-FFF2-40B4-BE49-F238E27FC236}">
                    <a16:creationId xmlns:a16="http://schemas.microsoft.com/office/drawing/2014/main" id="{18A3FE50-3AF2-CF99-721C-9D3A3DD3B0B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9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24" name="椭圆 23">
                <a:extLst>
                  <a:ext uri="{FF2B5EF4-FFF2-40B4-BE49-F238E27FC236}">
                    <a16:creationId xmlns:a16="http://schemas.microsoft.com/office/drawing/2014/main" id="{32DDBD85-2E69-C17D-2A33-C852CF912A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83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25" name="椭圆 24">
                <a:extLst>
                  <a:ext uri="{FF2B5EF4-FFF2-40B4-BE49-F238E27FC236}">
                    <a16:creationId xmlns:a16="http://schemas.microsoft.com/office/drawing/2014/main" id="{B3C05518-BDC6-5ABF-9632-58544493550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7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977EFD05-BA3F-E188-EC2A-CE3DACEC4CA3}"/>
                </a:ext>
              </a:extLst>
            </p:cNvPr>
            <p:cNvGrpSpPr/>
            <p:nvPr/>
          </p:nvGrpSpPr>
          <p:grpSpPr>
            <a:xfrm rot="5400000">
              <a:off x="3115168" y="4762204"/>
              <a:ext cx="2521098" cy="487129"/>
              <a:chOff x="431236" y="3628255"/>
              <a:chExt cx="2521098" cy="487129"/>
            </a:xfrm>
            <a:solidFill>
              <a:srgbClr val="FFFF99"/>
            </a:solidFill>
          </p:grpSpPr>
          <p:sp>
            <p:nvSpPr>
              <p:cNvPr id="27" name="任意多边形: 形状 26">
                <a:extLst>
                  <a:ext uri="{FF2B5EF4-FFF2-40B4-BE49-F238E27FC236}">
                    <a16:creationId xmlns:a16="http://schemas.microsoft.com/office/drawing/2014/main" id="{77905524-C467-F581-54C6-5D39ECB5876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1236" y="3628255"/>
                <a:ext cx="2521098" cy="487129"/>
              </a:xfrm>
              <a:custGeom>
                <a:avLst/>
                <a:gdLst>
                  <a:gd name="connsiteX0" fmla="*/ 228180 w 2521098"/>
                  <a:gd name="connsiteY0" fmla="*/ 0 h 487129"/>
                  <a:gd name="connsiteX1" fmla="*/ 2278098 w 2521098"/>
                  <a:gd name="connsiteY1" fmla="*/ 0 h 487129"/>
                  <a:gd name="connsiteX2" fmla="*/ 2278098 w 2521098"/>
                  <a:gd name="connsiteY2" fmla="*/ 1129 h 487129"/>
                  <a:gd name="connsiteX3" fmla="*/ 2521098 w 2521098"/>
                  <a:gd name="connsiteY3" fmla="*/ 244129 h 487129"/>
                  <a:gd name="connsiteX4" fmla="*/ 2278098 w 2521098"/>
                  <a:gd name="connsiteY4" fmla="*/ 487129 h 487129"/>
                  <a:gd name="connsiteX5" fmla="*/ 243000 w 2521098"/>
                  <a:gd name="connsiteY5" fmla="*/ 487129 h 487129"/>
                  <a:gd name="connsiteX6" fmla="*/ 228180 w 2521098"/>
                  <a:gd name="connsiteY6" fmla="*/ 487129 h 487129"/>
                  <a:gd name="connsiteX7" fmla="*/ 228180 w 2521098"/>
                  <a:gd name="connsiteY7" fmla="*/ 485635 h 487129"/>
                  <a:gd name="connsiteX8" fmla="*/ 194027 w 2521098"/>
                  <a:gd name="connsiteY8" fmla="*/ 482192 h 487129"/>
                  <a:gd name="connsiteX9" fmla="*/ 0 w 2521098"/>
                  <a:gd name="connsiteY9" fmla="*/ 244129 h 487129"/>
                  <a:gd name="connsiteX10" fmla="*/ 194027 w 2521098"/>
                  <a:gd name="connsiteY10" fmla="*/ 6066 h 487129"/>
                  <a:gd name="connsiteX11" fmla="*/ 228180 w 2521098"/>
                  <a:gd name="connsiteY11" fmla="*/ 2623 h 487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21098" h="487129">
                    <a:moveTo>
                      <a:pt x="228180" y="0"/>
                    </a:moveTo>
                    <a:lnTo>
                      <a:pt x="2278098" y="0"/>
                    </a:lnTo>
                    <a:lnTo>
                      <a:pt x="2278098" y="1129"/>
                    </a:lnTo>
                    <a:cubicBezTo>
                      <a:pt x="2412303" y="1129"/>
                      <a:pt x="2521098" y="109924"/>
                      <a:pt x="2521098" y="244129"/>
                    </a:cubicBezTo>
                    <a:cubicBezTo>
                      <a:pt x="2521098" y="378334"/>
                      <a:pt x="2412303" y="487129"/>
                      <a:pt x="2278098" y="487129"/>
                    </a:cubicBezTo>
                    <a:lnTo>
                      <a:pt x="243000" y="487129"/>
                    </a:lnTo>
                    <a:lnTo>
                      <a:pt x="228180" y="487129"/>
                    </a:lnTo>
                    <a:lnTo>
                      <a:pt x="228180" y="485635"/>
                    </a:lnTo>
                    <a:lnTo>
                      <a:pt x="194027" y="482192"/>
                    </a:lnTo>
                    <a:cubicBezTo>
                      <a:pt x="83296" y="459533"/>
                      <a:pt x="0" y="361559"/>
                      <a:pt x="0" y="244129"/>
                    </a:cubicBezTo>
                    <a:cubicBezTo>
                      <a:pt x="0" y="126700"/>
                      <a:pt x="83296" y="28725"/>
                      <a:pt x="194027" y="6066"/>
                    </a:cubicBezTo>
                    <a:lnTo>
                      <a:pt x="228180" y="2623"/>
                    </a:lnTo>
                    <a:close/>
                  </a:path>
                </a:pathLst>
              </a:custGeom>
              <a:solidFill>
                <a:srgbClr val="A1F7ED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28" name="椭圆 27">
                <a:extLst>
                  <a:ext uri="{FF2B5EF4-FFF2-40B4-BE49-F238E27FC236}">
                    <a16:creationId xmlns:a16="http://schemas.microsoft.com/office/drawing/2014/main" id="{F4ECF0AC-5A6B-89EA-5ADE-F3E110A46EE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5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E631A034-7E47-E180-6D3C-BB5B6ABB8A9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9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30" name="椭圆 29">
                <a:extLst>
                  <a:ext uri="{FF2B5EF4-FFF2-40B4-BE49-F238E27FC236}">
                    <a16:creationId xmlns:a16="http://schemas.microsoft.com/office/drawing/2014/main" id="{2406ACAA-947E-02C3-840B-127AB5DE117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83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31" name="椭圆 30">
                <a:extLst>
                  <a:ext uri="{FF2B5EF4-FFF2-40B4-BE49-F238E27FC236}">
                    <a16:creationId xmlns:a16="http://schemas.microsoft.com/office/drawing/2014/main" id="{A5B215C5-E714-8146-A4FA-E332D8BDB61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7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32" name="梯形 31">
              <a:extLst>
                <a:ext uri="{FF2B5EF4-FFF2-40B4-BE49-F238E27FC236}">
                  <a16:creationId xmlns:a16="http://schemas.microsoft.com/office/drawing/2014/main" id="{B82F50B5-B79B-89A9-B072-06A524A25433}"/>
                </a:ext>
              </a:extLst>
            </p:cNvPr>
            <p:cNvSpPr/>
            <p:nvPr/>
          </p:nvSpPr>
          <p:spPr>
            <a:xfrm>
              <a:off x="599518" y="2793413"/>
              <a:ext cx="3920199" cy="869139"/>
            </a:xfrm>
            <a:prstGeom prst="trapezoid">
              <a:avLst>
                <a:gd name="adj" fmla="val 82475"/>
              </a:avLst>
            </a:prstGeom>
            <a:solidFill>
              <a:srgbClr val="66FF99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sz="36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+</a:t>
              </a:r>
              <a:endParaRPr lang="zh-CN" altLang="en-US" sz="36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8B07A5F5-429C-6B54-9DED-F625069A8470}"/>
                </a:ext>
              </a:extLst>
            </p:cNvPr>
            <p:cNvGrpSpPr/>
            <p:nvPr/>
          </p:nvGrpSpPr>
          <p:grpSpPr>
            <a:xfrm>
              <a:off x="1299068" y="2191748"/>
              <a:ext cx="2521098" cy="487129"/>
              <a:chOff x="431236" y="3628255"/>
              <a:chExt cx="2521098" cy="487129"/>
            </a:xfrm>
            <a:solidFill>
              <a:srgbClr val="FFFF99"/>
            </a:solidFill>
          </p:grpSpPr>
          <p:sp>
            <p:nvSpPr>
              <p:cNvPr id="34" name="任意多边形: 形状 33">
                <a:extLst>
                  <a:ext uri="{FF2B5EF4-FFF2-40B4-BE49-F238E27FC236}">
                    <a16:creationId xmlns:a16="http://schemas.microsoft.com/office/drawing/2014/main" id="{ECDE8B0B-A506-E1F2-BE7D-1AE0DF9524D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1236" y="3628255"/>
                <a:ext cx="2521098" cy="487129"/>
              </a:xfrm>
              <a:custGeom>
                <a:avLst/>
                <a:gdLst>
                  <a:gd name="connsiteX0" fmla="*/ 228180 w 2521098"/>
                  <a:gd name="connsiteY0" fmla="*/ 0 h 487129"/>
                  <a:gd name="connsiteX1" fmla="*/ 2278098 w 2521098"/>
                  <a:gd name="connsiteY1" fmla="*/ 0 h 487129"/>
                  <a:gd name="connsiteX2" fmla="*/ 2278098 w 2521098"/>
                  <a:gd name="connsiteY2" fmla="*/ 1129 h 487129"/>
                  <a:gd name="connsiteX3" fmla="*/ 2521098 w 2521098"/>
                  <a:gd name="connsiteY3" fmla="*/ 244129 h 487129"/>
                  <a:gd name="connsiteX4" fmla="*/ 2278098 w 2521098"/>
                  <a:gd name="connsiteY4" fmla="*/ 487129 h 487129"/>
                  <a:gd name="connsiteX5" fmla="*/ 243000 w 2521098"/>
                  <a:gd name="connsiteY5" fmla="*/ 487129 h 487129"/>
                  <a:gd name="connsiteX6" fmla="*/ 228180 w 2521098"/>
                  <a:gd name="connsiteY6" fmla="*/ 487129 h 487129"/>
                  <a:gd name="connsiteX7" fmla="*/ 228180 w 2521098"/>
                  <a:gd name="connsiteY7" fmla="*/ 485635 h 487129"/>
                  <a:gd name="connsiteX8" fmla="*/ 194027 w 2521098"/>
                  <a:gd name="connsiteY8" fmla="*/ 482192 h 487129"/>
                  <a:gd name="connsiteX9" fmla="*/ 0 w 2521098"/>
                  <a:gd name="connsiteY9" fmla="*/ 244129 h 487129"/>
                  <a:gd name="connsiteX10" fmla="*/ 194027 w 2521098"/>
                  <a:gd name="connsiteY10" fmla="*/ 6066 h 487129"/>
                  <a:gd name="connsiteX11" fmla="*/ 228180 w 2521098"/>
                  <a:gd name="connsiteY11" fmla="*/ 2623 h 487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21098" h="487129">
                    <a:moveTo>
                      <a:pt x="228180" y="0"/>
                    </a:moveTo>
                    <a:lnTo>
                      <a:pt x="2278098" y="0"/>
                    </a:lnTo>
                    <a:lnTo>
                      <a:pt x="2278098" y="1129"/>
                    </a:lnTo>
                    <a:cubicBezTo>
                      <a:pt x="2412303" y="1129"/>
                      <a:pt x="2521098" y="109924"/>
                      <a:pt x="2521098" y="244129"/>
                    </a:cubicBezTo>
                    <a:cubicBezTo>
                      <a:pt x="2521098" y="378334"/>
                      <a:pt x="2412303" y="487129"/>
                      <a:pt x="2278098" y="487129"/>
                    </a:cubicBezTo>
                    <a:lnTo>
                      <a:pt x="243000" y="487129"/>
                    </a:lnTo>
                    <a:lnTo>
                      <a:pt x="228180" y="487129"/>
                    </a:lnTo>
                    <a:lnTo>
                      <a:pt x="228180" y="485635"/>
                    </a:lnTo>
                    <a:lnTo>
                      <a:pt x="194027" y="482192"/>
                    </a:lnTo>
                    <a:cubicBezTo>
                      <a:pt x="83296" y="459533"/>
                      <a:pt x="0" y="361559"/>
                      <a:pt x="0" y="244129"/>
                    </a:cubicBezTo>
                    <a:cubicBezTo>
                      <a:pt x="0" y="126700"/>
                      <a:pt x="83296" y="28725"/>
                      <a:pt x="194027" y="6066"/>
                    </a:cubicBezTo>
                    <a:lnTo>
                      <a:pt x="228180" y="2623"/>
                    </a:lnTo>
                    <a:close/>
                  </a:path>
                </a:pathLst>
              </a:custGeom>
              <a:solidFill>
                <a:srgbClr val="A1F7ED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35" name="椭圆 34">
                <a:extLst>
                  <a:ext uri="{FF2B5EF4-FFF2-40B4-BE49-F238E27FC236}">
                    <a16:creationId xmlns:a16="http://schemas.microsoft.com/office/drawing/2014/main" id="{98ACF08F-91F4-2ABC-4669-F55C9E96F92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5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36" name="椭圆 35">
                <a:extLst>
                  <a:ext uri="{FF2B5EF4-FFF2-40B4-BE49-F238E27FC236}">
                    <a16:creationId xmlns:a16="http://schemas.microsoft.com/office/drawing/2014/main" id="{ED36D1A0-217D-62DA-54C7-C28503BA58C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9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37" name="椭圆 36">
                <a:extLst>
                  <a:ext uri="{FF2B5EF4-FFF2-40B4-BE49-F238E27FC236}">
                    <a16:creationId xmlns:a16="http://schemas.microsoft.com/office/drawing/2014/main" id="{4A0E9B90-8FAE-DB17-D758-B8796A23BF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83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38" name="椭圆 37">
                <a:extLst>
                  <a:ext uri="{FF2B5EF4-FFF2-40B4-BE49-F238E27FC236}">
                    <a16:creationId xmlns:a16="http://schemas.microsoft.com/office/drawing/2014/main" id="{A8833966-7236-4094-BDBF-0E9738A2472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7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1AF6FA2D-FFEF-1FA7-BCC8-8168938A8076}"/>
                </a:ext>
              </a:extLst>
            </p:cNvPr>
            <p:cNvSpPr/>
            <p:nvPr/>
          </p:nvSpPr>
          <p:spPr>
            <a:xfrm>
              <a:off x="1714593" y="1271489"/>
              <a:ext cx="1694817" cy="829125"/>
            </a:xfrm>
            <a:prstGeom prst="roundRect">
              <a:avLst/>
            </a:prstGeom>
            <a:solidFill>
              <a:srgbClr val="66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Transformers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</a:p>
            <a:p>
              <a:pPr algn="ctr"/>
              <a:r>
                <a:rPr lang="en-US" altLang="zh-CN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Softmax</a:t>
              </a:r>
              <a:endPara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A4633488-766F-D07A-D22A-B0356B2CFB9D}"/>
                </a:ext>
              </a:extLst>
            </p:cNvPr>
            <p:cNvGrpSpPr/>
            <p:nvPr/>
          </p:nvGrpSpPr>
          <p:grpSpPr>
            <a:xfrm>
              <a:off x="1299068" y="669824"/>
              <a:ext cx="2521098" cy="487129"/>
              <a:chOff x="431236" y="3628255"/>
              <a:chExt cx="2521098" cy="487129"/>
            </a:xfrm>
            <a:solidFill>
              <a:srgbClr val="FFFF99"/>
            </a:solidFill>
          </p:grpSpPr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82BB97EC-0FCB-EF80-B794-C0495CF5A7C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1236" y="3628255"/>
                <a:ext cx="2521098" cy="487129"/>
              </a:xfrm>
              <a:custGeom>
                <a:avLst/>
                <a:gdLst>
                  <a:gd name="connsiteX0" fmla="*/ 228180 w 2521098"/>
                  <a:gd name="connsiteY0" fmla="*/ 0 h 487129"/>
                  <a:gd name="connsiteX1" fmla="*/ 2278098 w 2521098"/>
                  <a:gd name="connsiteY1" fmla="*/ 0 h 487129"/>
                  <a:gd name="connsiteX2" fmla="*/ 2278098 w 2521098"/>
                  <a:gd name="connsiteY2" fmla="*/ 1129 h 487129"/>
                  <a:gd name="connsiteX3" fmla="*/ 2521098 w 2521098"/>
                  <a:gd name="connsiteY3" fmla="*/ 244129 h 487129"/>
                  <a:gd name="connsiteX4" fmla="*/ 2278098 w 2521098"/>
                  <a:gd name="connsiteY4" fmla="*/ 487129 h 487129"/>
                  <a:gd name="connsiteX5" fmla="*/ 243000 w 2521098"/>
                  <a:gd name="connsiteY5" fmla="*/ 487129 h 487129"/>
                  <a:gd name="connsiteX6" fmla="*/ 228180 w 2521098"/>
                  <a:gd name="connsiteY6" fmla="*/ 487129 h 487129"/>
                  <a:gd name="connsiteX7" fmla="*/ 228180 w 2521098"/>
                  <a:gd name="connsiteY7" fmla="*/ 485635 h 487129"/>
                  <a:gd name="connsiteX8" fmla="*/ 194027 w 2521098"/>
                  <a:gd name="connsiteY8" fmla="*/ 482192 h 487129"/>
                  <a:gd name="connsiteX9" fmla="*/ 0 w 2521098"/>
                  <a:gd name="connsiteY9" fmla="*/ 244129 h 487129"/>
                  <a:gd name="connsiteX10" fmla="*/ 194027 w 2521098"/>
                  <a:gd name="connsiteY10" fmla="*/ 6066 h 487129"/>
                  <a:gd name="connsiteX11" fmla="*/ 228180 w 2521098"/>
                  <a:gd name="connsiteY11" fmla="*/ 2623 h 487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21098" h="487129">
                    <a:moveTo>
                      <a:pt x="228180" y="0"/>
                    </a:moveTo>
                    <a:lnTo>
                      <a:pt x="2278098" y="0"/>
                    </a:lnTo>
                    <a:lnTo>
                      <a:pt x="2278098" y="1129"/>
                    </a:lnTo>
                    <a:cubicBezTo>
                      <a:pt x="2412303" y="1129"/>
                      <a:pt x="2521098" y="109924"/>
                      <a:pt x="2521098" y="244129"/>
                    </a:cubicBezTo>
                    <a:cubicBezTo>
                      <a:pt x="2521098" y="378334"/>
                      <a:pt x="2412303" y="487129"/>
                      <a:pt x="2278098" y="487129"/>
                    </a:cubicBezTo>
                    <a:lnTo>
                      <a:pt x="243000" y="487129"/>
                    </a:lnTo>
                    <a:lnTo>
                      <a:pt x="228180" y="487129"/>
                    </a:lnTo>
                    <a:lnTo>
                      <a:pt x="228180" y="485635"/>
                    </a:lnTo>
                    <a:lnTo>
                      <a:pt x="194027" y="482192"/>
                    </a:lnTo>
                    <a:cubicBezTo>
                      <a:pt x="83296" y="459533"/>
                      <a:pt x="0" y="361559"/>
                      <a:pt x="0" y="244129"/>
                    </a:cubicBezTo>
                    <a:cubicBezTo>
                      <a:pt x="0" y="126700"/>
                      <a:pt x="83296" y="28725"/>
                      <a:pt x="194027" y="6066"/>
                    </a:cubicBezTo>
                    <a:lnTo>
                      <a:pt x="228180" y="2623"/>
                    </a:lnTo>
                    <a:close/>
                  </a:path>
                </a:pathLst>
              </a:custGeom>
              <a:solidFill>
                <a:srgbClr val="A1F7ED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03FF3514-7A7B-6D64-0869-69007804700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5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3" name="椭圆 42">
                <a:extLst>
                  <a:ext uri="{FF2B5EF4-FFF2-40B4-BE49-F238E27FC236}">
                    <a16:creationId xmlns:a16="http://schemas.microsoft.com/office/drawing/2014/main" id="{072DE0F1-1CF2-27FD-996A-6DDE6F2C396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9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椭圆 43">
                <a:extLst>
                  <a:ext uri="{FF2B5EF4-FFF2-40B4-BE49-F238E27FC236}">
                    <a16:creationId xmlns:a16="http://schemas.microsoft.com/office/drawing/2014/main" id="{FF1F066B-4A6B-488D-6D7E-0FC2E4C232F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83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椭圆 44">
                <a:extLst>
                  <a:ext uri="{FF2B5EF4-FFF2-40B4-BE49-F238E27FC236}">
                    <a16:creationId xmlns:a16="http://schemas.microsoft.com/office/drawing/2014/main" id="{E2F7182F-2907-8E5D-254B-F5C42A0A701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7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95297307-97F2-C6FE-67CD-2A6930A38AAF}"/>
                    </a:ext>
                  </a:extLst>
                </p:cNvPr>
                <p:cNvSpPr txBox="1"/>
                <p:nvPr/>
              </p:nvSpPr>
              <p:spPr>
                <a:xfrm>
                  <a:off x="368872" y="6249256"/>
                  <a:ext cx="749294" cy="339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1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95297307-97F2-C6FE-67CD-2A6930A38A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872" y="6249256"/>
                  <a:ext cx="749294" cy="33938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637428A-A46A-2B84-EBF5-2EE2102CF6FD}"/>
                    </a:ext>
                  </a:extLst>
                </p:cNvPr>
                <p:cNvSpPr txBox="1"/>
                <p:nvPr/>
              </p:nvSpPr>
              <p:spPr>
                <a:xfrm>
                  <a:off x="1390746" y="6250414"/>
                  <a:ext cx="749294" cy="339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1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637428A-A46A-2B84-EBF5-2EE2102CF6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0746" y="6250414"/>
                  <a:ext cx="749294" cy="33938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1666FB3F-A58F-9BBD-7828-297CDA9EDCD9}"/>
                    </a:ext>
                  </a:extLst>
                </p:cNvPr>
                <p:cNvSpPr txBox="1"/>
                <p:nvPr/>
              </p:nvSpPr>
              <p:spPr>
                <a:xfrm>
                  <a:off x="2976605" y="6250414"/>
                  <a:ext cx="749294" cy="339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+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1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1666FB3F-A58F-9BBD-7828-297CDA9EDC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6605" y="6250414"/>
                  <a:ext cx="749294" cy="33938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51CCD8EA-7DE1-0CA4-B63C-FB12DB1BCC38}"/>
                    </a:ext>
                  </a:extLst>
                </p:cNvPr>
                <p:cNvSpPr txBox="1"/>
                <p:nvPr/>
              </p:nvSpPr>
              <p:spPr>
                <a:xfrm>
                  <a:off x="4001070" y="6250414"/>
                  <a:ext cx="749294" cy="339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+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1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51CCD8EA-7DE1-0CA4-B63C-FB12DB1BCC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1070" y="6250414"/>
                  <a:ext cx="749294" cy="33938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1C7B42A6-9731-59AA-21C4-ED8FE19F9A90}"/>
                    </a:ext>
                  </a:extLst>
                </p:cNvPr>
                <p:cNvSpPr txBox="1"/>
                <p:nvPr/>
              </p:nvSpPr>
              <p:spPr>
                <a:xfrm>
                  <a:off x="1856370" y="268197"/>
                  <a:ext cx="1628800" cy="3400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𝑷</m:t>
                        </m:r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</m:sub>
                        </m:s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|</m:t>
                        </m:r>
                        <m:sSub>
                          <m:sSubPr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: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+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  <m:r>
                          <a:rPr lang="en-US" altLang="zh-CN" sz="1600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)</m:t>
                        </m:r>
                      </m:oMath>
                    </m:oMathPara>
                  </a14:m>
                  <a:endParaRPr lang="en-US" altLang="zh-CN" sz="1600" b="1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1C7B42A6-9731-59AA-21C4-ED8FE19F9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6370" y="268197"/>
                  <a:ext cx="1628800" cy="340029"/>
                </a:xfrm>
                <a:prstGeom prst="rect">
                  <a:avLst/>
                </a:prstGeom>
                <a:blipFill>
                  <a:blip r:embed="rId6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768D985C-5C95-5E29-E3FB-944617DF22DB}"/>
              </a:ext>
            </a:extLst>
          </p:cNvPr>
          <p:cNvGrpSpPr/>
          <p:nvPr/>
        </p:nvGrpSpPr>
        <p:grpSpPr>
          <a:xfrm>
            <a:off x="7956309" y="1544900"/>
            <a:ext cx="2521098" cy="3206645"/>
            <a:chOff x="7664785" y="2037396"/>
            <a:chExt cx="2521098" cy="3206645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B932BE43-6700-7C91-7180-8FA2A1204E62}"/>
                </a:ext>
              </a:extLst>
            </p:cNvPr>
            <p:cNvGrpSpPr/>
            <p:nvPr/>
          </p:nvGrpSpPr>
          <p:grpSpPr>
            <a:xfrm>
              <a:off x="7664785" y="4372447"/>
              <a:ext cx="2521098" cy="487129"/>
              <a:chOff x="431236" y="3628255"/>
              <a:chExt cx="2521098" cy="487129"/>
            </a:xfrm>
            <a:solidFill>
              <a:srgbClr val="FFFF99"/>
            </a:solidFill>
          </p:grpSpPr>
          <p:sp>
            <p:nvSpPr>
              <p:cNvPr id="58" name="任意多边形: 形状 57">
                <a:extLst>
                  <a:ext uri="{FF2B5EF4-FFF2-40B4-BE49-F238E27FC236}">
                    <a16:creationId xmlns:a16="http://schemas.microsoft.com/office/drawing/2014/main" id="{1BAE8706-E4D4-BA44-83DA-675B6616A6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1236" y="3628255"/>
                <a:ext cx="2521098" cy="487129"/>
              </a:xfrm>
              <a:custGeom>
                <a:avLst/>
                <a:gdLst>
                  <a:gd name="connsiteX0" fmla="*/ 228180 w 2521098"/>
                  <a:gd name="connsiteY0" fmla="*/ 0 h 487129"/>
                  <a:gd name="connsiteX1" fmla="*/ 2278098 w 2521098"/>
                  <a:gd name="connsiteY1" fmla="*/ 0 h 487129"/>
                  <a:gd name="connsiteX2" fmla="*/ 2278098 w 2521098"/>
                  <a:gd name="connsiteY2" fmla="*/ 1129 h 487129"/>
                  <a:gd name="connsiteX3" fmla="*/ 2521098 w 2521098"/>
                  <a:gd name="connsiteY3" fmla="*/ 244129 h 487129"/>
                  <a:gd name="connsiteX4" fmla="*/ 2278098 w 2521098"/>
                  <a:gd name="connsiteY4" fmla="*/ 487129 h 487129"/>
                  <a:gd name="connsiteX5" fmla="*/ 243000 w 2521098"/>
                  <a:gd name="connsiteY5" fmla="*/ 487129 h 487129"/>
                  <a:gd name="connsiteX6" fmla="*/ 228180 w 2521098"/>
                  <a:gd name="connsiteY6" fmla="*/ 487129 h 487129"/>
                  <a:gd name="connsiteX7" fmla="*/ 228180 w 2521098"/>
                  <a:gd name="connsiteY7" fmla="*/ 485635 h 487129"/>
                  <a:gd name="connsiteX8" fmla="*/ 194027 w 2521098"/>
                  <a:gd name="connsiteY8" fmla="*/ 482192 h 487129"/>
                  <a:gd name="connsiteX9" fmla="*/ 0 w 2521098"/>
                  <a:gd name="connsiteY9" fmla="*/ 244129 h 487129"/>
                  <a:gd name="connsiteX10" fmla="*/ 194027 w 2521098"/>
                  <a:gd name="connsiteY10" fmla="*/ 6066 h 487129"/>
                  <a:gd name="connsiteX11" fmla="*/ 228180 w 2521098"/>
                  <a:gd name="connsiteY11" fmla="*/ 2623 h 487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21098" h="487129">
                    <a:moveTo>
                      <a:pt x="228180" y="0"/>
                    </a:moveTo>
                    <a:lnTo>
                      <a:pt x="2278098" y="0"/>
                    </a:lnTo>
                    <a:lnTo>
                      <a:pt x="2278098" y="1129"/>
                    </a:lnTo>
                    <a:cubicBezTo>
                      <a:pt x="2412303" y="1129"/>
                      <a:pt x="2521098" y="109924"/>
                      <a:pt x="2521098" y="244129"/>
                    </a:cubicBezTo>
                    <a:cubicBezTo>
                      <a:pt x="2521098" y="378334"/>
                      <a:pt x="2412303" y="487129"/>
                      <a:pt x="2278098" y="487129"/>
                    </a:cubicBezTo>
                    <a:lnTo>
                      <a:pt x="243000" y="487129"/>
                    </a:lnTo>
                    <a:lnTo>
                      <a:pt x="228180" y="487129"/>
                    </a:lnTo>
                    <a:lnTo>
                      <a:pt x="228180" y="485635"/>
                    </a:lnTo>
                    <a:lnTo>
                      <a:pt x="194027" y="482192"/>
                    </a:lnTo>
                    <a:cubicBezTo>
                      <a:pt x="83296" y="459533"/>
                      <a:pt x="0" y="361559"/>
                      <a:pt x="0" y="244129"/>
                    </a:cubicBezTo>
                    <a:cubicBezTo>
                      <a:pt x="0" y="126700"/>
                      <a:pt x="83296" y="28725"/>
                      <a:pt x="194027" y="6066"/>
                    </a:cubicBezTo>
                    <a:lnTo>
                      <a:pt x="228180" y="2623"/>
                    </a:lnTo>
                    <a:close/>
                  </a:path>
                </a:pathLst>
              </a:custGeom>
              <a:solidFill>
                <a:srgbClr val="A1F7ED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椭圆 58">
                <a:extLst>
                  <a:ext uri="{FF2B5EF4-FFF2-40B4-BE49-F238E27FC236}">
                    <a16:creationId xmlns:a16="http://schemas.microsoft.com/office/drawing/2014/main" id="{94635614-02B6-152C-19DC-CC5EF20E351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5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椭圆 59">
                <a:extLst>
                  <a:ext uri="{FF2B5EF4-FFF2-40B4-BE49-F238E27FC236}">
                    <a16:creationId xmlns:a16="http://schemas.microsoft.com/office/drawing/2014/main" id="{A9F5CF83-FCC9-3BD8-E6F1-5BCFCFEC40A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9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椭圆 60">
                <a:extLst>
                  <a:ext uri="{FF2B5EF4-FFF2-40B4-BE49-F238E27FC236}">
                    <a16:creationId xmlns:a16="http://schemas.microsoft.com/office/drawing/2014/main" id="{0D012A38-6718-6121-8033-ACB87E8327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83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椭圆 61">
                <a:extLst>
                  <a:ext uri="{FF2B5EF4-FFF2-40B4-BE49-F238E27FC236}">
                    <a16:creationId xmlns:a16="http://schemas.microsoft.com/office/drawing/2014/main" id="{A38D715A-D89F-1FB6-7D6C-07B2A1E955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7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63" name="矩形: 圆角 62">
              <a:extLst>
                <a:ext uri="{FF2B5EF4-FFF2-40B4-BE49-F238E27FC236}">
                  <a16:creationId xmlns:a16="http://schemas.microsoft.com/office/drawing/2014/main" id="{6D681E69-0C0F-5C3B-7540-569EDE2FC956}"/>
                </a:ext>
              </a:extLst>
            </p:cNvPr>
            <p:cNvSpPr/>
            <p:nvPr/>
          </p:nvSpPr>
          <p:spPr>
            <a:xfrm>
              <a:off x="8080310" y="3452188"/>
              <a:ext cx="1694817" cy="829125"/>
            </a:xfrm>
            <a:prstGeom prst="roundRect">
              <a:avLst/>
            </a:prstGeom>
            <a:solidFill>
              <a:srgbClr val="66FF99"/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Transformers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</a:p>
            <a:p>
              <a:pPr algn="ctr"/>
              <a:r>
                <a:rPr lang="en-US" altLang="zh-CN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Softmax</a:t>
              </a:r>
              <a:endPara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71FEF029-E740-5572-57D5-F1F7AA39215C}"/>
                </a:ext>
              </a:extLst>
            </p:cNvPr>
            <p:cNvGrpSpPr/>
            <p:nvPr/>
          </p:nvGrpSpPr>
          <p:grpSpPr>
            <a:xfrm>
              <a:off x="7664785" y="2850523"/>
              <a:ext cx="2521098" cy="487129"/>
              <a:chOff x="431236" y="3628255"/>
              <a:chExt cx="2521098" cy="487129"/>
            </a:xfrm>
            <a:solidFill>
              <a:srgbClr val="FFFF99"/>
            </a:solidFill>
          </p:grpSpPr>
          <p:sp>
            <p:nvSpPr>
              <p:cNvPr id="65" name="任意多边形: 形状 64">
                <a:extLst>
                  <a:ext uri="{FF2B5EF4-FFF2-40B4-BE49-F238E27FC236}">
                    <a16:creationId xmlns:a16="http://schemas.microsoft.com/office/drawing/2014/main" id="{FFD73A4E-8656-5BFD-0D4D-AF55AC7585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1236" y="3628255"/>
                <a:ext cx="2521098" cy="487129"/>
              </a:xfrm>
              <a:custGeom>
                <a:avLst/>
                <a:gdLst>
                  <a:gd name="connsiteX0" fmla="*/ 228180 w 2521098"/>
                  <a:gd name="connsiteY0" fmla="*/ 0 h 487129"/>
                  <a:gd name="connsiteX1" fmla="*/ 2278098 w 2521098"/>
                  <a:gd name="connsiteY1" fmla="*/ 0 h 487129"/>
                  <a:gd name="connsiteX2" fmla="*/ 2278098 w 2521098"/>
                  <a:gd name="connsiteY2" fmla="*/ 1129 h 487129"/>
                  <a:gd name="connsiteX3" fmla="*/ 2521098 w 2521098"/>
                  <a:gd name="connsiteY3" fmla="*/ 244129 h 487129"/>
                  <a:gd name="connsiteX4" fmla="*/ 2278098 w 2521098"/>
                  <a:gd name="connsiteY4" fmla="*/ 487129 h 487129"/>
                  <a:gd name="connsiteX5" fmla="*/ 243000 w 2521098"/>
                  <a:gd name="connsiteY5" fmla="*/ 487129 h 487129"/>
                  <a:gd name="connsiteX6" fmla="*/ 228180 w 2521098"/>
                  <a:gd name="connsiteY6" fmla="*/ 487129 h 487129"/>
                  <a:gd name="connsiteX7" fmla="*/ 228180 w 2521098"/>
                  <a:gd name="connsiteY7" fmla="*/ 485635 h 487129"/>
                  <a:gd name="connsiteX8" fmla="*/ 194027 w 2521098"/>
                  <a:gd name="connsiteY8" fmla="*/ 482192 h 487129"/>
                  <a:gd name="connsiteX9" fmla="*/ 0 w 2521098"/>
                  <a:gd name="connsiteY9" fmla="*/ 244129 h 487129"/>
                  <a:gd name="connsiteX10" fmla="*/ 194027 w 2521098"/>
                  <a:gd name="connsiteY10" fmla="*/ 6066 h 487129"/>
                  <a:gd name="connsiteX11" fmla="*/ 228180 w 2521098"/>
                  <a:gd name="connsiteY11" fmla="*/ 2623 h 4871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521098" h="487129">
                    <a:moveTo>
                      <a:pt x="228180" y="0"/>
                    </a:moveTo>
                    <a:lnTo>
                      <a:pt x="2278098" y="0"/>
                    </a:lnTo>
                    <a:lnTo>
                      <a:pt x="2278098" y="1129"/>
                    </a:lnTo>
                    <a:cubicBezTo>
                      <a:pt x="2412303" y="1129"/>
                      <a:pt x="2521098" y="109924"/>
                      <a:pt x="2521098" y="244129"/>
                    </a:cubicBezTo>
                    <a:cubicBezTo>
                      <a:pt x="2521098" y="378334"/>
                      <a:pt x="2412303" y="487129"/>
                      <a:pt x="2278098" y="487129"/>
                    </a:cubicBezTo>
                    <a:lnTo>
                      <a:pt x="243000" y="487129"/>
                    </a:lnTo>
                    <a:lnTo>
                      <a:pt x="228180" y="487129"/>
                    </a:lnTo>
                    <a:lnTo>
                      <a:pt x="228180" y="485635"/>
                    </a:lnTo>
                    <a:lnTo>
                      <a:pt x="194027" y="482192"/>
                    </a:lnTo>
                    <a:cubicBezTo>
                      <a:pt x="83296" y="459533"/>
                      <a:pt x="0" y="361559"/>
                      <a:pt x="0" y="244129"/>
                    </a:cubicBezTo>
                    <a:cubicBezTo>
                      <a:pt x="0" y="126700"/>
                      <a:pt x="83296" y="28725"/>
                      <a:pt x="194027" y="6066"/>
                    </a:cubicBezTo>
                    <a:lnTo>
                      <a:pt x="228180" y="2623"/>
                    </a:lnTo>
                    <a:close/>
                  </a:path>
                </a:pathLst>
              </a:custGeom>
              <a:solidFill>
                <a:srgbClr val="A1F7ED"/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6" name="椭圆 65">
                <a:extLst>
                  <a:ext uri="{FF2B5EF4-FFF2-40B4-BE49-F238E27FC236}">
                    <a16:creationId xmlns:a16="http://schemas.microsoft.com/office/drawing/2014/main" id="{F8ECB5A1-C74B-369E-B876-8D2A2AA6C5D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5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7" name="椭圆 66">
                <a:extLst>
                  <a:ext uri="{FF2B5EF4-FFF2-40B4-BE49-F238E27FC236}">
                    <a16:creationId xmlns:a16="http://schemas.microsoft.com/office/drawing/2014/main" id="{777E70D4-7E44-F275-21FF-1C353CA55A4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9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8" name="椭圆 67">
                <a:extLst>
                  <a:ext uri="{FF2B5EF4-FFF2-40B4-BE49-F238E27FC236}">
                    <a16:creationId xmlns:a16="http://schemas.microsoft.com/office/drawing/2014/main" id="{59400733-5C4B-F2F4-498C-CFEB7E7FDFC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83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9" name="椭圆 68">
                <a:extLst>
                  <a:ext uri="{FF2B5EF4-FFF2-40B4-BE49-F238E27FC236}">
                    <a16:creationId xmlns:a16="http://schemas.microsoft.com/office/drawing/2014/main" id="{73821ACF-9006-D45C-385A-5A36B53B29A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73561" y="3727820"/>
                <a:ext cx="288000" cy="288000"/>
              </a:xfrm>
              <a:prstGeom prst="ellipse">
                <a:avLst/>
              </a:prstGeom>
              <a:grp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68452A7-CF61-B413-2DCB-7B6510B8B6C9}"/>
                    </a:ext>
                  </a:extLst>
                </p:cNvPr>
                <p:cNvSpPr txBox="1"/>
                <p:nvPr/>
              </p:nvSpPr>
              <p:spPr>
                <a:xfrm>
                  <a:off x="7819370" y="2037396"/>
                  <a:ext cx="2347187" cy="7219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∏"/>
                            <m:supHide m:val="on"/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naryPr>
                          <m:sub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𝒊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=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sz="1600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𝒏</m:t>
                                </m:r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−</m:t>
                                </m:r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𝟐</m:t>
                                </m:r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,</m:t>
                                </m:r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𝒏</m:t>
                                </m:r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+</m:t>
                                </m:r>
                                <m:r>
                                  <a:rPr lang="en-US" altLang="zh-CN" sz="1600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𝟐</m:t>
                                </m:r>
                              </m:e>
                            </m:d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−{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}</m:t>
                            </m:r>
                          </m:sub>
                          <m:sup/>
                          <m:e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𝑷</m:t>
                            </m:r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en-US" altLang="zh-CN" sz="1600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altLang="zh-CN" sz="1600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𝒏</m:t>
                                </m:r>
                              </m:sub>
                            </m:sSub>
                            <m:r>
                              <a:rPr lang="en-US" altLang="zh-CN" sz="1600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en-US" altLang="zh-CN" sz="1600" b="1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68452A7-CF61-B413-2DCB-7B6510B8B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19370" y="2037396"/>
                  <a:ext cx="2347187" cy="72199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7155353A-664E-2A37-F403-92B496EE701B}"/>
                    </a:ext>
                  </a:extLst>
                </p:cNvPr>
                <p:cNvSpPr txBox="1"/>
                <p:nvPr/>
              </p:nvSpPr>
              <p:spPr>
                <a:xfrm>
                  <a:off x="8548952" y="4904012"/>
                  <a:ext cx="752763" cy="3400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𝒘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1" dirty="0">
                    <a:latin typeface="Times New Roman" panose="020206030504050203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7155353A-664E-2A37-F403-92B496EE70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8952" y="4904012"/>
                  <a:ext cx="752763" cy="34002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1769966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组合 225">
            <a:extLst>
              <a:ext uri="{FF2B5EF4-FFF2-40B4-BE49-F238E27FC236}">
                <a16:creationId xmlns:a16="http://schemas.microsoft.com/office/drawing/2014/main" id="{D5AFA7C1-B2A1-12F8-4EAB-563FA68D5E6C}"/>
              </a:ext>
            </a:extLst>
          </p:cNvPr>
          <p:cNvGrpSpPr/>
          <p:nvPr/>
        </p:nvGrpSpPr>
        <p:grpSpPr>
          <a:xfrm>
            <a:off x="-106266" y="92742"/>
            <a:ext cx="12554003" cy="6668413"/>
            <a:chOff x="-106266" y="92742"/>
            <a:chExt cx="12554003" cy="6668413"/>
          </a:xfrm>
        </p:grpSpPr>
        <p:sp>
          <p:nvSpPr>
            <p:cNvPr id="195" name="文本框 194">
              <a:extLst>
                <a:ext uri="{FF2B5EF4-FFF2-40B4-BE49-F238E27FC236}">
                  <a16:creationId xmlns:a16="http://schemas.microsoft.com/office/drawing/2014/main" id="{15A99CF6-1532-B253-1E3C-6288338FA0CD}"/>
                </a:ext>
              </a:extLst>
            </p:cNvPr>
            <p:cNvSpPr txBox="1"/>
            <p:nvPr/>
          </p:nvSpPr>
          <p:spPr>
            <a:xfrm>
              <a:off x="9800554" y="92742"/>
              <a:ext cx="1526514" cy="666841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endParaRPr lang="zh-CN" altLang="en-US" dirty="0"/>
            </a:p>
          </p:txBody>
        </p:sp>
        <p:sp>
          <p:nvSpPr>
            <p:cNvPr id="193" name="文本框 192">
              <a:extLst>
                <a:ext uri="{FF2B5EF4-FFF2-40B4-BE49-F238E27FC236}">
                  <a16:creationId xmlns:a16="http://schemas.microsoft.com/office/drawing/2014/main" id="{FF6B1813-E7F0-4690-04CC-E823DCBA273D}"/>
                </a:ext>
              </a:extLst>
            </p:cNvPr>
            <p:cNvSpPr txBox="1"/>
            <p:nvPr/>
          </p:nvSpPr>
          <p:spPr>
            <a:xfrm>
              <a:off x="4703023" y="92742"/>
              <a:ext cx="3181083" cy="666841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endParaRPr lang="zh-CN" altLang="en-US" dirty="0"/>
            </a:p>
          </p:txBody>
        </p:sp>
        <p:sp>
          <p:nvSpPr>
            <p:cNvPr id="192" name="文本框 191">
              <a:extLst>
                <a:ext uri="{FF2B5EF4-FFF2-40B4-BE49-F238E27FC236}">
                  <a16:creationId xmlns:a16="http://schemas.microsoft.com/office/drawing/2014/main" id="{269DA9C2-A328-43A6-6FD7-1EE5EC27EE6C}"/>
                </a:ext>
              </a:extLst>
            </p:cNvPr>
            <p:cNvSpPr txBox="1"/>
            <p:nvPr/>
          </p:nvSpPr>
          <p:spPr>
            <a:xfrm>
              <a:off x="1106229" y="92742"/>
              <a:ext cx="1764852" cy="666841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dash"/>
            </a:ln>
          </p:spPr>
          <p:txBody>
            <a:bodyPr wrap="square" rtlCol="0">
              <a:spAutoFit/>
            </a:bodyPr>
            <a:lstStyle/>
            <a:p>
              <a:endParaRPr lang="zh-CN" altLang="en-US" dirty="0"/>
            </a:p>
          </p:txBody>
        </p:sp>
        <p:sp>
          <p:nvSpPr>
            <p:cNvPr id="4" name="流程图: 终止 3">
              <a:extLst>
                <a:ext uri="{FF2B5EF4-FFF2-40B4-BE49-F238E27FC236}">
                  <a16:creationId xmlns:a16="http://schemas.microsoft.com/office/drawing/2014/main" id="{7F059813-AB27-9D8D-4B7D-74E42D4F964F}"/>
                </a:ext>
              </a:extLst>
            </p:cNvPr>
            <p:cNvSpPr/>
            <p:nvPr/>
          </p:nvSpPr>
          <p:spPr>
            <a:xfrm>
              <a:off x="1428912" y="153802"/>
              <a:ext cx="1040777" cy="414902"/>
            </a:xfrm>
            <a:prstGeom prst="flowChartTerminator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开始</a:t>
              </a:r>
            </a:p>
          </p:txBody>
        </p:sp>
        <p:sp>
          <p:nvSpPr>
            <p:cNvPr id="5" name="流程图: 过程 4">
              <a:extLst>
                <a:ext uri="{FF2B5EF4-FFF2-40B4-BE49-F238E27FC236}">
                  <a16:creationId xmlns:a16="http://schemas.microsoft.com/office/drawing/2014/main" id="{24EA3B43-4139-932B-8618-73B6EFE1EF58}"/>
                </a:ext>
              </a:extLst>
            </p:cNvPr>
            <p:cNvSpPr/>
            <p:nvPr/>
          </p:nvSpPr>
          <p:spPr>
            <a:xfrm>
              <a:off x="1181018" y="1869055"/>
              <a:ext cx="1536569" cy="565608"/>
            </a:xfrm>
            <a:prstGeom prst="flowChartProcess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多维数据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预处理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06C6245F-D072-11E2-38C7-01A73C889E56}"/>
                </a:ext>
              </a:extLst>
            </p:cNvPr>
            <p:cNvSpPr txBox="1"/>
            <p:nvPr/>
          </p:nvSpPr>
          <p:spPr>
            <a:xfrm>
              <a:off x="-106266" y="1863445"/>
              <a:ext cx="12618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归一化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时间窗口划分</a:t>
              </a:r>
            </a:p>
          </p:txBody>
        </p:sp>
        <p:sp>
          <p:nvSpPr>
            <p:cNvPr id="7" name="流程图: 过程 6">
              <a:extLst>
                <a:ext uri="{FF2B5EF4-FFF2-40B4-BE49-F238E27FC236}">
                  <a16:creationId xmlns:a16="http://schemas.microsoft.com/office/drawing/2014/main" id="{E9927279-B8AA-D49A-25E3-C2489AB4206D}"/>
                </a:ext>
              </a:extLst>
            </p:cNvPr>
            <p:cNvSpPr/>
            <p:nvPr/>
          </p:nvSpPr>
          <p:spPr>
            <a:xfrm>
              <a:off x="1181017" y="2989981"/>
              <a:ext cx="1536569" cy="565608"/>
            </a:xfrm>
            <a:prstGeom prst="flowChartProcess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双重注意力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机制网络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F7EB0FE3-B190-1A68-192C-4A35944EAD93}"/>
                </a:ext>
              </a:extLst>
            </p:cNvPr>
            <p:cNvSpPr txBox="1"/>
            <p:nvPr/>
          </p:nvSpPr>
          <p:spPr>
            <a:xfrm>
              <a:off x="12699" y="2912879"/>
              <a:ext cx="1082348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时序注意力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空间注意力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学习率调整</a:t>
              </a:r>
            </a:p>
          </p:txBody>
        </p:sp>
        <p:sp>
          <p:nvSpPr>
            <p:cNvPr id="9" name="流程图: 过程 8">
              <a:extLst>
                <a:ext uri="{FF2B5EF4-FFF2-40B4-BE49-F238E27FC236}">
                  <a16:creationId xmlns:a16="http://schemas.microsoft.com/office/drawing/2014/main" id="{D1085904-3D4C-3ABB-96CC-222D945478C6}"/>
                </a:ext>
              </a:extLst>
            </p:cNvPr>
            <p:cNvSpPr/>
            <p:nvPr/>
          </p:nvSpPr>
          <p:spPr>
            <a:xfrm>
              <a:off x="1181015" y="4234646"/>
              <a:ext cx="1536569" cy="565608"/>
            </a:xfrm>
            <a:prstGeom prst="flowChartProcess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重构数据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判断分布差异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1" name="流程图: 决策 10">
              <a:extLst>
                <a:ext uri="{FF2B5EF4-FFF2-40B4-BE49-F238E27FC236}">
                  <a16:creationId xmlns:a16="http://schemas.microsoft.com/office/drawing/2014/main" id="{B64A9EA6-FEE1-6226-AF4E-2EEC5038DC2D}"/>
                </a:ext>
              </a:extLst>
            </p:cNvPr>
            <p:cNvSpPr/>
            <p:nvPr/>
          </p:nvSpPr>
          <p:spPr>
            <a:xfrm>
              <a:off x="1271678" y="5374964"/>
              <a:ext cx="1366887" cy="886120"/>
            </a:xfrm>
            <a:prstGeom prst="flowChartDecis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故障存在</a:t>
              </a:r>
            </a:p>
          </p:txBody>
        </p:sp>
        <p:sp>
          <p:nvSpPr>
            <p:cNvPr id="14" name="流程图: 过程 13">
              <a:extLst>
                <a:ext uri="{FF2B5EF4-FFF2-40B4-BE49-F238E27FC236}">
                  <a16:creationId xmlns:a16="http://schemas.microsoft.com/office/drawing/2014/main" id="{BE66241A-2892-0187-4E02-EAB7C2FB946F}"/>
                </a:ext>
              </a:extLst>
            </p:cNvPr>
            <p:cNvSpPr/>
            <p:nvPr/>
          </p:nvSpPr>
          <p:spPr>
            <a:xfrm>
              <a:off x="5935744" y="1852331"/>
              <a:ext cx="1536569" cy="565608"/>
            </a:xfrm>
            <a:prstGeom prst="flowChartProcess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en-US" altLang="zh-CN" dirty="0" err="1">
                  <a:latin typeface="宋体" panose="02010600030101010101" pitchFamily="2" charset="-122"/>
                  <a:ea typeface="宋体" panose="02010600030101010101" pitchFamily="2" charset="-122"/>
                </a:rPr>
                <a:t>TreeKG</a:t>
              </a:r>
              <a:r>
                <a:rPr lang="en-US" altLang="zh-CN" dirty="0">
                  <a:latin typeface="宋体" panose="02010600030101010101" pitchFamily="2" charset="-122"/>
                  <a:ea typeface="宋体" panose="02010600030101010101" pitchFamily="2" charset="-122"/>
                </a:rPr>
                <a:t>-LLM</a:t>
              </a:r>
            </a:p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知识图谱构建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73B0066F-E2FD-9A9C-8446-549892B6FF8C}"/>
                </a:ext>
              </a:extLst>
            </p:cNvPr>
            <p:cNvSpPr txBox="1"/>
            <p:nvPr/>
          </p:nvSpPr>
          <p:spPr>
            <a:xfrm>
              <a:off x="4918439" y="867266"/>
              <a:ext cx="902875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教材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技术报告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故障案例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05C3630-8544-7FD7-A5A8-B01C5923A273}"/>
                </a:ext>
              </a:extLst>
            </p:cNvPr>
            <p:cNvSpPr txBox="1"/>
            <p:nvPr/>
          </p:nvSpPr>
          <p:spPr>
            <a:xfrm>
              <a:off x="4807207" y="1981245"/>
              <a:ext cx="10823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文本三元组</a:t>
              </a:r>
            </a:p>
          </p:txBody>
        </p:sp>
        <p:sp>
          <p:nvSpPr>
            <p:cNvPr id="17" name="流程图: 汇总连接 16">
              <a:extLst>
                <a:ext uri="{FF2B5EF4-FFF2-40B4-BE49-F238E27FC236}">
                  <a16:creationId xmlns:a16="http://schemas.microsoft.com/office/drawing/2014/main" id="{AA9C1A73-E179-6497-7ED8-D8C0F83F0A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11765" y="3605905"/>
              <a:ext cx="377072" cy="377072"/>
            </a:xfrm>
            <a:prstGeom prst="flowChartSummingJunc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8" name="流程图: 过程 17">
              <a:extLst>
                <a:ext uri="{FF2B5EF4-FFF2-40B4-BE49-F238E27FC236}">
                  <a16:creationId xmlns:a16="http://schemas.microsoft.com/office/drawing/2014/main" id="{D4B99CEC-3F1B-53F2-00E7-AE68ABAC3D9B}"/>
                </a:ext>
              </a:extLst>
            </p:cNvPr>
            <p:cNvSpPr/>
            <p:nvPr/>
          </p:nvSpPr>
          <p:spPr>
            <a:xfrm>
              <a:off x="5935268" y="4225982"/>
              <a:ext cx="1536569" cy="565608"/>
            </a:xfrm>
            <a:prstGeom prst="flowChartProcess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知识图谱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融合与调整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CBCE7A22-BBA1-88CF-4F02-835F794CB930}"/>
                </a:ext>
              </a:extLst>
            </p:cNvPr>
            <p:cNvSpPr txBox="1"/>
            <p:nvPr/>
          </p:nvSpPr>
          <p:spPr>
            <a:xfrm>
              <a:off x="5003934" y="4247176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实体对齐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冲突消解</a:t>
              </a:r>
            </a:p>
          </p:txBody>
        </p:sp>
        <p:sp>
          <p:nvSpPr>
            <p:cNvPr id="20" name="流程图: 决策 19">
              <a:extLst>
                <a:ext uri="{FF2B5EF4-FFF2-40B4-BE49-F238E27FC236}">
                  <a16:creationId xmlns:a16="http://schemas.microsoft.com/office/drawing/2014/main" id="{CBAE332B-1339-9417-9523-14FDAA47B80A}"/>
                </a:ext>
              </a:extLst>
            </p:cNvPr>
            <p:cNvSpPr/>
            <p:nvPr/>
          </p:nvSpPr>
          <p:spPr>
            <a:xfrm>
              <a:off x="6020280" y="5243046"/>
              <a:ext cx="1366887" cy="886120"/>
            </a:xfrm>
            <a:prstGeom prst="flowChartDecis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质量评估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6ED25CD6-A448-9004-AF05-53954829FA85}"/>
                </a:ext>
              </a:extLst>
            </p:cNvPr>
            <p:cNvSpPr txBox="1"/>
            <p:nvPr/>
          </p:nvSpPr>
          <p:spPr>
            <a:xfrm>
              <a:off x="12699" y="5603600"/>
              <a:ext cx="108234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真实值落在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低概率区域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C1045090-BC53-14AC-CC8D-9465AADDA789}"/>
                </a:ext>
              </a:extLst>
            </p:cNvPr>
            <p:cNvSpPr txBox="1"/>
            <p:nvPr/>
          </p:nvSpPr>
          <p:spPr>
            <a:xfrm>
              <a:off x="-37823" y="4277034"/>
              <a:ext cx="108234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重构数据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，概率分布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5" name="流程图: 内部贮存 24">
              <a:extLst>
                <a:ext uri="{FF2B5EF4-FFF2-40B4-BE49-F238E27FC236}">
                  <a16:creationId xmlns:a16="http://schemas.microsoft.com/office/drawing/2014/main" id="{ADBF3438-0985-A737-49AE-4F08297A92F6}"/>
                </a:ext>
              </a:extLst>
            </p:cNvPr>
            <p:cNvSpPr/>
            <p:nvPr/>
          </p:nvSpPr>
          <p:spPr>
            <a:xfrm>
              <a:off x="8028377" y="5376451"/>
              <a:ext cx="1181100" cy="647700"/>
            </a:xfrm>
            <a:prstGeom prst="flowChartInternalStorag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知识图谱存储</a:t>
              </a:r>
            </a:p>
          </p:txBody>
        </p:sp>
        <p:sp>
          <p:nvSpPr>
            <p:cNvPr id="27" name="流程图: 多文档 26">
              <a:extLst>
                <a:ext uri="{FF2B5EF4-FFF2-40B4-BE49-F238E27FC236}">
                  <a16:creationId xmlns:a16="http://schemas.microsoft.com/office/drawing/2014/main" id="{4D8CE45C-60CD-4B56-F6CC-8FE9917ED05A}"/>
                </a:ext>
              </a:extLst>
            </p:cNvPr>
            <p:cNvSpPr/>
            <p:nvPr/>
          </p:nvSpPr>
          <p:spPr>
            <a:xfrm>
              <a:off x="5989607" y="860235"/>
              <a:ext cx="1650999" cy="658572"/>
            </a:xfrm>
            <a:prstGeom prst="flowChartMultidocumen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搜集教材资料</a:t>
              </a:r>
            </a:p>
          </p:txBody>
        </p:sp>
        <p:sp>
          <p:nvSpPr>
            <p:cNvPr id="29" name="流程图: 预定义过程 28">
              <a:extLst>
                <a:ext uri="{FF2B5EF4-FFF2-40B4-BE49-F238E27FC236}">
                  <a16:creationId xmlns:a16="http://schemas.microsoft.com/office/drawing/2014/main" id="{1B483BF6-6FD0-2553-B337-AE06B7B1AAF9}"/>
                </a:ext>
              </a:extLst>
            </p:cNvPr>
            <p:cNvSpPr/>
            <p:nvPr/>
          </p:nvSpPr>
          <p:spPr>
            <a:xfrm>
              <a:off x="2932164" y="3518325"/>
              <a:ext cx="1553149" cy="568602"/>
            </a:xfrm>
            <a:prstGeom prst="flowChartPredefinedProcess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异常关系图</a:t>
              </a: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BDB91DD0-9EF6-2ADE-B6EA-ABAAF4B57C67}"/>
                </a:ext>
              </a:extLst>
            </p:cNvPr>
            <p:cNvSpPr txBox="1"/>
            <p:nvPr/>
          </p:nvSpPr>
          <p:spPr>
            <a:xfrm>
              <a:off x="4918439" y="5328169"/>
              <a:ext cx="108234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故障定位的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准确性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可追溯性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endParaRPr lang="zh-CN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A92BD28F-06F1-2CF5-A5D5-AE2ED178A0FE}"/>
                </a:ext>
              </a:extLst>
            </p:cNvPr>
            <p:cNvSpPr txBox="1"/>
            <p:nvPr/>
          </p:nvSpPr>
          <p:spPr>
            <a:xfrm>
              <a:off x="11544926" y="3068794"/>
              <a:ext cx="902811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模板校准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思维链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自优化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E051738F-2CCA-C666-5817-10CD4881D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85838" y="3095168"/>
              <a:ext cx="650939" cy="647700"/>
            </a:xfrm>
            <a:prstGeom prst="rect">
              <a:avLst/>
            </a:prstGeom>
          </p:spPr>
        </p:pic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9939BD8-42DE-449D-7DF1-358A80A8A787}"/>
                </a:ext>
              </a:extLst>
            </p:cNvPr>
            <p:cNvSpPr txBox="1"/>
            <p:nvPr/>
          </p:nvSpPr>
          <p:spPr>
            <a:xfrm>
              <a:off x="9167249" y="5374964"/>
              <a:ext cx="626330" cy="307777"/>
            </a:xfrm>
            <a:prstGeom prst="rect">
              <a:avLst/>
            </a:prstGeom>
            <a:noFill/>
          </p:spPr>
          <p:txBody>
            <a:bodyPr wrap="square" lIns="0" rIns="0" rtlCol="0">
              <a:spAutoFit/>
            </a:bodyPr>
            <a:lstStyle/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模板化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40" name="矩形: 剪去左右顶角 39">
              <a:extLst>
                <a:ext uri="{FF2B5EF4-FFF2-40B4-BE49-F238E27FC236}">
                  <a16:creationId xmlns:a16="http://schemas.microsoft.com/office/drawing/2014/main" id="{5D8EC8FB-1DE7-ADD0-CB18-DA915B4FBAB3}"/>
                </a:ext>
              </a:extLst>
            </p:cNvPr>
            <p:cNvSpPr/>
            <p:nvPr/>
          </p:nvSpPr>
          <p:spPr>
            <a:xfrm>
              <a:off x="9913209" y="2120401"/>
              <a:ext cx="1323975" cy="613663"/>
            </a:xfrm>
            <a:prstGeom prst="snip2SameRect">
              <a:avLst>
                <a:gd name="adj1" fmla="val 48795"/>
                <a:gd name="adj2" fmla="val 0"/>
              </a:avLst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0" rIns="0" bIns="8280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提示工程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质量优化</a:t>
              </a:r>
            </a:p>
          </p:txBody>
        </p:sp>
        <p:sp>
          <p:nvSpPr>
            <p:cNvPr id="41" name="流程图: 预定义过程 40">
              <a:extLst>
                <a:ext uri="{FF2B5EF4-FFF2-40B4-BE49-F238E27FC236}">
                  <a16:creationId xmlns:a16="http://schemas.microsoft.com/office/drawing/2014/main" id="{82662AA1-80AE-7ADE-7A2D-80D8E01FFC34}"/>
                </a:ext>
              </a:extLst>
            </p:cNvPr>
            <p:cNvSpPr/>
            <p:nvPr/>
          </p:nvSpPr>
          <p:spPr>
            <a:xfrm>
              <a:off x="1449926" y="879542"/>
              <a:ext cx="998750" cy="568602"/>
            </a:xfrm>
            <a:prstGeom prst="flowChartPredefinedProcess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航天器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99F4E8D-4DD8-13C3-2564-3698A9D96336}"/>
                </a:ext>
              </a:extLst>
            </p:cNvPr>
            <p:cNvSpPr txBox="1"/>
            <p:nvPr/>
          </p:nvSpPr>
          <p:spPr>
            <a:xfrm>
              <a:off x="73270" y="883606"/>
              <a:ext cx="108234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仿真模型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公开数据集</a:t>
              </a:r>
            </a:p>
          </p:txBody>
        </p:sp>
        <p:sp>
          <p:nvSpPr>
            <p:cNvPr id="43" name="流程图: 过程 42">
              <a:extLst>
                <a:ext uri="{FF2B5EF4-FFF2-40B4-BE49-F238E27FC236}">
                  <a16:creationId xmlns:a16="http://schemas.microsoft.com/office/drawing/2014/main" id="{525CC9D7-576D-7F05-F113-E7BFB8B61601}"/>
                </a:ext>
              </a:extLst>
            </p:cNvPr>
            <p:cNvSpPr/>
            <p:nvPr/>
          </p:nvSpPr>
          <p:spPr>
            <a:xfrm>
              <a:off x="9913209" y="3205010"/>
              <a:ext cx="1318903" cy="565608"/>
            </a:xfrm>
            <a:prstGeom prst="flowChartProcess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诊断文本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4" name="流程图: 数据 43">
              <a:extLst>
                <a:ext uri="{FF2B5EF4-FFF2-40B4-BE49-F238E27FC236}">
                  <a16:creationId xmlns:a16="http://schemas.microsoft.com/office/drawing/2014/main" id="{8CF306E5-E9C1-3B26-2B98-6B7881AB82E9}"/>
                </a:ext>
              </a:extLst>
            </p:cNvPr>
            <p:cNvSpPr/>
            <p:nvPr/>
          </p:nvSpPr>
          <p:spPr>
            <a:xfrm>
              <a:off x="9964434" y="1219622"/>
              <a:ext cx="1214537" cy="546163"/>
            </a:xfrm>
            <a:prstGeom prst="flowChartInputOutput">
              <a:avLst/>
            </a:prstGeom>
            <a:ln w="19050"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文本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描述</a:t>
              </a:r>
            </a:p>
          </p:txBody>
        </p:sp>
        <p:sp>
          <p:nvSpPr>
            <p:cNvPr id="45" name="矩形: 剪去左右顶角 44">
              <a:extLst>
                <a:ext uri="{FF2B5EF4-FFF2-40B4-BE49-F238E27FC236}">
                  <a16:creationId xmlns:a16="http://schemas.microsoft.com/office/drawing/2014/main" id="{F9E7BBE0-BB9E-8F94-B61C-30B38C34F491}"/>
                </a:ext>
              </a:extLst>
            </p:cNvPr>
            <p:cNvSpPr/>
            <p:nvPr/>
          </p:nvSpPr>
          <p:spPr>
            <a:xfrm>
              <a:off x="9913209" y="4200013"/>
              <a:ext cx="1323975" cy="504000"/>
            </a:xfrm>
            <a:prstGeom prst="snip2SameRect">
              <a:avLst>
                <a:gd name="adj1" fmla="val 48795"/>
                <a:gd name="adj2" fmla="val 0"/>
              </a:avLst>
            </a:prstGeom>
            <a:noFill/>
            <a:ln w="19050"/>
            <a:scene3d>
              <a:camera prst="orthographicFront">
                <a:rot lat="10800000" lon="0" rev="0"/>
              </a:camera>
              <a:lightRig rig="threePt" dir="t"/>
            </a:scene3d>
            <a:sp3d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>
              <a:flatTx/>
            </a:bodyPr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思考结束</a:t>
              </a:r>
            </a:p>
          </p:txBody>
        </p:sp>
        <p:sp>
          <p:nvSpPr>
            <p:cNvPr id="47" name="流程图: 数据 46">
              <a:extLst>
                <a:ext uri="{FF2B5EF4-FFF2-40B4-BE49-F238E27FC236}">
                  <a16:creationId xmlns:a16="http://schemas.microsoft.com/office/drawing/2014/main" id="{10ABD6F9-E13B-F40E-07D2-5F63D704B130}"/>
                </a:ext>
              </a:extLst>
            </p:cNvPr>
            <p:cNvSpPr/>
            <p:nvPr/>
          </p:nvSpPr>
          <p:spPr>
            <a:xfrm>
              <a:off x="9986871" y="5170324"/>
              <a:ext cx="1213200" cy="546163"/>
            </a:xfrm>
            <a:prstGeom prst="flowChartInputOutpu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诊断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报告</a:t>
              </a:r>
            </a:p>
          </p:txBody>
        </p: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7F5BE47E-1063-48CB-D24E-CBC51F244AE9}"/>
                </a:ext>
              </a:extLst>
            </p:cNvPr>
            <p:cNvCxnSpPr>
              <a:cxnSpLocks/>
              <a:stCxn id="4" idx="2"/>
              <a:endCxn id="41" idx="0"/>
            </p:cNvCxnSpPr>
            <p:nvPr/>
          </p:nvCxnSpPr>
          <p:spPr>
            <a:xfrm>
              <a:off x="1949301" y="568704"/>
              <a:ext cx="0" cy="3108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4F7F514F-CE31-6A66-77AA-F08E0F92EAAE}"/>
                </a:ext>
              </a:extLst>
            </p:cNvPr>
            <p:cNvCxnSpPr>
              <a:cxnSpLocks/>
              <a:stCxn id="41" idx="2"/>
              <a:endCxn id="5" idx="0"/>
            </p:cNvCxnSpPr>
            <p:nvPr/>
          </p:nvCxnSpPr>
          <p:spPr>
            <a:xfrm>
              <a:off x="1949301" y="1448144"/>
              <a:ext cx="2" cy="42091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2F5F7DF5-541F-9EAC-3BF9-BF86E0D28B6C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 flipH="1">
              <a:off x="1949302" y="2434663"/>
              <a:ext cx="1" cy="55531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6BE09348-4045-CD61-BBEC-88928FF0D1D0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>
            <a:xfrm flipH="1">
              <a:off x="1949300" y="3555589"/>
              <a:ext cx="2" cy="679057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AF96DB48-532C-DB2C-F12C-0DF3F31FAE6E}"/>
                </a:ext>
              </a:extLst>
            </p:cNvPr>
            <p:cNvCxnSpPr>
              <a:cxnSpLocks/>
              <a:stCxn id="9" idx="2"/>
              <a:endCxn id="11" idx="0"/>
            </p:cNvCxnSpPr>
            <p:nvPr/>
          </p:nvCxnSpPr>
          <p:spPr>
            <a:xfrm>
              <a:off x="1949300" y="4800254"/>
              <a:ext cx="5822" cy="57471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79FE96F9-FC84-263E-1728-47C6F7B0BEC9}"/>
                </a:ext>
              </a:extLst>
            </p:cNvPr>
            <p:cNvCxnSpPr>
              <a:cxnSpLocks/>
              <a:stCxn id="11" idx="3"/>
              <a:endCxn id="138" idx="2"/>
            </p:cNvCxnSpPr>
            <p:nvPr/>
          </p:nvCxnSpPr>
          <p:spPr>
            <a:xfrm flipV="1">
              <a:off x="2638565" y="5402499"/>
              <a:ext cx="1070173" cy="415525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31EF7B4A-3EFD-5BB8-2525-28D6AE28A958}"/>
                </a:ext>
              </a:extLst>
            </p:cNvPr>
            <p:cNvSpPr txBox="1"/>
            <p:nvPr/>
          </p:nvSpPr>
          <p:spPr>
            <a:xfrm>
              <a:off x="2545001" y="5510246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/>
                <a:t>是</a:t>
              </a:r>
            </a:p>
          </p:txBody>
        </p:sp>
        <p:cxnSp>
          <p:nvCxnSpPr>
            <p:cNvPr id="76" name="直接箭头连接符 71">
              <a:extLst>
                <a:ext uri="{FF2B5EF4-FFF2-40B4-BE49-F238E27FC236}">
                  <a16:creationId xmlns:a16="http://schemas.microsoft.com/office/drawing/2014/main" id="{E7C8E8D8-8173-4645-E27D-4F1AAF460469}"/>
                </a:ext>
              </a:extLst>
            </p:cNvPr>
            <p:cNvCxnSpPr>
              <a:cxnSpLocks/>
              <a:stCxn id="11" idx="2"/>
              <a:endCxn id="81" idx="1"/>
            </p:cNvCxnSpPr>
            <p:nvPr/>
          </p:nvCxnSpPr>
          <p:spPr>
            <a:xfrm rot="16200000" flipH="1">
              <a:off x="5159580" y="3056625"/>
              <a:ext cx="299915" cy="6708831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CA620046-A28E-ED9A-6E55-6FD3F8212BED}"/>
                </a:ext>
              </a:extLst>
            </p:cNvPr>
            <p:cNvSpPr txBox="1"/>
            <p:nvPr/>
          </p:nvSpPr>
          <p:spPr>
            <a:xfrm>
              <a:off x="1610448" y="6206954"/>
              <a:ext cx="3642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/>
                <a:t>否</a:t>
              </a:r>
            </a:p>
          </p:txBody>
        </p:sp>
        <p:sp>
          <p:nvSpPr>
            <p:cNvPr id="81" name="流程图: 手动输入 80">
              <a:extLst>
                <a:ext uri="{FF2B5EF4-FFF2-40B4-BE49-F238E27FC236}">
                  <a16:creationId xmlns:a16="http://schemas.microsoft.com/office/drawing/2014/main" id="{BC9B8270-88EB-4033-9221-61D50567B128}"/>
                </a:ext>
              </a:extLst>
            </p:cNvPr>
            <p:cNvSpPr/>
            <p:nvPr/>
          </p:nvSpPr>
          <p:spPr>
            <a:xfrm>
              <a:off x="8663953" y="6360842"/>
              <a:ext cx="977561" cy="400313"/>
            </a:xfrm>
            <a:prstGeom prst="flowChartManualInpu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无故障</a:t>
              </a:r>
            </a:p>
          </p:txBody>
        </p:sp>
        <p:cxnSp>
          <p:nvCxnSpPr>
            <p:cNvPr id="83" name="直接箭头连接符 71">
              <a:extLst>
                <a:ext uri="{FF2B5EF4-FFF2-40B4-BE49-F238E27FC236}">
                  <a16:creationId xmlns:a16="http://schemas.microsoft.com/office/drawing/2014/main" id="{8055603A-8AF6-3EDD-BF45-EAC48AB9BCEE}"/>
                </a:ext>
              </a:extLst>
            </p:cNvPr>
            <p:cNvCxnSpPr>
              <a:cxnSpLocks/>
              <a:stCxn id="81" idx="3"/>
              <a:endCxn id="47" idx="4"/>
            </p:cNvCxnSpPr>
            <p:nvPr/>
          </p:nvCxnSpPr>
          <p:spPr>
            <a:xfrm flipV="1">
              <a:off x="9641514" y="5716487"/>
              <a:ext cx="951957" cy="844512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940F2AE7-A1F8-5BB7-D9AB-9ACB5CE32A83}"/>
                </a:ext>
              </a:extLst>
            </p:cNvPr>
            <p:cNvCxnSpPr>
              <a:cxnSpLocks/>
              <a:stCxn id="27" idx="2"/>
              <a:endCxn id="14" idx="0"/>
            </p:cNvCxnSpPr>
            <p:nvPr/>
          </p:nvCxnSpPr>
          <p:spPr>
            <a:xfrm>
              <a:off x="6700301" y="1493867"/>
              <a:ext cx="3728" cy="35846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8" name="流程图: 预定义过程 97">
              <a:extLst>
                <a:ext uri="{FF2B5EF4-FFF2-40B4-BE49-F238E27FC236}">
                  <a16:creationId xmlns:a16="http://schemas.microsoft.com/office/drawing/2014/main" id="{14BE79BD-859D-F7BF-720C-A5477FB2668D}"/>
                </a:ext>
              </a:extLst>
            </p:cNvPr>
            <p:cNvSpPr/>
            <p:nvPr/>
          </p:nvSpPr>
          <p:spPr>
            <a:xfrm>
              <a:off x="6091057" y="2770221"/>
              <a:ext cx="1224442" cy="568602"/>
            </a:xfrm>
            <a:prstGeom prst="flowChartPredefinedProcess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卫星术语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图结构</a:t>
              </a:r>
            </a:p>
          </p:txBody>
        </p: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6D70D5BE-6ECD-3E2E-365E-E9028700153C}"/>
                </a:ext>
              </a:extLst>
            </p:cNvPr>
            <p:cNvCxnSpPr>
              <a:cxnSpLocks/>
              <a:stCxn id="29" idx="3"/>
              <a:endCxn id="17" idx="2"/>
            </p:cNvCxnSpPr>
            <p:nvPr/>
          </p:nvCxnSpPr>
          <p:spPr>
            <a:xfrm flipV="1">
              <a:off x="4485313" y="3794441"/>
              <a:ext cx="2026452" cy="818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7D9DADAC-E51A-39F4-F3B5-89FD5B2A2B99}"/>
                </a:ext>
              </a:extLst>
            </p:cNvPr>
            <p:cNvCxnSpPr>
              <a:cxnSpLocks/>
              <a:stCxn id="18" idx="2"/>
              <a:endCxn id="20" idx="0"/>
            </p:cNvCxnSpPr>
            <p:nvPr/>
          </p:nvCxnSpPr>
          <p:spPr>
            <a:xfrm>
              <a:off x="6703553" y="4791590"/>
              <a:ext cx="171" cy="45145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2CDC6F95-5AFE-11A9-0039-537E59DD8C01}"/>
                </a:ext>
              </a:extLst>
            </p:cNvPr>
            <p:cNvCxnSpPr>
              <a:cxnSpLocks/>
              <a:stCxn id="20" idx="3"/>
              <a:endCxn id="25" idx="1"/>
            </p:cNvCxnSpPr>
            <p:nvPr/>
          </p:nvCxnSpPr>
          <p:spPr>
            <a:xfrm>
              <a:off x="7387167" y="5686106"/>
              <a:ext cx="641210" cy="1419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1" name="文本框 130">
              <a:extLst>
                <a:ext uri="{FF2B5EF4-FFF2-40B4-BE49-F238E27FC236}">
                  <a16:creationId xmlns:a16="http://schemas.microsoft.com/office/drawing/2014/main" id="{2CE37C69-25F0-BBDA-4571-FC8039BDC1B9}"/>
                </a:ext>
              </a:extLst>
            </p:cNvPr>
            <p:cNvSpPr txBox="1"/>
            <p:nvPr/>
          </p:nvSpPr>
          <p:spPr>
            <a:xfrm>
              <a:off x="7387167" y="5378328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/>
                <a:t>合格</a:t>
              </a:r>
            </a:p>
          </p:txBody>
        </p:sp>
        <p:cxnSp>
          <p:nvCxnSpPr>
            <p:cNvPr id="132" name="直接箭头连接符 71">
              <a:extLst>
                <a:ext uri="{FF2B5EF4-FFF2-40B4-BE49-F238E27FC236}">
                  <a16:creationId xmlns:a16="http://schemas.microsoft.com/office/drawing/2014/main" id="{359DC6F5-0249-9B02-1016-4C9246D91109}"/>
                </a:ext>
              </a:extLst>
            </p:cNvPr>
            <p:cNvCxnSpPr>
              <a:cxnSpLocks/>
              <a:stCxn id="20" idx="2"/>
              <a:endCxn id="18" idx="1"/>
            </p:cNvCxnSpPr>
            <p:nvPr/>
          </p:nvCxnSpPr>
          <p:spPr>
            <a:xfrm rot="5400000" flipH="1">
              <a:off x="5509306" y="4934748"/>
              <a:ext cx="1620380" cy="768456"/>
            </a:xfrm>
            <a:prstGeom prst="bentConnector4">
              <a:avLst>
                <a:gd name="adj1" fmla="val -14108"/>
                <a:gd name="adj2" fmla="val 233040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5" name="文本框 134">
              <a:extLst>
                <a:ext uri="{FF2B5EF4-FFF2-40B4-BE49-F238E27FC236}">
                  <a16:creationId xmlns:a16="http://schemas.microsoft.com/office/drawing/2014/main" id="{893B5E2A-BEAA-F22E-0D43-B1BDF8E276FF}"/>
                </a:ext>
              </a:extLst>
            </p:cNvPr>
            <p:cNvSpPr txBox="1"/>
            <p:nvPr/>
          </p:nvSpPr>
          <p:spPr>
            <a:xfrm>
              <a:off x="6864432" y="3621341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融合</a:t>
              </a:r>
            </a:p>
          </p:txBody>
        </p:sp>
        <p:sp>
          <p:nvSpPr>
            <p:cNvPr id="138" name="流程图: 手动操作 137">
              <a:extLst>
                <a:ext uri="{FF2B5EF4-FFF2-40B4-BE49-F238E27FC236}">
                  <a16:creationId xmlns:a16="http://schemas.microsoft.com/office/drawing/2014/main" id="{E4D40DF3-C2EF-0A2D-5F6F-1DA69A091636}"/>
                </a:ext>
              </a:extLst>
            </p:cNvPr>
            <p:cNvSpPr/>
            <p:nvPr/>
          </p:nvSpPr>
          <p:spPr>
            <a:xfrm>
              <a:off x="3259365" y="5046010"/>
              <a:ext cx="898745" cy="356489"/>
            </a:xfrm>
            <a:prstGeom prst="flowChartManualOperation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构建</a:t>
              </a:r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7C572431-69DF-FA28-1D2E-80462E2C835A}"/>
                </a:ext>
              </a:extLst>
            </p:cNvPr>
            <p:cNvCxnSpPr>
              <a:cxnSpLocks/>
              <a:stCxn id="138" idx="0"/>
              <a:endCxn id="29" idx="2"/>
            </p:cNvCxnSpPr>
            <p:nvPr/>
          </p:nvCxnSpPr>
          <p:spPr>
            <a:xfrm flipV="1">
              <a:off x="3708738" y="4086927"/>
              <a:ext cx="1" cy="95908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2" name="直接箭头连接符 151">
              <a:extLst>
                <a:ext uri="{FF2B5EF4-FFF2-40B4-BE49-F238E27FC236}">
                  <a16:creationId xmlns:a16="http://schemas.microsoft.com/office/drawing/2014/main" id="{017A3C69-6D50-C268-866C-CAB90D4E1A4A}"/>
                </a:ext>
              </a:extLst>
            </p:cNvPr>
            <p:cNvCxnSpPr>
              <a:cxnSpLocks/>
              <a:stCxn id="44" idx="4"/>
              <a:endCxn id="40" idx="3"/>
            </p:cNvCxnSpPr>
            <p:nvPr/>
          </p:nvCxnSpPr>
          <p:spPr>
            <a:xfrm>
              <a:off x="10571703" y="1765785"/>
              <a:ext cx="3494" cy="354616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直接箭头连接符 155">
              <a:extLst>
                <a:ext uri="{FF2B5EF4-FFF2-40B4-BE49-F238E27FC236}">
                  <a16:creationId xmlns:a16="http://schemas.microsoft.com/office/drawing/2014/main" id="{66F0000C-436A-C06D-27F9-DE4F67B599DC}"/>
                </a:ext>
              </a:extLst>
            </p:cNvPr>
            <p:cNvCxnSpPr>
              <a:cxnSpLocks/>
              <a:stCxn id="40" idx="1"/>
              <a:endCxn id="43" idx="0"/>
            </p:cNvCxnSpPr>
            <p:nvPr/>
          </p:nvCxnSpPr>
          <p:spPr>
            <a:xfrm flipH="1">
              <a:off x="10572661" y="2734064"/>
              <a:ext cx="2536" cy="470946"/>
            </a:xfrm>
            <a:prstGeom prst="straightConnector1">
              <a:avLst/>
            </a:prstGeom>
            <a:ln w="19050" cmpd="sng">
              <a:prstDash val="lgDashDot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直接箭头连接符 158">
              <a:extLst>
                <a:ext uri="{FF2B5EF4-FFF2-40B4-BE49-F238E27FC236}">
                  <a16:creationId xmlns:a16="http://schemas.microsoft.com/office/drawing/2014/main" id="{FE01A50F-BAFE-99F0-3E12-440362AA7D42}"/>
                </a:ext>
              </a:extLst>
            </p:cNvPr>
            <p:cNvCxnSpPr>
              <a:cxnSpLocks/>
              <a:stCxn id="43" idx="2"/>
              <a:endCxn id="45" idx="3"/>
            </p:cNvCxnSpPr>
            <p:nvPr/>
          </p:nvCxnSpPr>
          <p:spPr>
            <a:xfrm>
              <a:off x="10572661" y="3770618"/>
              <a:ext cx="2536" cy="429395"/>
            </a:xfrm>
            <a:prstGeom prst="straightConnector1">
              <a:avLst/>
            </a:prstGeom>
            <a:ln w="19050">
              <a:prstDash val="lgDashDotDot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3" name="右大括号 162">
              <a:extLst>
                <a:ext uri="{FF2B5EF4-FFF2-40B4-BE49-F238E27FC236}">
                  <a16:creationId xmlns:a16="http://schemas.microsoft.com/office/drawing/2014/main" id="{F1CEBB07-F8F2-F641-9617-C5F1F4BA283F}"/>
                </a:ext>
              </a:extLst>
            </p:cNvPr>
            <p:cNvSpPr/>
            <p:nvPr/>
          </p:nvSpPr>
          <p:spPr>
            <a:xfrm>
              <a:off x="11270797" y="2554817"/>
              <a:ext cx="302257" cy="1785407"/>
            </a:xfrm>
            <a:prstGeom prst="rightBrace">
              <a:avLst>
                <a:gd name="adj1" fmla="val 51050"/>
                <a:gd name="adj2" fmla="val 48400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64" name="直接箭头连接符 163">
              <a:extLst>
                <a:ext uri="{FF2B5EF4-FFF2-40B4-BE49-F238E27FC236}">
                  <a16:creationId xmlns:a16="http://schemas.microsoft.com/office/drawing/2014/main" id="{B093260C-C376-6A6C-C98B-E8465BCE367D}"/>
                </a:ext>
              </a:extLst>
            </p:cNvPr>
            <p:cNvCxnSpPr>
              <a:cxnSpLocks/>
              <a:stCxn id="45" idx="1"/>
              <a:endCxn id="47" idx="1"/>
            </p:cNvCxnSpPr>
            <p:nvPr/>
          </p:nvCxnSpPr>
          <p:spPr>
            <a:xfrm>
              <a:off x="10575197" y="4704013"/>
              <a:ext cx="18274" cy="46631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7" name="流程图: 终止 186">
              <a:extLst>
                <a:ext uri="{FF2B5EF4-FFF2-40B4-BE49-F238E27FC236}">
                  <a16:creationId xmlns:a16="http://schemas.microsoft.com/office/drawing/2014/main" id="{3CCF92C9-76E6-1C6B-406D-9EBD22768A3B}"/>
                </a:ext>
              </a:extLst>
            </p:cNvPr>
            <p:cNvSpPr/>
            <p:nvPr/>
          </p:nvSpPr>
          <p:spPr>
            <a:xfrm>
              <a:off x="10936343" y="6203590"/>
              <a:ext cx="1040777" cy="414902"/>
            </a:xfrm>
            <a:prstGeom prst="flowChartTerminator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结束</a:t>
              </a:r>
            </a:p>
          </p:txBody>
        </p:sp>
        <p:cxnSp>
          <p:nvCxnSpPr>
            <p:cNvPr id="188" name="直接箭头连接符 71">
              <a:extLst>
                <a:ext uri="{FF2B5EF4-FFF2-40B4-BE49-F238E27FC236}">
                  <a16:creationId xmlns:a16="http://schemas.microsoft.com/office/drawing/2014/main" id="{B862C8CB-88C3-502E-D078-A81CFDD1BFDE}"/>
                </a:ext>
              </a:extLst>
            </p:cNvPr>
            <p:cNvCxnSpPr>
              <a:cxnSpLocks/>
              <a:stCxn id="47" idx="5"/>
              <a:endCxn id="187" idx="0"/>
            </p:cNvCxnSpPr>
            <p:nvPr/>
          </p:nvCxnSpPr>
          <p:spPr>
            <a:xfrm>
              <a:off x="11078751" y="5443406"/>
              <a:ext cx="377981" cy="76018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05196792-8EC3-816E-92C9-9A51AE5300E8}"/>
                </a:ext>
              </a:extLst>
            </p:cNvPr>
            <p:cNvSpPr/>
            <p:nvPr/>
          </p:nvSpPr>
          <p:spPr>
            <a:xfrm>
              <a:off x="-70989" y="138593"/>
              <a:ext cx="1261884" cy="52322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2800" dirty="0">
                  <a:ln w="0"/>
                  <a:gradFill>
                    <a:gsLst>
                      <a:gs pos="0">
                        <a:schemeClr val="accent5">
                          <a:lumMod val="50000"/>
                        </a:schemeClr>
                      </a:gs>
                      <a:gs pos="50000">
                        <a:schemeClr val="accent5"/>
                      </a:gs>
                      <a:gs pos="100000">
                        <a:schemeClr val="accent5">
                          <a:lumMod val="60000"/>
                          <a:lumOff val="40000"/>
                        </a:schemeClr>
                      </a:gs>
                    </a:gsLst>
                    <a:lin ang="5400000"/>
                  </a:gradFill>
                  <a:effectLst>
                    <a:reflection blurRad="6350" stA="53000" endA="300" endPos="35500" dir="5400000" sy="-90000" algn="bl" rotWithShape="0"/>
                  </a:effectLst>
                </a:rPr>
                <a:t>数据层</a:t>
              </a:r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C90C603E-B752-1166-FC04-8357F9CC287B}"/>
                </a:ext>
              </a:extLst>
            </p:cNvPr>
            <p:cNvSpPr/>
            <p:nvPr/>
          </p:nvSpPr>
          <p:spPr>
            <a:xfrm>
              <a:off x="4727727" y="138593"/>
              <a:ext cx="1261885" cy="52322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2800" dirty="0">
                  <a:ln w="0"/>
                  <a:solidFill>
                    <a:srgbClr val="9966FF"/>
                  </a:solidFill>
                  <a:effectLst>
                    <a:reflection blurRad="6350" stA="53000" endA="300" endPos="35500" dir="5400000" sy="-90000" algn="bl" rotWithShape="0"/>
                  </a:effectLst>
                </a:rPr>
                <a:t>推理层</a:t>
              </a:r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648D7B91-C2C1-D9C6-E768-E64C003768F0}"/>
                </a:ext>
              </a:extLst>
            </p:cNvPr>
            <p:cNvSpPr/>
            <p:nvPr/>
          </p:nvSpPr>
          <p:spPr>
            <a:xfrm>
              <a:off x="9823890" y="150239"/>
              <a:ext cx="1261884" cy="52322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CN" altLang="en-US" sz="2800" dirty="0">
                  <a:ln w="0"/>
                  <a:solidFill>
                    <a:schemeClr val="accent2">
                      <a:lumMod val="75000"/>
                    </a:schemeClr>
                  </a:solidFill>
                  <a:effectLst>
                    <a:reflection blurRad="6350" stA="53000" endA="300" endPos="35500" dir="5400000" sy="-90000" algn="bl" rotWithShape="0"/>
                  </a:effectLst>
                </a:rPr>
                <a:t>交互层</a:t>
              </a:r>
            </a:p>
          </p:txBody>
        </p:sp>
        <p:cxnSp>
          <p:nvCxnSpPr>
            <p:cNvPr id="201" name="直接箭头连接符 71">
              <a:extLst>
                <a:ext uri="{FF2B5EF4-FFF2-40B4-BE49-F238E27FC236}">
                  <a16:creationId xmlns:a16="http://schemas.microsoft.com/office/drawing/2014/main" id="{F143399B-863A-D47C-0D4B-A681DE0EC6D3}"/>
                </a:ext>
              </a:extLst>
            </p:cNvPr>
            <p:cNvCxnSpPr>
              <a:cxnSpLocks/>
              <a:stCxn id="29" idx="0"/>
              <a:endCxn id="10" idx="1"/>
            </p:cNvCxnSpPr>
            <p:nvPr/>
          </p:nvCxnSpPr>
          <p:spPr>
            <a:xfrm rot="5400000" flipH="1" flipV="1">
              <a:off x="4473421" y="-113199"/>
              <a:ext cx="2866843" cy="4396206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3" name="文本框 202">
              <a:extLst>
                <a:ext uri="{FF2B5EF4-FFF2-40B4-BE49-F238E27FC236}">
                  <a16:creationId xmlns:a16="http://schemas.microsoft.com/office/drawing/2014/main" id="{0B7052D9-F3F1-E362-7117-67CA7BA386EB}"/>
                </a:ext>
              </a:extLst>
            </p:cNvPr>
            <p:cNvSpPr txBox="1"/>
            <p:nvPr/>
          </p:nvSpPr>
          <p:spPr>
            <a:xfrm>
              <a:off x="4936780" y="3478607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/>
                <a:t>训练阶段</a:t>
              </a:r>
            </a:p>
          </p:txBody>
        </p:sp>
        <p:sp>
          <p:nvSpPr>
            <p:cNvPr id="225" name="文本框 224">
              <a:extLst>
                <a:ext uri="{FF2B5EF4-FFF2-40B4-BE49-F238E27FC236}">
                  <a16:creationId xmlns:a16="http://schemas.microsoft.com/office/drawing/2014/main" id="{730C5F08-4040-74C5-5FCD-C248C10E84F9}"/>
                </a:ext>
              </a:extLst>
            </p:cNvPr>
            <p:cNvSpPr txBox="1"/>
            <p:nvPr/>
          </p:nvSpPr>
          <p:spPr>
            <a:xfrm>
              <a:off x="11301924" y="1218396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可选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文本输入</a:t>
              </a:r>
              <a:endParaRPr lang="en-US" altLang="zh-CN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28" name="文本框 227">
              <a:extLst>
                <a:ext uri="{FF2B5EF4-FFF2-40B4-BE49-F238E27FC236}">
                  <a16:creationId xmlns:a16="http://schemas.microsoft.com/office/drawing/2014/main" id="{1DAA913C-7017-F3B9-B17C-2C5683A709E9}"/>
                </a:ext>
              </a:extLst>
            </p:cNvPr>
            <p:cNvSpPr txBox="1"/>
            <p:nvPr/>
          </p:nvSpPr>
          <p:spPr>
            <a:xfrm>
              <a:off x="3621015" y="3112319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zh-CN" altLang="en-US" sz="1400" dirty="0"/>
                <a:t>测试阶段</a:t>
              </a:r>
            </a:p>
          </p:txBody>
        </p:sp>
        <p:sp>
          <p:nvSpPr>
            <p:cNvPr id="10" name="流程图: 过程 9">
              <a:extLst>
                <a:ext uri="{FF2B5EF4-FFF2-40B4-BE49-F238E27FC236}">
                  <a16:creationId xmlns:a16="http://schemas.microsoft.com/office/drawing/2014/main" id="{7C1A82C7-C335-6F9F-E9DB-6AE643D577F8}"/>
                </a:ext>
              </a:extLst>
            </p:cNvPr>
            <p:cNvSpPr/>
            <p:nvPr/>
          </p:nvSpPr>
          <p:spPr>
            <a:xfrm>
              <a:off x="8104945" y="368678"/>
              <a:ext cx="1536569" cy="565608"/>
            </a:xfrm>
            <a:prstGeom prst="flowChartProcess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0" tIns="46800" rIns="0" rtlCol="0" anchor="ctr"/>
            <a:lstStyle/>
            <a:p>
              <a:pPr algn="ctr"/>
              <a:r>
                <a:rPr lang="en-US" altLang="zh-CN" dirty="0">
                  <a:latin typeface="宋体" panose="02010600030101010101" pitchFamily="2" charset="-122"/>
                  <a:ea typeface="宋体" panose="02010600030101010101" pitchFamily="2" charset="-122"/>
                </a:rPr>
                <a:t>OWL</a:t>
              </a:r>
              <a:r>
                <a:rPr lang="zh-CN" altLang="en-US" dirty="0">
                  <a:latin typeface="宋体" panose="02010600030101010101" pitchFamily="2" charset="-122"/>
                  <a:ea typeface="宋体" panose="02010600030101010101" pitchFamily="2" charset="-122"/>
                </a:rPr>
                <a:t>语言表示的推理补充</a:t>
              </a:r>
              <a:endParaRPr lang="en-US" altLang="zh-CN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22" name="直接箭头连接符 71">
              <a:extLst>
                <a:ext uri="{FF2B5EF4-FFF2-40B4-BE49-F238E27FC236}">
                  <a16:creationId xmlns:a16="http://schemas.microsoft.com/office/drawing/2014/main" id="{4D1C46FC-95F8-D641-AA6C-C117057CB361}"/>
                </a:ext>
              </a:extLst>
            </p:cNvPr>
            <p:cNvCxnSpPr>
              <a:cxnSpLocks/>
              <a:stCxn id="10" idx="3"/>
              <a:endCxn id="44" idx="1"/>
            </p:cNvCxnSpPr>
            <p:nvPr/>
          </p:nvCxnSpPr>
          <p:spPr>
            <a:xfrm>
              <a:off x="9641514" y="651482"/>
              <a:ext cx="930189" cy="568140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5129AE1F-7FDC-99BA-1DE7-0CB24B0D49FC}"/>
                </a:ext>
              </a:extLst>
            </p:cNvPr>
            <p:cNvCxnSpPr>
              <a:cxnSpLocks/>
              <a:stCxn id="14" idx="2"/>
              <a:endCxn id="98" idx="0"/>
            </p:cNvCxnSpPr>
            <p:nvPr/>
          </p:nvCxnSpPr>
          <p:spPr>
            <a:xfrm flipH="1">
              <a:off x="6703278" y="2417939"/>
              <a:ext cx="751" cy="35228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B4E11740-7D02-1746-D4E2-584C18FD96B3}"/>
                </a:ext>
              </a:extLst>
            </p:cNvPr>
            <p:cNvCxnSpPr>
              <a:cxnSpLocks/>
              <a:stCxn id="98" idx="2"/>
              <a:endCxn id="17" idx="0"/>
            </p:cNvCxnSpPr>
            <p:nvPr/>
          </p:nvCxnSpPr>
          <p:spPr>
            <a:xfrm flipH="1">
              <a:off x="6700301" y="3338823"/>
              <a:ext cx="2977" cy="26708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AE095375-2EAD-EA77-6B2A-3FAB38E749FD}"/>
                </a:ext>
              </a:extLst>
            </p:cNvPr>
            <p:cNvCxnSpPr>
              <a:cxnSpLocks/>
              <a:stCxn id="17" idx="4"/>
              <a:endCxn id="18" idx="0"/>
            </p:cNvCxnSpPr>
            <p:nvPr/>
          </p:nvCxnSpPr>
          <p:spPr>
            <a:xfrm>
              <a:off x="6700301" y="3982977"/>
              <a:ext cx="3252" cy="24300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" name="直接箭头连接符 90">
            <a:extLst>
              <a:ext uri="{FF2B5EF4-FFF2-40B4-BE49-F238E27FC236}">
                <a16:creationId xmlns:a16="http://schemas.microsoft.com/office/drawing/2014/main" id="{1DBA6820-1252-92E8-D102-A3D5C3EC9080}"/>
              </a:ext>
            </a:extLst>
          </p:cNvPr>
          <p:cNvCxnSpPr>
            <a:cxnSpLocks/>
            <a:stCxn id="34" idx="0"/>
            <a:endCxn id="14" idx="3"/>
          </p:cNvCxnSpPr>
          <p:nvPr/>
        </p:nvCxnSpPr>
        <p:spPr>
          <a:xfrm rot="16200000" flipV="1">
            <a:off x="7561795" y="2045654"/>
            <a:ext cx="960033" cy="1138995"/>
          </a:xfrm>
          <a:prstGeom prst="bentConnector2">
            <a:avLst/>
          </a:prstGeom>
          <a:ln w="50800" cmpd="dbl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90">
            <a:extLst>
              <a:ext uri="{FF2B5EF4-FFF2-40B4-BE49-F238E27FC236}">
                <a16:creationId xmlns:a16="http://schemas.microsoft.com/office/drawing/2014/main" id="{690FF6BF-02A4-19F6-A5BD-FF705ED13C21}"/>
              </a:ext>
            </a:extLst>
          </p:cNvPr>
          <p:cNvCxnSpPr>
            <a:cxnSpLocks/>
            <a:endCxn id="40" idx="2"/>
          </p:cNvCxnSpPr>
          <p:nvPr/>
        </p:nvCxnSpPr>
        <p:spPr>
          <a:xfrm>
            <a:off x="8611309" y="2427233"/>
            <a:ext cx="1301900" cy="0"/>
          </a:xfrm>
          <a:prstGeom prst="straightConnector1">
            <a:avLst/>
          </a:prstGeom>
          <a:ln w="50800" cmpd="dbl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箭头连接符 90">
            <a:extLst>
              <a:ext uri="{FF2B5EF4-FFF2-40B4-BE49-F238E27FC236}">
                <a16:creationId xmlns:a16="http://schemas.microsoft.com/office/drawing/2014/main" id="{899A3D1C-EBFB-03F6-DB0F-623C075D0DDA}"/>
              </a:ext>
            </a:extLst>
          </p:cNvPr>
          <p:cNvCxnSpPr>
            <a:cxnSpLocks/>
            <a:stCxn id="34" idx="2"/>
            <a:endCxn id="25" idx="0"/>
          </p:cNvCxnSpPr>
          <p:nvPr/>
        </p:nvCxnSpPr>
        <p:spPr>
          <a:xfrm>
            <a:off x="8611308" y="3742868"/>
            <a:ext cx="7619" cy="1633583"/>
          </a:xfrm>
          <a:prstGeom prst="straightConnector1">
            <a:avLst/>
          </a:prstGeom>
          <a:ln w="50800" cmpd="dbl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90">
            <a:extLst>
              <a:ext uri="{FF2B5EF4-FFF2-40B4-BE49-F238E27FC236}">
                <a16:creationId xmlns:a16="http://schemas.microsoft.com/office/drawing/2014/main" id="{A498A888-1C6B-E9E1-AEB8-D2AD31A17A85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7471837" y="4508786"/>
            <a:ext cx="1105858" cy="0"/>
          </a:xfrm>
          <a:prstGeom prst="straightConnector1">
            <a:avLst/>
          </a:prstGeom>
          <a:ln w="50800" cmpd="dbl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90">
            <a:extLst>
              <a:ext uri="{FF2B5EF4-FFF2-40B4-BE49-F238E27FC236}">
                <a16:creationId xmlns:a16="http://schemas.microsoft.com/office/drawing/2014/main" id="{111BD279-EB0B-337F-9C3A-D893CBB781FC}"/>
              </a:ext>
            </a:extLst>
          </p:cNvPr>
          <p:cNvCxnSpPr>
            <a:cxnSpLocks/>
            <a:stCxn id="34" idx="3"/>
            <a:endCxn id="195" idx="1"/>
          </p:cNvCxnSpPr>
          <p:nvPr/>
        </p:nvCxnSpPr>
        <p:spPr>
          <a:xfrm>
            <a:off x="8936777" y="3419018"/>
            <a:ext cx="863777" cy="7931"/>
          </a:xfrm>
          <a:prstGeom prst="straightConnector1">
            <a:avLst/>
          </a:prstGeom>
          <a:ln w="50800" cmpd="dbl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393854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2B9F2-B109-2AF4-A4BE-66FA9BF23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流程图: 过程 122">
            <a:extLst>
              <a:ext uri="{FF2B5EF4-FFF2-40B4-BE49-F238E27FC236}">
                <a16:creationId xmlns:a16="http://schemas.microsoft.com/office/drawing/2014/main" id="{0F13215E-DEF1-018B-BDEE-8D17787B9C6C}"/>
              </a:ext>
            </a:extLst>
          </p:cNvPr>
          <p:cNvSpPr/>
          <p:nvPr/>
        </p:nvSpPr>
        <p:spPr>
          <a:xfrm>
            <a:off x="0" y="-698970"/>
            <a:ext cx="12192000" cy="7556970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4" name="流程图: 过程 123">
            <a:extLst>
              <a:ext uri="{FF2B5EF4-FFF2-40B4-BE49-F238E27FC236}">
                <a16:creationId xmlns:a16="http://schemas.microsoft.com/office/drawing/2014/main" id="{D1376D65-0285-F339-ED3E-C49DD29A4EEC}"/>
              </a:ext>
            </a:extLst>
          </p:cNvPr>
          <p:cNvSpPr/>
          <p:nvPr/>
        </p:nvSpPr>
        <p:spPr>
          <a:xfrm>
            <a:off x="5791200" y="3085442"/>
            <a:ext cx="6223000" cy="3277258"/>
          </a:xfrm>
          <a:prstGeom prst="flowChartProcess">
            <a:avLst/>
          </a:prstGeom>
          <a:ln w="1905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165" name="表格 164">
            <a:extLst>
              <a:ext uri="{FF2B5EF4-FFF2-40B4-BE49-F238E27FC236}">
                <a16:creationId xmlns:a16="http://schemas.microsoft.com/office/drawing/2014/main" id="{2B85E7C8-FC22-DC65-E754-D670CC6A7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355426"/>
              </p:ext>
            </p:extLst>
          </p:nvPr>
        </p:nvGraphicFramePr>
        <p:xfrm>
          <a:off x="840991" y="2903335"/>
          <a:ext cx="3960000" cy="39546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7339649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91563925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93817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966937"/>
                  </a:ext>
                </a:extLst>
              </a:tr>
            </a:tbl>
          </a:graphicData>
        </a:graphic>
      </p:graphicFrame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ACA495C2-C660-7380-7CC1-5B84CBF30541}"/>
              </a:ext>
            </a:extLst>
          </p:cNvPr>
          <p:cNvCxnSpPr/>
          <p:nvPr/>
        </p:nvCxnSpPr>
        <p:spPr>
          <a:xfrm>
            <a:off x="742708" y="2812778"/>
            <a:ext cx="1512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0E679EF5-9CA0-EC32-12AC-D71AACDB4CC9}"/>
                  </a:ext>
                </a:extLst>
              </p:cNvPr>
              <p:cNvSpPr txBox="1"/>
              <p:nvPr/>
            </p:nvSpPr>
            <p:spPr>
              <a:xfrm>
                <a:off x="1498708" y="2458835"/>
                <a:ext cx="465127" cy="3956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</m:oMath>
                  </m:oMathPara>
                </a14:m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0E679EF5-9CA0-EC32-12AC-D71AACDB4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8708" y="2458835"/>
                <a:ext cx="465127" cy="395621"/>
              </a:xfrm>
              <a:prstGeom prst="rect">
                <a:avLst/>
              </a:prstGeom>
              <a:blipFill>
                <a:blip r:embed="rId2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AF7A6102-1A34-CF46-6695-0F630A2F056A}"/>
              </a:ext>
            </a:extLst>
          </p:cNvPr>
          <p:cNvCxnSpPr>
            <a:cxnSpLocks/>
          </p:cNvCxnSpPr>
          <p:nvPr/>
        </p:nvCxnSpPr>
        <p:spPr>
          <a:xfrm rot="5400000">
            <a:off x="-13292" y="3571847"/>
            <a:ext cx="1512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A4B3A39-4946-95F9-E2AB-ED3444163F9B}"/>
                  </a:ext>
                </a:extLst>
              </p:cNvPr>
              <p:cNvSpPr txBox="1"/>
              <p:nvPr/>
            </p:nvSpPr>
            <p:spPr>
              <a:xfrm>
                <a:off x="369717" y="3923397"/>
                <a:ext cx="4603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A4B3A39-4946-95F9-E2AB-ED3444163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7" y="3923397"/>
                <a:ext cx="460319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1" name="组合 50">
            <a:extLst>
              <a:ext uri="{FF2B5EF4-FFF2-40B4-BE49-F238E27FC236}">
                <a16:creationId xmlns:a16="http://schemas.microsoft.com/office/drawing/2014/main" id="{F451D5BC-AB1C-7BA8-0D3B-F7B44DB90A13}"/>
              </a:ext>
            </a:extLst>
          </p:cNvPr>
          <p:cNvGrpSpPr/>
          <p:nvPr/>
        </p:nvGrpSpPr>
        <p:grpSpPr>
          <a:xfrm>
            <a:off x="824994" y="64429"/>
            <a:ext cx="11240609" cy="2709000"/>
            <a:chOff x="372991" y="69551"/>
            <a:chExt cx="11240609" cy="2709000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C3F24E00-FA8F-60B4-7343-BB67F44BA8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8B40B7E4-7457-DCF6-6A9E-27C6923D11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0C651183-18EF-E6D0-404F-783EEE7CCE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3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3DE8B7C4-401A-6047-83C2-6EB19F3E485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3BDD4C0A-06C4-D48D-D7DA-A07F835240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69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BA7BAC27-E5B3-4642-905E-B61F44AE23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7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DCFE99F-A45C-2FC2-FBE6-277B08AE7B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5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7D252795-5292-A872-A38B-CC56628471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3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76A8A523-6ACC-4D89-F851-4B7CD0C4D5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1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879B2CF-7E07-8282-1747-9C800ED7EDD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2991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784DE921-3C40-66C3-7136-5382D6327E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FF3E74A4-E36E-9EEA-6934-3C9981365D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EFAA21E0-717D-B94F-F41E-748F65388F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3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901DF19D-5456-566E-4F92-B62D4CC781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F214C83C-A155-4C82-0B2C-84EFBAD98A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69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1494235F-FE21-6E66-1DA0-04ED3C19E6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7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59971946-7ABA-0EC8-770C-746211D15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85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8F500C7D-4444-3C4E-7013-FFFCEAD252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3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374B1F24-B55D-E1AC-72C3-C4CF9F08D4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01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338AA33D-AF3C-59FA-5471-1A0E8C93BA9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2991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BD3838AC-E3E7-89BA-8321-7FD0B2FB3BE7}"/>
                </a:ext>
              </a:extLst>
            </p:cNvPr>
            <p:cNvCxnSpPr>
              <a:cxnSpLocks/>
              <a:stCxn id="4" idx="4"/>
              <a:endCxn id="26" idx="0"/>
            </p:cNvCxnSpPr>
            <p:nvPr/>
          </p:nvCxnSpPr>
          <p:spPr>
            <a:xfrm>
              <a:off x="588991" y="501551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0E31435B-412A-4383-706F-9556218F4825}"/>
                </a:ext>
              </a:extLst>
            </p:cNvPr>
            <p:cNvCxnSpPr>
              <a:cxnSpLocks/>
              <a:stCxn id="4" idx="4"/>
              <a:endCxn id="27" idx="0"/>
            </p:cNvCxnSpPr>
            <p:nvPr/>
          </p:nvCxnSpPr>
          <p:spPr>
            <a:xfrm>
              <a:off x="588991" y="501551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D2572CFE-B0B0-A0D2-C6D0-BBA38065A784}"/>
                </a:ext>
              </a:extLst>
            </p:cNvPr>
            <p:cNvCxnSpPr>
              <a:cxnSpLocks/>
              <a:stCxn id="4" idx="4"/>
              <a:endCxn id="28" idx="0"/>
            </p:cNvCxnSpPr>
            <p:nvPr/>
          </p:nvCxnSpPr>
          <p:spPr>
            <a:xfrm>
              <a:off x="588991" y="501551"/>
              <a:ext cx="32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B6E9CDE0-A3F5-630D-6344-5FD8879FE972}"/>
                </a:ext>
              </a:extLst>
            </p:cNvPr>
            <p:cNvCxnSpPr>
              <a:cxnSpLocks/>
              <a:stCxn id="4" idx="4"/>
              <a:endCxn id="29" idx="0"/>
            </p:cNvCxnSpPr>
            <p:nvPr/>
          </p:nvCxnSpPr>
          <p:spPr>
            <a:xfrm>
              <a:off x="588991" y="501551"/>
              <a:ext cx="43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A27125AD-767A-AFE3-B4F7-3D6AF05962F3}"/>
                </a:ext>
              </a:extLst>
            </p:cNvPr>
            <p:cNvCxnSpPr>
              <a:cxnSpLocks/>
              <a:stCxn id="4" idx="4"/>
              <a:endCxn id="30" idx="0"/>
            </p:cNvCxnSpPr>
            <p:nvPr/>
          </p:nvCxnSpPr>
          <p:spPr>
            <a:xfrm>
              <a:off x="588991" y="501551"/>
              <a:ext cx="540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A28A6E60-499E-D823-1B16-AC676B8A99FF}"/>
                </a:ext>
              </a:extLst>
            </p:cNvPr>
            <p:cNvCxnSpPr>
              <a:cxnSpLocks/>
              <a:stCxn id="4" idx="4"/>
              <a:endCxn id="31" idx="0"/>
            </p:cNvCxnSpPr>
            <p:nvPr/>
          </p:nvCxnSpPr>
          <p:spPr>
            <a:xfrm>
              <a:off x="588991" y="501551"/>
              <a:ext cx="64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E9961CD5-6089-C3BB-554C-3CFEC57B07DB}"/>
                </a:ext>
              </a:extLst>
            </p:cNvPr>
            <p:cNvCxnSpPr>
              <a:cxnSpLocks/>
              <a:stCxn id="4" idx="4"/>
              <a:endCxn id="32" idx="0"/>
            </p:cNvCxnSpPr>
            <p:nvPr/>
          </p:nvCxnSpPr>
          <p:spPr>
            <a:xfrm>
              <a:off x="588991" y="501551"/>
              <a:ext cx="75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65AA7D56-199A-58D7-7048-DCBCE2C6993B}"/>
                </a:ext>
              </a:extLst>
            </p:cNvPr>
            <p:cNvCxnSpPr>
              <a:cxnSpLocks/>
              <a:stCxn id="4" idx="4"/>
              <a:endCxn id="33" idx="0"/>
            </p:cNvCxnSpPr>
            <p:nvPr/>
          </p:nvCxnSpPr>
          <p:spPr>
            <a:xfrm>
              <a:off x="588991" y="501551"/>
              <a:ext cx="86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6D68D52A-E916-9847-FCEF-F06908072A9E}"/>
                </a:ext>
              </a:extLst>
            </p:cNvPr>
            <p:cNvCxnSpPr>
              <a:cxnSpLocks/>
              <a:stCxn id="4" idx="4"/>
              <a:endCxn id="34" idx="0"/>
            </p:cNvCxnSpPr>
            <p:nvPr/>
          </p:nvCxnSpPr>
          <p:spPr>
            <a:xfrm>
              <a:off x="588991" y="501551"/>
              <a:ext cx="97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3CC50C20-7732-B066-C31C-903FFFF120D0}"/>
                </a:ext>
              </a:extLst>
            </p:cNvPr>
            <p:cNvCxnSpPr>
              <a:cxnSpLocks/>
              <a:stCxn id="5" idx="4"/>
              <a:endCxn id="25" idx="0"/>
            </p:cNvCxnSpPr>
            <p:nvPr/>
          </p:nvCxnSpPr>
          <p:spPr>
            <a:xfrm flipH="1">
              <a:off x="588991" y="501551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直接连接符 69">
              <a:extLst>
                <a:ext uri="{FF2B5EF4-FFF2-40B4-BE49-F238E27FC236}">
                  <a16:creationId xmlns:a16="http://schemas.microsoft.com/office/drawing/2014/main" id="{4C73E183-AA93-C93F-864D-C0CADDA5025A}"/>
                </a:ext>
              </a:extLst>
            </p:cNvPr>
            <p:cNvCxnSpPr>
              <a:cxnSpLocks/>
              <a:stCxn id="5" idx="4"/>
              <a:endCxn id="26" idx="0"/>
            </p:cNvCxnSpPr>
            <p:nvPr/>
          </p:nvCxnSpPr>
          <p:spPr>
            <a:xfrm>
              <a:off x="1668991" y="501551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5FFFE168-73B5-5194-DBFF-F2973AC315CA}"/>
                </a:ext>
              </a:extLst>
            </p:cNvPr>
            <p:cNvCxnSpPr>
              <a:cxnSpLocks/>
              <a:stCxn id="5" idx="4"/>
              <a:endCxn id="27" idx="0"/>
            </p:cNvCxnSpPr>
            <p:nvPr/>
          </p:nvCxnSpPr>
          <p:spPr>
            <a:xfrm>
              <a:off x="1668991" y="501551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A7352E69-CE87-D3D2-44D8-D70F28D533D2}"/>
                </a:ext>
              </a:extLst>
            </p:cNvPr>
            <p:cNvCxnSpPr>
              <a:cxnSpLocks/>
              <a:stCxn id="5" idx="4"/>
              <a:endCxn id="28" idx="0"/>
            </p:cNvCxnSpPr>
            <p:nvPr/>
          </p:nvCxnSpPr>
          <p:spPr>
            <a:xfrm>
              <a:off x="1668991" y="501551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39B1728C-26B5-D799-4382-869632B171A7}"/>
                </a:ext>
              </a:extLst>
            </p:cNvPr>
            <p:cNvCxnSpPr>
              <a:cxnSpLocks/>
              <a:stCxn id="5" idx="4"/>
              <a:endCxn id="29" idx="0"/>
            </p:cNvCxnSpPr>
            <p:nvPr/>
          </p:nvCxnSpPr>
          <p:spPr>
            <a:xfrm>
              <a:off x="1668991" y="501551"/>
              <a:ext cx="32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AB96F7C4-1D90-6C3F-F368-397C44ACF02F}"/>
                </a:ext>
              </a:extLst>
            </p:cNvPr>
            <p:cNvCxnSpPr>
              <a:cxnSpLocks/>
              <a:stCxn id="5" idx="4"/>
              <a:endCxn id="30" idx="0"/>
            </p:cNvCxnSpPr>
            <p:nvPr/>
          </p:nvCxnSpPr>
          <p:spPr>
            <a:xfrm>
              <a:off x="1668991" y="501551"/>
              <a:ext cx="43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直接连接符 85">
              <a:extLst>
                <a:ext uri="{FF2B5EF4-FFF2-40B4-BE49-F238E27FC236}">
                  <a16:creationId xmlns:a16="http://schemas.microsoft.com/office/drawing/2014/main" id="{71248F72-C172-AB8B-252C-8A9014166897}"/>
                </a:ext>
              </a:extLst>
            </p:cNvPr>
            <p:cNvCxnSpPr>
              <a:cxnSpLocks/>
              <a:stCxn id="5" idx="4"/>
              <a:endCxn id="31" idx="0"/>
            </p:cNvCxnSpPr>
            <p:nvPr/>
          </p:nvCxnSpPr>
          <p:spPr>
            <a:xfrm>
              <a:off x="1668991" y="501551"/>
              <a:ext cx="540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直接连接符 88">
              <a:extLst>
                <a:ext uri="{FF2B5EF4-FFF2-40B4-BE49-F238E27FC236}">
                  <a16:creationId xmlns:a16="http://schemas.microsoft.com/office/drawing/2014/main" id="{5FE69D41-ACC8-98FA-8A8B-4C2650944F35}"/>
                </a:ext>
              </a:extLst>
            </p:cNvPr>
            <p:cNvCxnSpPr>
              <a:cxnSpLocks/>
              <a:stCxn id="5" idx="4"/>
              <a:endCxn id="32" idx="0"/>
            </p:cNvCxnSpPr>
            <p:nvPr/>
          </p:nvCxnSpPr>
          <p:spPr>
            <a:xfrm>
              <a:off x="1668991" y="501551"/>
              <a:ext cx="64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5" name="直接连接符 94">
              <a:extLst>
                <a:ext uri="{FF2B5EF4-FFF2-40B4-BE49-F238E27FC236}">
                  <a16:creationId xmlns:a16="http://schemas.microsoft.com/office/drawing/2014/main" id="{D43BC6AC-0EE5-DD5E-31B7-7C70FAF7E91E}"/>
                </a:ext>
              </a:extLst>
            </p:cNvPr>
            <p:cNvCxnSpPr>
              <a:cxnSpLocks/>
              <a:stCxn id="5" idx="4"/>
              <a:endCxn id="33" idx="0"/>
            </p:cNvCxnSpPr>
            <p:nvPr/>
          </p:nvCxnSpPr>
          <p:spPr>
            <a:xfrm>
              <a:off x="1668991" y="501551"/>
              <a:ext cx="75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42C4D575-6EC8-7AD3-22C6-C0C49CDBFC05}"/>
                </a:ext>
              </a:extLst>
            </p:cNvPr>
            <p:cNvCxnSpPr>
              <a:cxnSpLocks/>
              <a:stCxn id="5" idx="4"/>
              <a:endCxn id="34" idx="0"/>
            </p:cNvCxnSpPr>
            <p:nvPr/>
          </p:nvCxnSpPr>
          <p:spPr>
            <a:xfrm>
              <a:off x="1668991" y="501551"/>
              <a:ext cx="86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DD6B39E8-DBF6-75F2-6102-EA420EA1BF11}"/>
                </a:ext>
              </a:extLst>
            </p:cNvPr>
            <p:cNvCxnSpPr>
              <a:cxnSpLocks/>
              <a:stCxn id="6" idx="4"/>
              <a:endCxn id="25" idx="0"/>
            </p:cNvCxnSpPr>
            <p:nvPr/>
          </p:nvCxnSpPr>
          <p:spPr>
            <a:xfrm flipH="1">
              <a:off x="588991" y="501551"/>
              <a:ext cx="21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直接连接符 104">
              <a:extLst>
                <a:ext uri="{FF2B5EF4-FFF2-40B4-BE49-F238E27FC236}">
                  <a16:creationId xmlns:a16="http://schemas.microsoft.com/office/drawing/2014/main" id="{0D4F3E36-D7DD-2FBE-0274-F3D2D1E4BA71}"/>
                </a:ext>
              </a:extLst>
            </p:cNvPr>
            <p:cNvCxnSpPr>
              <a:cxnSpLocks/>
              <a:stCxn id="7" idx="4"/>
              <a:endCxn id="25" idx="0"/>
            </p:cNvCxnSpPr>
            <p:nvPr/>
          </p:nvCxnSpPr>
          <p:spPr>
            <a:xfrm flipH="1">
              <a:off x="588991" y="501551"/>
              <a:ext cx="32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直接连接符 109">
              <a:extLst>
                <a:ext uri="{FF2B5EF4-FFF2-40B4-BE49-F238E27FC236}">
                  <a16:creationId xmlns:a16="http://schemas.microsoft.com/office/drawing/2014/main" id="{E0264DE4-ECA4-82E6-8272-4C3596133E22}"/>
                </a:ext>
              </a:extLst>
            </p:cNvPr>
            <p:cNvCxnSpPr>
              <a:cxnSpLocks/>
              <a:stCxn id="8" idx="4"/>
              <a:endCxn id="25" idx="0"/>
            </p:cNvCxnSpPr>
            <p:nvPr/>
          </p:nvCxnSpPr>
          <p:spPr>
            <a:xfrm flipH="1">
              <a:off x="588991" y="501551"/>
              <a:ext cx="43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直接连接符 112">
              <a:extLst>
                <a:ext uri="{FF2B5EF4-FFF2-40B4-BE49-F238E27FC236}">
                  <a16:creationId xmlns:a16="http://schemas.microsoft.com/office/drawing/2014/main" id="{26570F39-A871-7E7A-CA7E-94FEF2662578}"/>
                </a:ext>
              </a:extLst>
            </p:cNvPr>
            <p:cNvCxnSpPr>
              <a:cxnSpLocks/>
              <a:stCxn id="9" idx="4"/>
              <a:endCxn id="25" idx="0"/>
            </p:cNvCxnSpPr>
            <p:nvPr/>
          </p:nvCxnSpPr>
          <p:spPr>
            <a:xfrm flipH="1">
              <a:off x="588991" y="501551"/>
              <a:ext cx="540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5C62BE24-20FC-C973-6388-F81EA65A918C}"/>
                </a:ext>
              </a:extLst>
            </p:cNvPr>
            <p:cNvCxnSpPr>
              <a:cxnSpLocks/>
              <a:stCxn id="10" idx="4"/>
              <a:endCxn id="25" idx="0"/>
            </p:cNvCxnSpPr>
            <p:nvPr/>
          </p:nvCxnSpPr>
          <p:spPr>
            <a:xfrm flipH="1">
              <a:off x="588991" y="501551"/>
              <a:ext cx="64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BDA5E8F3-DBCB-7C5C-846D-0A4207743418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588991" y="501551"/>
              <a:ext cx="75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438499FF-BCDC-C1C9-D172-B83A9C0FFCB5}"/>
                </a:ext>
              </a:extLst>
            </p:cNvPr>
            <p:cNvCxnSpPr>
              <a:cxnSpLocks/>
              <a:stCxn id="12" idx="4"/>
              <a:endCxn id="25" idx="0"/>
            </p:cNvCxnSpPr>
            <p:nvPr/>
          </p:nvCxnSpPr>
          <p:spPr>
            <a:xfrm flipH="1">
              <a:off x="588991" y="501551"/>
              <a:ext cx="86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5" name="直接连接符 124">
              <a:extLst>
                <a:ext uri="{FF2B5EF4-FFF2-40B4-BE49-F238E27FC236}">
                  <a16:creationId xmlns:a16="http://schemas.microsoft.com/office/drawing/2014/main" id="{54FEFD68-4B15-1EF1-409A-6711D17409CF}"/>
                </a:ext>
              </a:extLst>
            </p:cNvPr>
            <p:cNvCxnSpPr>
              <a:cxnSpLocks/>
              <a:stCxn id="13" idx="4"/>
              <a:endCxn id="25" idx="0"/>
            </p:cNvCxnSpPr>
            <p:nvPr/>
          </p:nvCxnSpPr>
          <p:spPr>
            <a:xfrm flipH="1">
              <a:off x="588991" y="501551"/>
              <a:ext cx="97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直接连接符 129">
              <a:extLst>
                <a:ext uri="{FF2B5EF4-FFF2-40B4-BE49-F238E27FC236}">
                  <a16:creationId xmlns:a16="http://schemas.microsoft.com/office/drawing/2014/main" id="{E86AA99F-79E4-21C9-5419-50D0D092B697}"/>
                </a:ext>
              </a:extLst>
            </p:cNvPr>
            <p:cNvCxnSpPr>
              <a:cxnSpLocks/>
              <a:stCxn id="6" idx="4"/>
              <a:endCxn id="26" idx="0"/>
            </p:cNvCxnSpPr>
            <p:nvPr/>
          </p:nvCxnSpPr>
          <p:spPr>
            <a:xfrm flipH="1">
              <a:off x="1668991" y="501551"/>
              <a:ext cx="10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3" name="直接连接符 132">
              <a:extLst>
                <a:ext uri="{FF2B5EF4-FFF2-40B4-BE49-F238E27FC236}">
                  <a16:creationId xmlns:a16="http://schemas.microsoft.com/office/drawing/2014/main" id="{9159399B-32F4-D437-9A01-5F2676A2BAE2}"/>
                </a:ext>
              </a:extLst>
            </p:cNvPr>
            <p:cNvCxnSpPr>
              <a:cxnSpLocks/>
              <a:stCxn id="7" idx="4"/>
            </p:cNvCxnSpPr>
            <p:nvPr/>
          </p:nvCxnSpPr>
          <p:spPr>
            <a:xfrm flipH="1">
              <a:off x="1667009" y="501551"/>
              <a:ext cx="2161982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EB5EA1E8-52CA-BEAD-D4EF-17EED67A72CE}"/>
                </a:ext>
              </a:extLst>
            </p:cNvPr>
            <p:cNvCxnSpPr>
              <a:cxnSpLocks/>
              <a:stCxn id="8" idx="4"/>
              <a:endCxn id="26" idx="0"/>
            </p:cNvCxnSpPr>
            <p:nvPr/>
          </p:nvCxnSpPr>
          <p:spPr>
            <a:xfrm flipH="1">
              <a:off x="1668991" y="501551"/>
              <a:ext cx="32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直接连接符 138">
              <a:extLst>
                <a:ext uri="{FF2B5EF4-FFF2-40B4-BE49-F238E27FC236}">
                  <a16:creationId xmlns:a16="http://schemas.microsoft.com/office/drawing/2014/main" id="{230E8446-6978-439F-F4BA-E494C0AB876D}"/>
                </a:ext>
              </a:extLst>
            </p:cNvPr>
            <p:cNvCxnSpPr>
              <a:cxnSpLocks/>
              <a:stCxn id="9" idx="4"/>
              <a:endCxn id="26" idx="0"/>
            </p:cNvCxnSpPr>
            <p:nvPr/>
          </p:nvCxnSpPr>
          <p:spPr>
            <a:xfrm flipH="1">
              <a:off x="1668991" y="501551"/>
              <a:ext cx="432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2" name="直接连接符 141">
              <a:extLst>
                <a:ext uri="{FF2B5EF4-FFF2-40B4-BE49-F238E27FC236}">
                  <a16:creationId xmlns:a16="http://schemas.microsoft.com/office/drawing/2014/main" id="{5855C624-C732-E2F5-01A8-9F616182205A}"/>
                </a:ext>
              </a:extLst>
            </p:cNvPr>
            <p:cNvCxnSpPr>
              <a:cxnSpLocks/>
              <a:stCxn id="10" idx="4"/>
              <a:endCxn id="26" idx="0"/>
            </p:cNvCxnSpPr>
            <p:nvPr/>
          </p:nvCxnSpPr>
          <p:spPr>
            <a:xfrm flipH="1">
              <a:off x="1668991" y="501551"/>
              <a:ext cx="540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5" name="直接连接符 144">
              <a:extLst>
                <a:ext uri="{FF2B5EF4-FFF2-40B4-BE49-F238E27FC236}">
                  <a16:creationId xmlns:a16="http://schemas.microsoft.com/office/drawing/2014/main" id="{07A61F76-8412-C8DA-617D-F18921C0698E}"/>
                </a:ext>
              </a:extLst>
            </p:cNvPr>
            <p:cNvCxnSpPr>
              <a:cxnSpLocks/>
              <a:stCxn id="11" idx="4"/>
              <a:endCxn id="26" idx="0"/>
            </p:cNvCxnSpPr>
            <p:nvPr/>
          </p:nvCxnSpPr>
          <p:spPr>
            <a:xfrm flipH="1">
              <a:off x="1668991" y="501551"/>
              <a:ext cx="648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0F6EBAAD-EF5A-36FC-1434-2062B6A61A0C}"/>
                </a:ext>
              </a:extLst>
            </p:cNvPr>
            <p:cNvCxnSpPr>
              <a:cxnSpLocks/>
              <a:stCxn id="12" idx="4"/>
              <a:endCxn id="26" idx="0"/>
            </p:cNvCxnSpPr>
            <p:nvPr/>
          </p:nvCxnSpPr>
          <p:spPr>
            <a:xfrm flipH="1">
              <a:off x="1668991" y="501551"/>
              <a:ext cx="756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直接连接符 150">
              <a:extLst>
                <a:ext uri="{FF2B5EF4-FFF2-40B4-BE49-F238E27FC236}">
                  <a16:creationId xmlns:a16="http://schemas.microsoft.com/office/drawing/2014/main" id="{9440865D-B94B-F6F9-A99B-4CADC5A0561C}"/>
                </a:ext>
              </a:extLst>
            </p:cNvPr>
            <p:cNvCxnSpPr>
              <a:cxnSpLocks/>
              <a:stCxn id="13" idx="4"/>
              <a:endCxn id="26" idx="0"/>
            </p:cNvCxnSpPr>
            <p:nvPr/>
          </p:nvCxnSpPr>
          <p:spPr>
            <a:xfrm flipH="1">
              <a:off x="1668991" y="501551"/>
              <a:ext cx="864000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直接连接符 156">
              <a:extLst>
                <a:ext uri="{FF2B5EF4-FFF2-40B4-BE49-F238E27FC236}">
                  <a16:creationId xmlns:a16="http://schemas.microsoft.com/office/drawing/2014/main" id="{99BD0CD9-60D9-81D6-99A7-A10979C825B9}"/>
                </a:ext>
              </a:extLst>
            </p:cNvPr>
            <p:cNvCxnSpPr>
              <a:cxnSpLocks/>
              <a:stCxn id="4" idx="4"/>
              <a:endCxn id="25" idx="0"/>
            </p:cNvCxnSpPr>
            <p:nvPr/>
          </p:nvCxnSpPr>
          <p:spPr>
            <a:xfrm>
              <a:off x="588991" y="501551"/>
              <a:ext cx="0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4F392A03-661D-53BB-5586-AD2E129030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81600" y="69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EBDB74E6-8BF8-9C2C-838D-6C8D2FA579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81600" y="2346551"/>
              <a:ext cx="432000" cy="432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2433148D-7326-70C5-9332-3910CF389910}"/>
                </a:ext>
              </a:extLst>
            </p:cNvPr>
            <p:cNvCxnSpPr>
              <a:cxnSpLocks/>
              <a:stCxn id="4" idx="4"/>
              <a:endCxn id="24" idx="0"/>
            </p:cNvCxnSpPr>
            <p:nvPr/>
          </p:nvCxnSpPr>
          <p:spPr>
            <a:xfrm>
              <a:off x="588991" y="501551"/>
              <a:ext cx="10808609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CA6DBE3D-1249-A0C7-1FDB-5F1AF68B951F}"/>
                </a:ext>
              </a:extLst>
            </p:cNvPr>
            <p:cNvCxnSpPr>
              <a:cxnSpLocks/>
              <a:stCxn id="5" idx="4"/>
              <a:endCxn id="24" idx="0"/>
            </p:cNvCxnSpPr>
            <p:nvPr/>
          </p:nvCxnSpPr>
          <p:spPr>
            <a:xfrm>
              <a:off x="1668991" y="501551"/>
              <a:ext cx="9728609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99D19ECA-18AC-C601-147D-0C6116BA0991}"/>
                </a:ext>
              </a:extLst>
            </p:cNvPr>
            <p:cNvCxnSpPr>
              <a:cxnSpLocks/>
              <a:stCxn id="23" idx="4"/>
              <a:endCxn id="25" idx="0"/>
            </p:cNvCxnSpPr>
            <p:nvPr/>
          </p:nvCxnSpPr>
          <p:spPr>
            <a:xfrm flipH="1">
              <a:off x="588991" y="501551"/>
              <a:ext cx="10808609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DC9DDF8D-0785-43A3-937B-0126D3EA6EB2}"/>
                </a:ext>
              </a:extLst>
            </p:cNvPr>
            <p:cNvCxnSpPr>
              <a:cxnSpLocks/>
              <a:stCxn id="23" idx="4"/>
              <a:endCxn id="26" idx="0"/>
            </p:cNvCxnSpPr>
            <p:nvPr/>
          </p:nvCxnSpPr>
          <p:spPr>
            <a:xfrm flipH="1">
              <a:off x="1668991" y="501551"/>
              <a:ext cx="9728609" cy="184500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椭圆 1">
            <a:extLst>
              <a:ext uri="{FF2B5EF4-FFF2-40B4-BE49-F238E27FC236}">
                <a16:creationId xmlns:a16="http://schemas.microsoft.com/office/drawing/2014/main" id="{FE5CDEDC-0A4C-CEF2-8A49-6FB520DE0AD0}"/>
              </a:ext>
            </a:extLst>
          </p:cNvPr>
          <p:cNvSpPr>
            <a:spLocks noChangeAspect="1"/>
          </p:cNvSpPr>
          <p:nvPr/>
        </p:nvSpPr>
        <p:spPr>
          <a:xfrm>
            <a:off x="6699346" y="3643432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1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E5C934F-EF61-D1FB-D26A-100FC80D0B59}"/>
              </a:ext>
            </a:extLst>
          </p:cNvPr>
          <p:cNvSpPr>
            <a:spLocks noChangeAspect="1"/>
          </p:cNvSpPr>
          <p:nvPr/>
        </p:nvSpPr>
        <p:spPr>
          <a:xfrm>
            <a:off x="5984606" y="4520252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A770DAA-8560-B5A9-48CB-9AE25558D0C5}"/>
              </a:ext>
            </a:extLst>
          </p:cNvPr>
          <p:cNvSpPr>
            <a:spLocks noChangeAspect="1"/>
          </p:cNvSpPr>
          <p:nvPr/>
        </p:nvSpPr>
        <p:spPr>
          <a:xfrm>
            <a:off x="6915346" y="5384454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3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0A72A58C-2580-1341-B6C9-18E915CDAD85}"/>
              </a:ext>
            </a:extLst>
          </p:cNvPr>
          <p:cNvSpPr>
            <a:spLocks noChangeAspect="1"/>
          </p:cNvSpPr>
          <p:nvPr/>
        </p:nvSpPr>
        <p:spPr>
          <a:xfrm>
            <a:off x="7729288" y="3826131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4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DBB6D95-0488-FA9E-0089-8A8066A58E32}"/>
              </a:ext>
            </a:extLst>
          </p:cNvPr>
          <p:cNvSpPr>
            <a:spLocks noChangeAspect="1"/>
          </p:cNvSpPr>
          <p:nvPr/>
        </p:nvSpPr>
        <p:spPr>
          <a:xfrm>
            <a:off x="8362586" y="5525500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n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DD7D342-2386-A3F5-A699-6D47B59C7F44}"/>
              </a:ext>
            </a:extLst>
          </p:cNvPr>
          <p:cNvCxnSpPr>
            <a:cxnSpLocks/>
            <a:stCxn id="2" idx="3"/>
            <a:endCxn id="17" idx="7"/>
          </p:cNvCxnSpPr>
          <p:nvPr/>
        </p:nvCxnSpPr>
        <p:spPr>
          <a:xfrm flipH="1">
            <a:off x="6353341" y="4012167"/>
            <a:ext cx="409270" cy="5713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8426F80C-0E46-0793-AB83-09FABC04CA78}"/>
              </a:ext>
            </a:extLst>
          </p:cNvPr>
          <p:cNvCxnSpPr>
            <a:cxnSpLocks/>
            <a:stCxn id="18" idx="1"/>
            <a:endCxn id="17" idx="5"/>
          </p:cNvCxnSpPr>
          <p:nvPr/>
        </p:nvCxnSpPr>
        <p:spPr>
          <a:xfrm flipH="1" flipV="1">
            <a:off x="6353341" y="4888987"/>
            <a:ext cx="625270" cy="55873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FBEDE617-6E45-AC28-6899-CB475185492D}"/>
              </a:ext>
            </a:extLst>
          </p:cNvPr>
          <p:cNvCxnSpPr>
            <a:cxnSpLocks/>
            <a:stCxn id="19" idx="4"/>
            <a:endCxn id="18" idx="7"/>
          </p:cNvCxnSpPr>
          <p:nvPr/>
        </p:nvCxnSpPr>
        <p:spPr>
          <a:xfrm flipH="1">
            <a:off x="7284081" y="4258131"/>
            <a:ext cx="661207" cy="1189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7B8A31D-9F75-8AD6-6314-C3C239765848}"/>
              </a:ext>
            </a:extLst>
          </p:cNvPr>
          <p:cNvCxnSpPr>
            <a:cxnSpLocks/>
            <a:stCxn id="2" idx="6"/>
            <a:endCxn id="19" idx="2"/>
          </p:cNvCxnSpPr>
          <p:nvPr/>
        </p:nvCxnSpPr>
        <p:spPr>
          <a:xfrm>
            <a:off x="7131346" y="3859432"/>
            <a:ext cx="597942" cy="1826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1BD71F79-1116-24C2-3D5C-2398F3D78CA5}"/>
              </a:ext>
            </a:extLst>
          </p:cNvPr>
          <p:cNvSpPr txBox="1"/>
          <p:nvPr/>
        </p:nvSpPr>
        <p:spPr>
          <a:xfrm>
            <a:off x="11012003" y="-115320"/>
            <a:ext cx="6158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800" dirty="0"/>
              <a:t>…</a:t>
            </a:r>
            <a:endParaRPr lang="zh-CN" altLang="en-US" sz="4800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D875CB0E-7A9F-F857-1AA1-C7BD40794F4D}"/>
              </a:ext>
            </a:extLst>
          </p:cNvPr>
          <p:cNvSpPr txBox="1"/>
          <p:nvPr/>
        </p:nvSpPr>
        <p:spPr>
          <a:xfrm>
            <a:off x="10998200" y="2148538"/>
            <a:ext cx="6158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800" dirty="0"/>
              <a:t>…</a:t>
            </a:r>
            <a:endParaRPr lang="zh-CN" altLang="en-US" sz="4800" dirty="0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261FFA-F1D0-0C8C-5E27-C76767FD1352}"/>
              </a:ext>
            </a:extLst>
          </p:cNvPr>
          <p:cNvCxnSpPr>
            <a:cxnSpLocks/>
            <a:stCxn id="19" idx="5"/>
            <a:endCxn id="20" idx="0"/>
          </p:cNvCxnSpPr>
          <p:nvPr/>
        </p:nvCxnSpPr>
        <p:spPr>
          <a:xfrm>
            <a:off x="8098023" y="4194866"/>
            <a:ext cx="480563" cy="1330634"/>
          </a:xfrm>
          <a:prstGeom prst="line">
            <a:avLst/>
          </a:prstGeom>
          <a:ln w="317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84C1D9E9-0141-864D-1D93-9903EB56F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076563"/>
              </p:ext>
            </p:extLst>
          </p:nvPr>
        </p:nvGraphicFramePr>
        <p:xfrm>
          <a:off x="9308802" y="4108063"/>
          <a:ext cx="1800000" cy="179757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17310535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29139045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1792832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2173198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9806698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00494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0407465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484723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87053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7262276"/>
                  </a:ext>
                </a:extLst>
              </a:tr>
            </a:tbl>
          </a:graphicData>
        </a:graphic>
      </p:graphicFrame>
      <p:sp>
        <p:nvSpPr>
          <p:cNvPr id="92" name="文本框 91">
            <a:extLst>
              <a:ext uri="{FF2B5EF4-FFF2-40B4-BE49-F238E27FC236}">
                <a16:creationId xmlns:a16="http://schemas.microsoft.com/office/drawing/2014/main" id="{09BAF126-64A1-64F8-E954-35B9B5806D2D}"/>
              </a:ext>
            </a:extLst>
          </p:cNvPr>
          <p:cNvSpPr txBox="1"/>
          <p:nvPr/>
        </p:nvSpPr>
        <p:spPr>
          <a:xfrm rot="5400000">
            <a:off x="451944" y="5954792"/>
            <a:ext cx="5437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/>
              <a:t>…</a:t>
            </a:r>
            <a:endParaRPr lang="zh-CN" altLang="en-US" sz="4000" dirty="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1D412B4B-E471-22ED-A263-F1A6E7351CCA}"/>
              </a:ext>
            </a:extLst>
          </p:cNvPr>
          <p:cNvSpPr txBox="1"/>
          <p:nvPr/>
        </p:nvSpPr>
        <p:spPr>
          <a:xfrm>
            <a:off x="3994284" y="2458835"/>
            <a:ext cx="5437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/>
              <a:t>…</a:t>
            </a:r>
            <a:endParaRPr lang="zh-CN" altLang="en-US" sz="4000" dirty="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418D67BD-B33E-D013-792C-82A4D311337D}"/>
              </a:ext>
            </a:extLst>
          </p:cNvPr>
          <p:cNvSpPr txBox="1"/>
          <p:nvPr/>
        </p:nvSpPr>
        <p:spPr>
          <a:xfrm>
            <a:off x="10326540" y="3706316"/>
            <a:ext cx="5068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dirty="0"/>
              <a:t>…</a:t>
            </a:r>
            <a:endParaRPr lang="zh-CN" altLang="en-US" sz="3600" dirty="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592AF5A-7956-0376-66E5-03488380CDC5}"/>
              </a:ext>
            </a:extLst>
          </p:cNvPr>
          <p:cNvSpPr txBox="1"/>
          <p:nvPr/>
        </p:nvSpPr>
        <p:spPr>
          <a:xfrm rot="16200000">
            <a:off x="8929142" y="5045531"/>
            <a:ext cx="5068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dirty="0"/>
              <a:t>…</a:t>
            </a:r>
            <a:endParaRPr lang="zh-CN" altLang="en-US" sz="3600" dirty="0"/>
          </a:p>
        </p:txBody>
      </p: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083EDB5F-4F7F-DAD0-4C22-1AC9C113494A}"/>
              </a:ext>
            </a:extLst>
          </p:cNvPr>
          <p:cNvCxnSpPr>
            <a:cxnSpLocks/>
          </p:cNvCxnSpPr>
          <p:nvPr/>
        </p:nvCxnSpPr>
        <p:spPr>
          <a:xfrm>
            <a:off x="9161593" y="4002002"/>
            <a:ext cx="93333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2BD0F40D-4EEA-13AA-958C-50E1FBC9AE51}"/>
                  </a:ext>
                </a:extLst>
              </p:cNvPr>
              <p:cNvSpPr txBox="1"/>
              <p:nvPr/>
            </p:nvSpPr>
            <p:spPr>
              <a:xfrm>
                <a:off x="9743675" y="3606381"/>
                <a:ext cx="5084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sub>
                      </m:sSub>
                    </m:oMath>
                  </m:oMathPara>
                </a14:m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2BD0F40D-4EEA-13AA-958C-50E1FBC9AE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3675" y="3606381"/>
                <a:ext cx="50840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A7B1AE62-6C7B-97BE-ECB4-5D577547A183}"/>
              </a:ext>
            </a:extLst>
          </p:cNvPr>
          <p:cNvCxnSpPr>
            <a:cxnSpLocks/>
          </p:cNvCxnSpPr>
          <p:nvPr/>
        </p:nvCxnSpPr>
        <p:spPr>
          <a:xfrm>
            <a:off x="9161593" y="4002002"/>
            <a:ext cx="0" cy="9520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C9694B98-0CD2-85F8-6D8F-315D58EB0E49}"/>
                  </a:ext>
                </a:extLst>
              </p:cNvPr>
              <p:cNvSpPr txBox="1"/>
              <p:nvPr/>
            </p:nvSpPr>
            <p:spPr>
              <a:xfrm>
                <a:off x="8681905" y="4481684"/>
                <a:ext cx="5532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C9694B98-0CD2-85F8-6D8F-315D58EB0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1905" y="4481684"/>
                <a:ext cx="553293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文本框 105">
            <a:extLst>
              <a:ext uri="{FF2B5EF4-FFF2-40B4-BE49-F238E27FC236}">
                <a16:creationId xmlns:a16="http://schemas.microsoft.com/office/drawing/2014/main" id="{40A7B79E-0248-610C-E1EE-752D2A411D0A}"/>
              </a:ext>
            </a:extLst>
          </p:cNvPr>
          <p:cNvSpPr txBox="1"/>
          <p:nvPr/>
        </p:nvSpPr>
        <p:spPr>
          <a:xfrm>
            <a:off x="10164188" y="1145520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2800" dirty="0"/>
              <a:t>时序注意力</a:t>
            </a: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9624FBBE-2AF2-CB4C-B5AC-11C32A4F82A9}"/>
              </a:ext>
            </a:extLst>
          </p:cNvPr>
          <p:cNvSpPr txBox="1"/>
          <p:nvPr/>
        </p:nvSpPr>
        <p:spPr>
          <a:xfrm>
            <a:off x="9854442" y="3075568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2800" dirty="0"/>
              <a:t>空间注意力</a:t>
            </a:r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F15198B8-0F96-167A-5E3A-0F875C576A30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69717" y="433164"/>
            <a:ext cx="518542" cy="1053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86D83DC1-49E4-BA29-5AA5-7FDC27A9BFFD}"/>
              </a:ext>
            </a:extLst>
          </p:cNvPr>
          <p:cNvCxnSpPr>
            <a:cxnSpLocks/>
            <a:stCxn id="25" idx="1"/>
          </p:cNvCxnSpPr>
          <p:nvPr/>
        </p:nvCxnSpPr>
        <p:spPr>
          <a:xfrm flipH="1" flipV="1">
            <a:off x="369717" y="1486633"/>
            <a:ext cx="518542" cy="918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8" name="文本框 117">
            <a:extLst>
              <a:ext uri="{FF2B5EF4-FFF2-40B4-BE49-F238E27FC236}">
                <a16:creationId xmlns:a16="http://schemas.microsoft.com/office/drawing/2014/main" id="{B981BBF0-674E-1899-262C-37615BE1D55F}"/>
              </a:ext>
            </a:extLst>
          </p:cNvPr>
          <p:cNvSpPr txBox="1"/>
          <p:nvPr/>
        </p:nvSpPr>
        <p:spPr>
          <a:xfrm>
            <a:off x="0" y="671025"/>
            <a:ext cx="44114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2000" dirty="0"/>
              <a:t>同</a:t>
            </a:r>
            <a:endParaRPr lang="en-US" altLang="zh-CN" sz="2000" dirty="0"/>
          </a:p>
          <a:p>
            <a:pPr algn="r"/>
            <a:r>
              <a:rPr lang="zh-CN" altLang="en-US" sz="2000" dirty="0"/>
              <a:t>一</a:t>
            </a:r>
            <a:endParaRPr lang="en-US" altLang="zh-CN" sz="2000" dirty="0"/>
          </a:p>
          <a:p>
            <a:pPr algn="r"/>
            <a:r>
              <a:rPr lang="zh-CN" altLang="en-US" sz="2000" dirty="0"/>
              <a:t>时</a:t>
            </a:r>
            <a:endParaRPr lang="en-US" altLang="zh-CN" sz="2000" dirty="0"/>
          </a:p>
          <a:p>
            <a:pPr algn="r"/>
            <a:r>
              <a:rPr lang="zh-CN" altLang="en-US" sz="2000" dirty="0"/>
              <a:t>间</a:t>
            </a:r>
            <a:endParaRPr lang="en-US" altLang="zh-CN" sz="2000" dirty="0"/>
          </a:p>
          <a:p>
            <a:pPr algn="r"/>
            <a:r>
              <a:rPr lang="zh-CN" altLang="en-US" sz="2000" dirty="0"/>
              <a:t>步</a:t>
            </a:r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082006C6-C23F-C483-ED41-007BF78632F4}"/>
              </a:ext>
            </a:extLst>
          </p:cNvPr>
          <p:cNvCxnSpPr>
            <a:cxnSpLocks/>
            <a:endCxn id="4" idx="7"/>
          </p:cNvCxnSpPr>
          <p:nvPr/>
        </p:nvCxnSpPr>
        <p:spPr>
          <a:xfrm flipH="1">
            <a:off x="1193729" y="-298860"/>
            <a:ext cx="5326403" cy="4265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702EC91D-703E-A288-C529-7B43752D6C7C}"/>
              </a:ext>
            </a:extLst>
          </p:cNvPr>
          <p:cNvCxnSpPr>
            <a:cxnSpLocks/>
            <a:stCxn id="23" idx="0"/>
            <a:endCxn id="135" idx="2"/>
          </p:cNvCxnSpPr>
          <p:nvPr/>
        </p:nvCxnSpPr>
        <p:spPr>
          <a:xfrm flipH="1" flipV="1">
            <a:off x="6524734" y="-298860"/>
            <a:ext cx="5324869" cy="3632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509AD57C-7121-64E4-681B-66E0404683BB}"/>
              </a:ext>
            </a:extLst>
          </p:cNvPr>
          <p:cNvSpPr txBox="1"/>
          <p:nvPr/>
        </p:nvSpPr>
        <p:spPr>
          <a:xfrm>
            <a:off x="5791200" y="-698970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2000" dirty="0"/>
              <a:t>不同时间步</a:t>
            </a:r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2BC40548-7F64-E2DB-33C8-F5EE9F36A28C}"/>
              </a:ext>
            </a:extLst>
          </p:cNvPr>
          <p:cNvCxnSpPr>
            <a:cxnSpLocks/>
            <a:stCxn id="135" idx="2"/>
            <a:endCxn id="8" idx="0"/>
          </p:cNvCxnSpPr>
          <p:nvPr/>
        </p:nvCxnSpPr>
        <p:spPr>
          <a:xfrm flipH="1">
            <a:off x="5360994" y="-298860"/>
            <a:ext cx="1163740" cy="3632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D8B92319-5160-7693-CA2F-EEE0CA70A5E3}"/>
              </a:ext>
            </a:extLst>
          </p:cNvPr>
          <p:cNvCxnSpPr>
            <a:cxnSpLocks/>
            <a:stCxn id="135" idx="2"/>
            <a:endCxn id="10" idx="0"/>
          </p:cNvCxnSpPr>
          <p:nvPr/>
        </p:nvCxnSpPr>
        <p:spPr>
          <a:xfrm>
            <a:off x="6524734" y="-298860"/>
            <a:ext cx="996260" cy="3632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848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5160E-708A-366D-AEF0-605D7CE7A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DD654819-5CC0-1FE4-C26B-5A3336951376}"/>
              </a:ext>
            </a:extLst>
          </p:cNvPr>
          <p:cNvSpPr/>
          <p:nvPr/>
        </p:nvSpPr>
        <p:spPr>
          <a:xfrm>
            <a:off x="825501" y="2480681"/>
            <a:ext cx="1201192" cy="647999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latin typeface="Microsoft YaHei Light" panose="020B0502040204020203" pitchFamily="34" charset="-122"/>
                <a:ea typeface="Microsoft YaHei Light" panose="020B0502040204020203" pitchFamily="34" charset="-122"/>
              </a:rPr>
              <a:t>航天器运行</a:t>
            </a:r>
            <a:endParaRPr lang="en-US" altLang="zh-CN" sz="1200" b="1" dirty="0">
              <a:latin typeface="Microsoft YaHei Light" panose="020B0502040204020203" pitchFamily="34" charset="-122"/>
              <a:ea typeface="Microsoft YaHei Light" panose="020B0502040204020203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b="1" dirty="0">
                <a:latin typeface="Microsoft YaHei Light" panose="020B0502040204020203" pitchFamily="34" charset="-122"/>
                <a:ea typeface="Microsoft YaHei Light" panose="020B0502040204020203" pitchFamily="34" charset="-122"/>
              </a:rPr>
              <a:t>平稳段占主导</a:t>
            </a:r>
            <a:endParaRPr lang="en-US" altLang="zh-CN" sz="1200" b="1" dirty="0">
              <a:latin typeface="Microsoft YaHei Light" panose="020B0502040204020203" pitchFamily="34" charset="-122"/>
              <a:ea typeface="Microsoft YaHei Light" panose="020B0502040204020203" pitchFamily="34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F94BE3A-5E71-A61D-75C5-2CF14DFA26A4}"/>
              </a:ext>
            </a:extLst>
          </p:cNvPr>
          <p:cNvSpPr/>
          <p:nvPr/>
        </p:nvSpPr>
        <p:spPr>
          <a:xfrm>
            <a:off x="2701282" y="2501337"/>
            <a:ext cx="1036561" cy="648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latin typeface="Microsoft YaHei Light" panose="020B0502040204020203" pitchFamily="34" charset="-122"/>
                <a:ea typeface="Microsoft YaHei Light" panose="020B0502040204020203" pitchFamily="34" charset="-122"/>
              </a:rPr>
              <a:t>遥测数据</a:t>
            </a:r>
            <a:endParaRPr lang="en-US" altLang="zh-CN" sz="1200" b="1" dirty="0">
              <a:latin typeface="Microsoft YaHei Light" panose="020B0502040204020203" pitchFamily="34" charset="-122"/>
              <a:ea typeface="Microsoft YaHei Light" panose="020B0502040204020203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b="1" dirty="0">
                <a:latin typeface="Microsoft YaHei Light" panose="020B0502040204020203" pitchFamily="34" charset="-122"/>
                <a:ea typeface="Microsoft YaHei Light" panose="020B0502040204020203" pitchFamily="34" charset="-122"/>
              </a:rPr>
              <a:t>平稳占比大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1FAEE83-FA30-25D1-0535-9559D1FDD58D}"/>
              </a:ext>
            </a:extLst>
          </p:cNvPr>
          <p:cNvSpPr/>
          <p:nvPr/>
        </p:nvSpPr>
        <p:spPr>
          <a:xfrm>
            <a:off x="6765587" y="2264931"/>
            <a:ext cx="1656000" cy="4315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难以挖掘数据规律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8578967-FA3A-DB6A-1C63-4EBEADC67465}"/>
              </a:ext>
            </a:extLst>
          </p:cNvPr>
          <p:cNvSpPr/>
          <p:nvPr/>
        </p:nvSpPr>
        <p:spPr>
          <a:xfrm>
            <a:off x="6765587" y="2879518"/>
            <a:ext cx="1656000" cy="539637"/>
          </a:xfrm>
          <a:prstGeom prst="roundRect">
            <a:avLst/>
          </a:prstGeom>
          <a:solidFill>
            <a:srgbClr val="EDABCA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模型权重</a:t>
            </a:r>
            <a:endParaRPr lang="en-US" altLang="zh-CN" sz="12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偏向平稳模态</a:t>
            </a:r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5028F235-EAFE-291D-3E4B-DC6DA87085F5}"/>
              </a:ext>
            </a:extLst>
          </p:cNvPr>
          <p:cNvSpPr/>
          <p:nvPr/>
        </p:nvSpPr>
        <p:spPr>
          <a:xfrm>
            <a:off x="2046397" y="2564786"/>
            <a:ext cx="677333" cy="479785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tIns="0" bIns="0" rtlCol="0" anchor="ctr"/>
          <a:lstStyle/>
          <a:p>
            <a:pPr algn="ctr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导致</a:t>
            </a:r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240F428B-2686-32EB-7DBF-D95AF9ED5C26}"/>
              </a:ext>
            </a:extLst>
          </p:cNvPr>
          <p:cNvSpPr/>
          <p:nvPr/>
        </p:nvSpPr>
        <p:spPr>
          <a:xfrm>
            <a:off x="3737843" y="2781000"/>
            <a:ext cx="2969571" cy="648000"/>
          </a:xfrm>
          <a:prstGeom prst="rightArrow">
            <a:avLst>
              <a:gd name="adj1" fmla="val 50000"/>
              <a:gd name="adj2" fmla="val 7046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tIns="0" bIns="0" rtlCol="0" anchor="ctr"/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学习率一致，反向传播影响均等</a:t>
            </a:r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6DE96E5B-FAD2-7ED0-DD87-648C88F7A9EB}"/>
              </a:ext>
            </a:extLst>
          </p:cNvPr>
          <p:cNvSpPr/>
          <p:nvPr/>
        </p:nvSpPr>
        <p:spPr>
          <a:xfrm>
            <a:off x="3737843" y="2190037"/>
            <a:ext cx="2969571" cy="648000"/>
          </a:xfrm>
          <a:prstGeom prst="rightArrow">
            <a:avLst>
              <a:gd name="adj1" fmla="val 50000"/>
              <a:gd name="adj2" fmla="val 7046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90000" bIns="0" rtlCol="0" anchor="ctr"/>
          <a:lstStyle/>
          <a:p>
            <a:pPr algn="r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平稳段数据变化较小</a:t>
            </a:r>
          </a:p>
        </p:txBody>
      </p:sp>
    </p:spTree>
    <p:extLst>
      <p:ext uri="{BB962C8B-B14F-4D97-AF65-F5344CB8AC3E}">
        <p14:creationId xmlns:p14="http://schemas.microsoft.com/office/powerpoint/2010/main" val="159447420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D677484C-179C-AD38-1CC5-16DCEAECD85B}"/>
              </a:ext>
            </a:extLst>
          </p:cNvPr>
          <p:cNvSpPr/>
          <p:nvPr/>
        </p:nvSpPr>
        <p:spPr>
          <a:xfrm>
            <a:off x="1019095" y="1168978"/>
            <a:ext cx="3704572" cy="95205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altLang="zh-CN" sz="1200" b="1" dirty="0">
              <a:latin typeface="Microsoft YaHei Light" panose="020B0502040204020203" pitchFamily="34" charset="-122"/>
              <a:ea typeface="Microsoft YaHei Light" panose="020B0502040204020203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552662EA-CD51-F3B4-6083-040784F16E63}"/>
              </a:ext>
            </a:extLst>
          </p:cNvPr>
          <p:cNvGrpSpPr/>
          <p:nvPr/>
        </p:nvGrpSpPr>
        <p:grpSpPr>
          <a:xfrm>
            <a:off x="1373515" y="1380953"/>
            <a:ext cx="1080000" cy="521524"/>
            <a:chOff x="973171" y="2080173"/>
            <a:chExt cx="974429" cy="65876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625775A-3CCA-C274-CD8F-71AC7E3581EB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节点</a:t>
              </a:r>
              <a:endParaRPr lang="en-US" altLang="zh-CN" sz="1400" dirty="0">
                <a:solidFill>
                  <a:schemeClr val="bg1"/>
                </a:solidFill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存储文件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C8ECED4-9403-DC12-EB50-BA4808B31450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0ECAAE9-54C3-C2FB-1532-909524FD3E95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24E181F-2FE6-8104-D3D0-70303F2D1278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6B0BC956-D728-4B26-200E-1A9AF7968E74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3C3960A-F8B5-877E-E937-BED4AE8C5DC2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14AE20DD-D492-ACD4-A762-B95799F88CF9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55ACE627-39B5-FE56-AEC9-AB202489284A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9202B81-7062-4AFF-FCA1-4416ECEFF81E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CA7C20A-3D66-3C54-6B08-BFD1194EB81D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0E184239-CFF9-D60B-72AB-13CD420D6D39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4754ED43-7287-6612-8C9A-52D94073B30D}"/>
              </a:ext>
            </a:extLst>
          </p:cNvPr>
          <p:cNvGrpSpPr/>
          <p:nvPr/>
        </p:nvGrpSpPr>
        <p:grpSpPr>
          <a:xfrm>
            <a:off x="3419131" y="1380953"/>
            <a:ext cx="1080000" cy="521524"/>
            <a:chOff x="973171" y="2080173"/>
            <a:chExt cx="974429" cy="658766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8741F271-5450-33B6-C6CD-2607117086E1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关系边</a:t>
              </a:r>
              <a:endParaRPr lang="en-US" altLang="zh-CN" sz="1400" dirty="0">
                <a:solidFill>
                  <a:schemeClr val="bg1"/>
                </a:solidFill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存储文件</a:t>
              </a: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6F695050-4EAD-50BD-315F-4823C755BA74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CA1594B2-D260-EA09-6411-501348AAE881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7D4C4D93-601C-98A6-904E-E740DEC3A620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CF4B214-1D7D-635C-F65E-BB943F49FF77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BEEFE40-4FE7-0CC0-BC0C-84428CF9A202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6D95B7F9-5E1B-F92C-C1FD-E838E231D2DD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4BFBCF22-D62E-D58B-EA56-FA2814CFBE92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BF05C49-1231-0A6F-D912-052AF3C5EBF8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C0C71E30-5FD3-8DB8-3672-F2C1C1849ABB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0543A689-63F0-CE0C-1349-6E703A684CB5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0CF0A691-2705-D502-4855-C2F02B63EDAC}"/>
              </a:ext>
            </a:extLst>
          </p:cNvPr>
          <p:cNvGrpSpPr/>
          <p:nvPr/>
        </p:nvGrpSpPr>
        <p:grpSpPr>
          <a:xfrm>
            <a:off x="639475" y="2679379"/>
            <a:ext cx="1080000" cy="521524"/>
            <a:chOff x="973171" y="2080173"/>
            <a:chExt cx="974429" cy="658766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2ED3E1D0-DB0E-EBB1-813F-F28324E9DDEB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标签</a:t>
              </a:r>
              <a:endParaRPr lang="en-US" altLang="zh-CN" sz="1400" dirty="0">
                <a:solidFill>
                  <a:schemeClr val="bg1"/>
                </a:solidFill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存储文件</a:t>
              </a: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FBF7108-0CF4-EA70-7D33-FDF48764BE77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6E9E830-2458-DDA3-17FC-4AA2E0A0594A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41C3924D-FDFD-1FD8-200F-26572BDC7381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C2A7B9A4-3CEF-8C01-1B70-75E85354EA36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42F01ED-46E8-7BA3-3879-C9BDCEAEC4F5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17B0B61-EFC2-212E-E4FC-21F27137CF87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82FBBFE-E180-ED55-3967-1A2E7AEB9A1F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BE5CEA37-CD27-2E57-531D-6C347CB26D32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70B278E8-D6CE-2547-DCF4-B83614018337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0D5C898F-A1C9-5E26-E418-8242F05E7F09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B6DCC42E-36A7-922F-12F4-FD5484470D06}"/>
              </a:ext>
            </a:extLst>
          </p:cNvPr>
          <p:cNvGrpSpPr/>
          <p:nvPr/>
        </p:nvGrpSpPr>
        <p:grpSpPr>
          <a:xfrm>
            <a:off x="2323392" y="2692179"/>
            <a:ext cx="1080000" cy="521524"/>
            <a:chOff x="973171" y="2080173"/>
            <a:chExt cx="974429" cy="658766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FA5F2891-63C2-F316-B1A5-FEE82D04A2AA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属性</a:t>
              </a:r>
              <a:endParaRPr lang="en-US" altLang="zh-CN" sz="1400" dirty="0">
                <a:solidFill>
                  <a:schemeClr val="bg1"/>
                </a:solidFill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存储文件</a:t>
              </a: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C3CD20DD-EB74-A6B5-F70A-F8AB44B0CA06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79528BA8-8B23-B454-9A76-0DA374236AB6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2A030181-982A-A8D8-984A-AA9751480330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5F61019-8C09-9263-AA8B-C306AB73333C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C64DA1C7-52ED-9EF1-19DD-C6C24B59082A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7E02CE8A-1818-F659-628C-E6069C6C3DB1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EF887C76-80F5-C883-CC27-C5E54050D955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A29397F1-2683-5A24-E965-372E3373DE09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02494C8-1896-E534-3218-7C27849F6B83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57C49C5-BA48-B17C-9624-415AE7BE134A}"/>
                </a:ext>
              </a:extLst>
            </p:cNvPr>
            <p:cNvCxnSpPr>
              <a:cxnSpLocks/>
              <a:endCxn id="48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50A54D0C-FF86-9B7A-F99B-294705699ED7}"/>
              </a:ext>
            </a:extLst>
          </p:cNvPr>
          <p:cNvGrpSpPr/>
          <p:nvPr/>
        </p:nvGrpSpPr>
        <p:grpSpPr>
          <a:xfrm>
            <a:off x="4088049" y="2695775"/>
            <a:ext cx="1080000" cy="521530"/>
            <a:chOff x="973171" y="2080173"/>
            <a:chExt cx="974429" cy="658776"/>
          </a:xfrm>
        </p:grpSpPr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2E14C681-ED31-A3AC-4C44-ED6E59CD7C93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关系边类型</a:t>
              </a:r>
              <a:endParaRPr lang="en-US" altLang="zh-CN" sz="1400" dirty="0">
                <a:solidFill>
                  <a:schemeClr val="bg1"/>
                </a:solidFill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存储文件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0AA67AD8-E5B5-DF4D-5B4C-DAACD63B37B2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A7A67F0C-175A-0057-AB35-61B31356E0A5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5B5FBAC0-64F1-61FD-CA66-61464A814FD2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E1BBD12C-D207-773B-2B8B-A6F9CB65D321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207D84BA-7695-4237-7BFB-2704D5C269C1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248840EE-7B40-ADE1-9D62-2A70A4924148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C3FE94D2-34C2-0918-876F-A5061AF87FF8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2DF10FCD-E849-0EB2-AC15-47FA5E8FCE5B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108ACF2A-7EE6-AA92-7A3F-4B6A206D6BE3}"/>
                </a:ext>
              </a:extLst>
            </p:cNvPr>
            <p:cNvSpPr/>
            <p:nvPr/>
          </p:nvSpPr>
          <p:spPr>
            <a:xfrm>
              <a:off x="1623600" y="252294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CF4E12AE-BCE4-ECED-2A58-5A6246C61954}"/>
                </a:ext>
              </a:extLst>
            </p:cNvPr>
            <p:cNvCxnSpPr>
              <a:cxnSpLocks/>
              <a:endCxn id="60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D9CF3193-8A79-9EE5-CABF-75858D3BD7AF}"/>
              </a:ext>
            </a:extLst>
          </p:cNvPr>
          <p:cNvGrpSpPr/>
          <p:nvPr/>
        </p:nvGrpSpPr>
        <p:grpSpPr>
          <a:xfrm>
            <a:off x="1419838" y="3846346"/>
            <a:ext cx="1080000" cy="521524"/>
            <a:chOff x="973171" y="2080173"/>
            <a:chExt cx="974429" cy="658766"/>
          </a:xfrm>
        </p:grpSpPr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75EA0BEE-30A7-FA40-D7A2-3B6AC5398947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属性索引</a:t>
              </a:r>
              <a:endParaRPr lang="en-US" altLang="zh-CN" sz="1400" dirty="0">
                <a:solidFill>
                  <a:schemeClr val="bg1"/>
                </a:solidFill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存储文件</a:t>
              </a: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76E63584-DE0F-7898-BAE9-9547E21D1AF4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E42F21B-44D7-6E01-A3B1-13B8BA140453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706A304D-3D5F-8338-9096-7AE831B3104F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EEAF663A-58C8-3DC8-05B2-F1FC0EE6F0E6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4765BE30-70C1-B014-699F-F1F0E5949F3E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26C192EF-1D11-F398-C5C8-A6C5BB7DBC7F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827D7083-5670-DB3C-8169-81D65078F0FC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1375ED60-1526-428E-8A59-486322E1F3BA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1D39B371-F472-35A2-E8A9-9F00BF5E3691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7B361A73-F850-3A08-C43A-DBF02411E646}"/>
                </a:ext>
              </a:extLst>
            </p:cNvPr>
            <p:cNvCxnSpPr>
              <a:cxnSpLocks/>
              <a:endCxn id="72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1DD56FCB-8DD0-6F93-1AF6-A665AD44B273}"/>
              </a:ext>
            </a:extLst>
          </p:cNvPr>
          <p:cNvGrpSpPr/>
          <p:nvPr/>
        </p:nvGrpSpPr>
        <p:grpSpPr>
          <a:xfrm>
            <a:off x="3100374" y="3845136"/>
            <a:ext cx="1080000" cy="521524"/>
            <a:chOff x="973171" y="2080173"/>
            <a:chExt cx="974429" cy="658766"/>
          </a:xfrm>
        </p:grpSpPr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85A0A182-EE11-6E25-692C-904D3DBEFD87}"/>
                </a:ext>
              </a:extLst>
            </p:cNvPr>
            <p:cNvSpPr/>
            <p:nvPr/>
          </p:nvSpPr>
          <p:spPr>
            <a:xfrm>
              <a:off x="973171" y="2080173"/>
              <a:ext cx="972000" cy="648000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动态</a:t>
              </a:r>
              <a:endParaRPr lang="en-US" altLang="zh-CN" sz="1400" dirty="0">
                <a:solidFill>
                  <a:schemeClr val="bg1"/>
                </a:solidFill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存储文件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A5A22557-ACDA-F441-3245-0D5B709B6C9B}"/>
                </a:ext>
              </a:extLst>
            </p:cNvPr>
            <p:cNvSpPr/>
            <p:nvPr/>
          </p:nvSpPr>
          <p:spPr>
            <a:xfrm>
              <a:off x="975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B76134CE-2FBE-7D47-3ED4-068FD82867D0}"/>
                </a:ext>
              </a:extLst>
            </p:cNvPr>
            <p:cNvSpPr/>
            <p:nvPr/>
          </p:nvSpPr>
          <p:spPr>
            <a:xfrm>
              <a:off x="1299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BBA5722F-6FF6-EDC6-12EC-8FB5E55916DE}"/>
                </a:ext>
              </a:extLst>
            </p:cNvPr>
            <p:cNvSpPr/>
            <p:nvPr/>
          </p:nvSpPr>
          <p:spPr>
            <a:xfrm>
              <a:off x="1623600" y="2080173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F5C7993D-D743-B0CC-FA40-AF7FD3DF6C39}"/>
                </a:ext>
              </a:extLst>
            </p:cNvPr>
            <p:cNvSpPr/>
            <p:nvPr/>
          </p:nvSpPr>
          <p:spPr>
            <a:xfrm>
              <a:off x="975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7D61E3EC-017F-D276-A61E-51D197A3B864}"/>
                </a:ext>
              </a:extLst>
            </p:cNvPr>
            <p:cNvSpPr/>
            <p:nvPr/>
          </p:nvSpPr>
          <p:spPr>
            <a:xfrm>
              <a:off x="1299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A8B50504-05CE-5171-BB57-2A9E1C501FA2}"/>
                </a:ext>
              </a:extLst>
            </p:cNvPr>
            <p:cNvSpPr/>
            <p:nvPr/>
          </p:nvSpPr>
          <p:spPr>
            <a:xfrm>
              <a:off x="1623600" y="2305131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0396877C-3D10-759C-4EEC-7EE34E241888}"/>
                </a:ext>
              </a:extLst>
            </p:cNvPr>
            <p:cNvSpPr/>
            <p:nvPr/>
          </p:nvSpPr>
          <p:spPr>
            <a:xfrm>
              <a:off x="975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ED928EC-7094-962A-796B-8D64D5255200}"/>
                </a:ext>
              </a:extLst>
            </p:cNvPr>
            <p:cNvSpPr/>
            <p:nvPr/>
          </p:nvSpPr>
          <p:spPr>
            <a:xfrm>
              <a:off x="1299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745A0E4C-A01A-3B51-F416-5486B59AF632}"/>
                </a:ext>
              </a:extLst>
            </p:cNvPr>
            <p:cNvSpPr/>
            <p:nvPr/>
          </p:nvSpPr>
          <p:spPr>
            <a:xfrm>
              <a:off x="1623600" y="2522939"/>
              <a:ext cx="324000" cy="216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A989D2C2-1793-D7D8-A851-F01B70B37F8B}"/>
                </a:ext>
              </a:extLst>
            </p:cNvPr>
            <p:cNvCxnSpPr>
              <a:cxnSpLocks/>
              <a:endCxn id="84" idx="2"/>
            </p:cNvCxnSpPr>
            <p:nvPr/>
          </p:nvCxnSpPr>
          <p:spPr>
            <a:xfrm flipH="1">
              <a:off x="1137600" y="2706602"/>
              <a:ext cx="544690" cy="32337"/>
            </a:xfrm>
            <a:prstGeom prst="straightConnector1">
              <a:avLst/>
            </a:prstGeom>
            <a:ln w="19050">
              <a:noFill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D8C0A8F7-1DEF-9C51-48F6-A9AA16B5A728}"/>
              </a:ext>
            </a:extLst>
          </p:cNvPr>
          <p:cNvCxnSpPr>
            <a:cxnSpLocks/>
            <a:stCxn id="14" idx="3"/>
            <a:endCxn id="24" idx="1"/>
          </p:cNvCxnSpPr>
          <p:nvPr/>
        </p:nvCxnSpPr>
        <p:spPr>
          <a:xfrm>
            <a:off x="2453515" y="1816977"/>
            <a:ext cx="968308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1D2A3D8B-5472-6A12-24CC-A229DB648034}"/>
              </a:ext>
            </a:extLst>
          </p:cNvPr>
          <p:cNvCxnSpPr>
            <a:cxnSpLocks/>
            <a:stCxn id="18" idx="1"/>
            <a:endCxn id="8" idx="3"/>
          </p:cNvCxnSpPr>
          <p:nvPr/>
        </p:nvCxnSpPr>
        <p:spPr>
          <a:xfrm flipH="1">
            <a:off x="2453515" y="1466453"/>
            <a:ext cx="968308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95E2FB3C-0498-BEDF-440E-436CAEEA8E75}"/>
              </a:ext>
            </a:extLst>
          </p:cNvPr>
          <p:cNvCxnSpPr>
            <a:cxnSpLocks/>
            <a:stCxn id="12" idx="2"/>
            <a:endCxn id="31" idx="0"/>
          </p:cNvCxnSpPr>
          <p:nvPr/>
        </p:nvCxnSpPr>
        <p:spPr>
          <a:xfrm flipH="1">
            <a:off x="1180822" y="1902477"/>
            <a:ext cx="374937" cy="77690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35344315-F3E2-8E89-2FF2-08F964470062}"/>
              </a:ext>
            </a:extLst>
          </p:cNvPr>
          <p:cNvCxnSpPr>
            <a:cxnSpLocks/>
            <a:stCxn id="14" idx="2"/>
            <a:endCxn id="42" idx="0"/>
          </p:cNvCxnSpPr>
          <p:nvPr/>
        </p:nvCxnSpPr>
        <p:spPr>
          <a:xfrm>
            <a:off x="2273964" y="1902477"/>
            <a:ext cx="231672" cy="78970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44901DA8-BC6C-5919-25CF-0A2C4441540C}"/>
              </a:ext>
            </a:extLst>
          </p:cNvPr>
          <p:cNvCxnSpPr>
            <a:cxnSpLocks/>
            <a:stCxn id="24" idx="2"/>
            <a:endCxn id="44" idx="0"/>
          </p:cNvCxnSpPr>
          <p:nvPr/>
        </p:nvCxnSpPr>
        <p:spPr>
          <a:xfrm flipH="1">
            <a:off x="3223841" y="1902477"/>
            <a:ext cx="377534" cy="78970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5F0C5D9C-7ABA-BB60-AFB6-87A4B9D71C72}"/>
              </a:ext>
            </a:extLst>
          </p:cNvPr>
          <p:cNvCxnSpPr>
            <a:cxnSpLocks/>
            <a:stCxn id="26" idx="2"/>
            <a:endCxn id="55" idx="0"/>
          </p:cNvCxnSpPr>
          <p:nvPr/>
        </p:nvCxnSpPr>
        <p:spPr>
          <a:xfrm>
            <a:off x="4319580" y="1902477"/>
            <a:ext cx="309816" cy="79329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6BDE59A3-4771-5A67-95C2-C57A9F89B709}"/>
              </a:ext>
            </a:extLst>
          </p:cNvPr>
          <p:cNvCxnSpPr>
            <a:cxnSpLocks/>
            <a:stCxn id="48" idx="2"/>
            <a:endCxn id="65" idx="0"/>
          </p:cNvCxnSpPr>
          <p:nvPr/>
        </p:nvCxnSpPr>
        <p:spPr>
          <a:xfrm flipH="1">
            <a:off x="1958492" y="3213703"/>
            <a:ext cx="547144" cy="63264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箭头连接符 112">
            <a:extLst>
              <a:ext uri="{FF2B5EF4-FFF2-40B4-BE49-F238E27FC236}">
                <a16:creationId xmlns:a16="http://schemas.microsoft.com/office/drawing/2014/main" id="{7473AFBA-CDD8-1F5E-8C7E-70FA2B523E91}"/>
              </a:ext>
            </a:extLst>
          </p:cNvPr>
          <p:cNvCxnSpPr>
            <a:cxnSpLocks/>
            <a:stCxn id="50" idx="2"/>
            <a:endCxn id="77" idx="0"/>
          </p:cNvCxnSpPr>
          <p:nvPr/>
        </p:nvCxnSpPr>
        <p:spPr>
          <a:xfrm>
            <a:off x="3223841" y="3213703"/>
            <a:ext cx="415187" cy="63143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20A778E8-8DA8-ECDA-1B6A-873EB5C962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0414819"/>
              </p:ext>
            </p:extLst>
          </p:nvPr>
        </p:nvGraphicFramePr>
        <p:xfrm>
          <a:off x="5853259" y="1457462"/>
          <a:ext cx="5400000" cy="35951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0069618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058565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2022574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82929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022031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179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572165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3579346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3951236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3704865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557801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186370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8460501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29565253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09827964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022769"/>
                  </a:ext>
                </a:extLst>
              </a:tr>
            </a:tbl>
          </a:graphicData>
        </a:graphic>
      </p:graphicFrame>
      <p:sp>
        <p:nvSpPr>
          <p:cNvPr id="118" name="文本框 117">
            <a:extLst>
              <a:ext uri="{FF2B5EF4-FFF2-40B4-BE49-F238E27FC236}">
                <a16:creationId xmlns:a16="http://schemas.microsoft.com/office/drawing/2014/main" id="{3EB44367-4046-CD1B-CEC8-56EFAC68AAF7}"/>
              </a:ext>
            </a:extLst>
          </p:cNvPr>
          <p:cNvSpPr txBox="1"/>
          <p:nvPr/>
        </p:nvSpPr>
        <p:spPr>
          <a:xfrm>
            <a:off x="6096000" y="182706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dirty="0"/>
              <a:t>1</a:t>
            </a:r>
            <a:endParaRPr lang="zh-CN" altLang="en-US" sz="1400" dirty="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3067D133-7582-B698-E65B-5462F3614F23}"/>
              </a:ext>
            </a:extLst>
          </p:cNvPr>
          <p:cNvSpPr txBox="1"/>
          <p:nvPr/>
        </p:nvSpPr>
        <p:spPr>
          <a:xfrm>
            <a:off x="7528879" y="182706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dirty="0"/>
              <a:t>5</a:t>
            </a:r>
            <a:endParaRPr lang="zh-CN" altLang="en-US" sz="1400" dirty="0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D78BC98-5639-8AAD-7163-28E51700477D}"/>
              </a:ext>
            </a:extLst>
          </p:cNvPr>
          <p:cNvSpPr txBox="1"/>
          <p:nvPr/>
        </p:nvSpPr>
        <p:spPr>
          <a:xfrm>
            <a:off x="8955884" y="182706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dirty="0"/>
              <a:t>9</a:t>
            </a:r>
            <a:endParaRPr lang="zh-CN" altLang="en-US" sz="1400" dirty="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303CB16-9FE3-C2E4-A6BD-77311732A443}"/>
              </a:ext>
            </a:extLst>
          </p:cNvPr>
          <p:cNvSpPr txBox="1"/>
          <p:nvPr/>
        </p:nvSpPr>
        <p:spPr>
          <a:xfrm>
            <a:off x="10347185" y="1827061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dirty="0"/>
              <a:t>13</a:t>
            </a:r>
            <a:endParaRPr lang="zh-CN" altLang="en-US" sz="1400" dirty="0"/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DB214B8-7BCE-BD2E-C82B-3DB5079348CF}"/>
              </a:ext>
            </a:extLst>
          </p:cNvPr>
          <p:cNvSpPr txBox="1"/>
          <p:nvPr/>
        </p:nvSpPr>
        <p:spPr>
          <a:xfrm>
            <a:off x="5853259" y="1168978"/>
            <a:ext cx="32265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200" dirty="0"/>
              <a:t>启用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4432A138-157B-D7DC-8D39-D69660D97951}"/>
              </a:ext>
            </a:extLst>
          </p:cNvPr>
          <p:cNvSpPr txBox="1"/>
          <p:nvPr/>
        </p:nvSpPr>
        <p:spPr>
          <a:xfrm>
            <a:off x="6441689" y="1168978"/>
            <a:ext cx="107420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200" dirty="0"/>
              <a:t>下一个关系边</a:t>
            </a:r>
            <a:r>
              <a:rPr lang="en-US" altLang="zh-CN" sz="1200" dirty="0"/>
              <a:t>ID</a:t>
            </a:r>
            <a:endParaRPr lang="zh-CN" altLang="en-US" sz="1200" dirty="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E643A79E-9FBA-C593-9F2D-9F8E4B8AE90F}"/>
              </a:ext>
            </a:extLst>
          </p:cNvPr>
          <p:cNvSpPr txBox="1"/>
          <p:nvPr/>
        </p:nvSpPr>
        <p:spPr>
          <a:xfrm>
            <a:off x="7877820" y="1187832"/>
            <a:ext cx="96682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200" dirty="0"/>
              <a:t>下一个属性</a:t>
            </a:r>
            <a:r>
              <a:rPr lang="en-US" altLang="zh-CN" sz="1200" dirty="0"/>
              <a:t>ID</a:t>
            </a:r>
            <a:endParaRPr lang="zh-CN" altLang="en-US" sz="1200" dirty="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E705140D-0CC2-86DA-CE43-7C921C14D650}"/>
              </a:ext>
            </a:extLst>
          </p:cNvPr>
          <p:cNvSpPr txBox="1"/>
          <p:nvPr/>
        </p:nvSpPr>
        <p:spPr>
          <a:xfrm>
            <a:off x="9341539" y="1187832"/>
            <a:ext cx="100564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200" dirty="0"/>
              <a:t>下一个标签</a:t>
            </a:r>
            <a:r>
              <a:rPr lang="en-US" altLang="zh-CN" sz="1200" dirty="0"/>
              <a:t>ID</a:t>
            </a:r>
            <a:endParaRPr lang="zh-CN" altLang="en-US" sz="1200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AC857130-AF09-850C-9913-F3F38B534938}"/>
              </a:ext>
            </a:extLst>
          </p:cNvPr>
          <p:cNvSpPr txBox="1"/>
          <p:nvPr/>
        </p:nvSpPr>
        <p:spPr>
          <a:xfrm>
            <a:off x="10889848" y="1187832"/>
            <a:ext cx="3496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altLang="zh-CN" sz="1200" dirty="0"/>
              <a:t>extra</a:t>
            </a:r>
            <a:endParaRPr lang="zh-CN" altLang="en-US" sz="1200" dirty="0"/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D6C9F8D9-1C03-A125-901D-DA347F496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254834"/>
              </p:ext>
            </p:extLst>
          </p:nvPr>
        </p:nvGraphicFramePr>
        <p:xfrm>
          <a:off x="5488002" y="2679379"/>
          <a:ext cx="6120000" cy="18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0000">
                  <a:extLst>
                    <a:ext uri="{9D8B030D-6E8A-4147-A177-3AD203B41FA5}">
                      <a16:colId xmlns:a16="http://schemas.microsoft.com/office/drawing/2014/main" val="100696186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0585653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2022574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82929341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7022031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517946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5721653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73579346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39512367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03704865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5578015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818637006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4846050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9565253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209827964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33271588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20690269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3067135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10707810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24842779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38886756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6506336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9351755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876377063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403045479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04989796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10704170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91926349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291902119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566684637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1129400050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3311098155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882628362"/>
                    </a:ext>
                  </a:extLst>
                </a:gridCol>
                <a:gridCol w="180000">
                  <a:extLst>
                    <a:ext uri="{9D8B030D-6E8A-4147-A177-3AD203B41FA5}">
                      <a16:colId xmlns:a16="http://schemas.microsoft.com/office/drawing/2014/main" val="20906147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1022769"/>
                  </a:ext>
                </a:extLst>
              </a:tr>
            </a:tbl>
          </a:graphicData>
        </a:graphic>
      </p:graphicFrame>
      <p:sp>
        <p:nvSpPr>
          <p:cNvPr id="128" name="文本框 127">
            <a:extLst>
              <a:ext uri="{FF2B5EF4-FFF2-40B4-BE49-F238E27FC236}">
                <a16:creationId xmlns:a16="http://schemas.microsoft.com/office/drawing/2014/main" id="{EEB3AA03-F064-9D14-79F3-106E564CA7AA}"/>
              </a:ext>
            </a:extLst>
          </p:cNvPr>
          <p:cNvSpPr txBox="1"/>
          <p:nvPr/>
        </p:nvSpPr>
        <p:spPr>
          <a:xfrm>
            <a:off x="5544564" y="2859379"/>
            <a:ext cx="2584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00" dirty="0"/>
              <a:t>1</a:t>
            </a:r>
            <a:endParaRPr lang="zh-CN" altLang="en-US" sz="1100" dirty="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2D9A0893-A9C5-F887-0DB9-F543DB552C4C}"/>
              </a:ext>
            </a:extLst>
          </p:cNvPr>
          <p:cNvSpPr txBox="1"/>
          <p:nvPr/>
        </p:nvSpPr>
        <p:spPr>
          <a:xfrm>
            <a:off x="6253152" y="2860948"/>
            <a:ext cx="2584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00" dirty="0"/>
              <a:t>5</a:t>
            </a:r>
            <a:endParaRPr lang="zh-CN" altLang="en-US" sz="1100" dirty="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31878866-74EA-6028-8FC4-2021A4B4A6D3}"/>
              </a:ext>
            </a:extLst>
          </p:cNvPr>
          <p:cNvSpPr txBox="1"/>
          <p:nvPr/>
        </p:nvSpPr>
        <p:spPr>
          <a:xfrm>
            <a:off x="6969587" y="2860948"/>
            <a:ext cx="25840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00" dirty="0"/>
              <a:t>9</a:t>
            </a:r>
            <a:endParaRPr lang="zh-CN" altLang="en-US" sz="1100" dirty="0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3CA99F80-E8C6-5315-3871-3F516CC9BC4B}"/>
              </a:ext>
            </a:extLst>
          </p:cNvPr>
          <p:cNvSpPr txBox="1"/>
          <p:nvPr/>
        </p:nvSpPr>
        <p:spPr>
          <a:xfrm>
            <a:off x="7661002" y="2862518"/>
            <a:ext cx="3321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00" dirty="0"/>
              <a:t>13</a:t>
            </a:r>
            <a:endParaRPr lang="zh-CN" altLang="en-US" sz="1100" dirty="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E17BFAC2-E46B-579F-9045-0AEEA6451AE7}"/>
              </a:ext>
            </a:extLst>
          </p:cNvPr>
          <p:cNvSpPr txBox="1"/>
          <p:nvPr/>
        </p:nvSpPr>
        <p:spPr>
          <a:xfrm>
            <a:off x="8386863" y="2862518"/>
            <a:ext cx="3321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00" dirty="0"/>
              <a:t>17</a:t>
            </a:r>
            <a:endParaRPr lang="zh-CN" altLang="en-US" sz="1100" dirty="0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D8D2D168-CB3F-DFB1-373D-85DA33EAB5B0}"/>
              </a:ext>
            </a:extLst>
          </p:cNvPr>
          <p:cNvSpPr txBox="1"/>
          <p:nvPr/>
        </p:nvSpPr>
        <p:spPr>
          <a:xfrm>
            <a:off x="9104875" y="2864087"/>
            <a:ext cx="3321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00" dirty="0"/>
              <a:t>21</a:t>
            </a:r>
            <a:endParaRPr lang="zh-CN" altLang="en-US" sz="1100" dirty="0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5AD45DDF-6C69-B039-21D9-ED766A7B40F6}"/>
              </a:ext>
            </a:extLst>
          </p:cNvPr>
          <p:cNvSpPr txBox="1"/>
          <p:nvPr/>
        </p:nvSpPr>
        <p:spPr>
          <a:xfrm>
            <a:off x="9821314" y="2864088"/>
            <a:ext cx="3321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00" dirty="0"/>
              <a:t>25</a:t>
            </a:r>
            <a:endParaRPr lang="zh-CN" altLang="en-US" sz="1100" dirty="0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2C920B49-C0E0-9DB4-4915-1ECFCA759682}"/>
              </a:ext>
            </a:extLst>
          </p:cNvPr>
          <p:cNvSpPr txBox="1"/>
          <p:nvPr/>
        </p:nvSpPr>
        <p:spPr>
          <a:xfrm>
            <a:off x="10539326" y="2865659"/>
            <a:ext cx="3321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00" dirty="0"/>
              <a:t>29</a:t>
            </a:r>
            <a:endParaRPr lang="zh-CN" altLang="en-US" sz="1100" dirty="0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22933AF0-F512-D2A3-F48B-DC47E13B2BCE}"/>
              </a:ext>
            </a:extLst>
          </p:cNvPr>
          <p:cNvSpPr txBox="1"/>
          <p:nvPr/>
        </p:nvSpPr>
        <p:spPr>
          <a:xfrm>
            <a:off x="11266762" y="2867228"/>
            <a:ext cx="3321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00" dirty="0"/>
              <a:t>33</a:t>
            </a:r>
            <a:endParaRPr lang="zh-CN" altLang="en-US" sz="1100" dirty="0"/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5E198343-BDCA-7EB6-3BA0-9FD4EC7C914E}"/>
              </a:ext>
            </a:extLst>
          </p:cNvPr>
          <p:cNvSpPr txBox="1"/>
          <p:nvPr/>
        </p:nvSpPr>
        <p:spPr>
          <a:xfrm>
            <a:off x="11447443" y="2868800"/>
            <a:ext cx="33214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100" dirty="0"/>
              <a:t>34</a:t>
            </a:r>
            <a:endParaRPr lang="zh-CN" altLang="en-US" sz="1100" dirty="0"/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107BDB1F-3066-B56A-793B-20825B528A07}"/>
              </a:ext>
            </a:extLst>
          </p:cNvPr>
          <p:cNvSpPr txBox="1"/>
          <p:nvPr/>
        </p:nvSpPr>
        <p:spPr>
          <a:xfrm>
            <a:off x="5415319" y="2525006"/>
            <a:ext cx="27661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900" dirty="0"/>
              <a:t>启用</a:t>
            </a: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DFDF2E1E-747B-2507-26DC-3FA88CC4C8FE}"/>
              </a:ext>
            </a:extLst>
          </p:cNvPr>
          <p:cNvSpPr txBox="1"/>
          <p:nvPr/>
        </p:nvSpPr>
        <p:spPr>
          <a:xfrm>
            <a:off x="5825763" y="2526576"/>
            <a:ext cx="448055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900" dirty="0"/>
              <a:t>头节点</a:t>
            </a: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9AF933D9-BD07-E4DA-AC1B-E7C0AB9A2C00}"/>
              </a:ext>
            </a:extLst>
          </p:cNvPr>
          <p:cNvSpPr txBox="1"/>
          <p:nvPr/>
        </p:nvSpPr>
        <p:spPr>
          <a:xfrm>
            <a:off x="6487209" y="2537572"/>
            <a:ext cx="448055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900" dirty="0"/>
              <a:t>尾节点</a:t>
            </a: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FCC9DBAF-5899-3AC8-F1C9-B2D733EA99FB}"/>
              </a:ext>
            </a:extLst>
          </p:cNvPr>
          <p:cNvSpPr txBox="1"/>
          <p:nvPr/>
        </p:nvSpPr>
        <p:spPr>
          <a:xfrm>
            <a:off x="7054431" y="2539142"/>
            <a:ext cx="75910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900" dirty="0"/>
              <a:t>关系边类型</a:t>
            </a:r>
            <a:r>
              <a:rPr lang="en-US" altLang="zh-CN" sz="900" dirty="0"/>
              <a:t>ID</a:t>
            </a:r>
            <a:endParaRPr lang="zh-CN" altLang="en-US" sz="900" dirty="0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A734CFEC-4660-0625-6DA4-0AD4DAF8FA07}"/>
              </a:ext>
            </a:extLst>
          </p:cNvPr>
          <p:cNvSpPr txBox="1"/>
          <p:nvPr/>
        </p:nvSpPr>
        <p:spPr>
          <a:xfrm>
            <a:off x="7925090" y="2239089"/>
            <a:ext cx="48713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900" dirty="0"/>
              <a:t>头节点</a:t>
            </a:r>
            <a:endParaRPr lang="en-US" altLang="zh-CN" sz="900" dirty="0"/>
          </a:p>
          <a:p>
            <a:pPr algn="r"/>
            <a:r>
              <a:rPr lang="zh-CN" altLang="en-US" sz="900" dirty="0"/>
              <a:t>前节点</a:t>
            </a:r>
            <a:endParaRPr lang="en-US" altLang="zh-CN" sz="900" dirty="0"/>
          </a:p>
          <a:p>
            <a:pPr algn="r"/>
            <a:r>
              <a:rPr lang="zh-CN" altLang="en-US" sz="900" dirty="0"/>
              <a:t>关系边</a:t>
            </a:r>
            <a:r>
              <a:rPr lang="en-US" altLang="zh-CN" sz="900" dirty="0"/>
              <a:t>ID</a:t>
            </a:r>
            <a:endParaRPr lang="zh-CN" altLang="en-US" sz="900" dirty="0"/>
          </a:p>
        </p:txBody>
      </p:sp>
      <p:sp>
        <p:nvSpPr>
          <p:cNvPr id="147" name="文本框 146">
            <a:extLst>
              <a:ext uri="{FF2B5EF4-FFF2-40B4-BE49-F238E27FC236}">
                <a16:creationId xmlns:a16="http://schemas.microsoft.com/office/drawing/2014/main" id="{C4E3E6A2-7007-C1C6-7C78-16257CCB9539}"/>
              </a:ext>
            </a:extLst>
          </p:cNvPr>
          <p:cNvSpPr txBox="1"/>
          <p:nvPr/>
        </p:nvSpPr>
        <p:spPr>
          <a:xfrm>
            <a:off x="8553217" y="2252674"/>
            <a:ext cx="562382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900" dirty="0"/>
              <a:t>头节点</a:t>
            </a:r>
            <a:endParaRPr lang="en-US" altLang="zh-CN" sz="900" dirty="0"/>
          </a:p>
          <a:p>
            <a:pPr algn="r"/>
            <a:r>
              <a:rPr lang="zh-CN" altLang="en-US" sz="900" dirty="0"/>
              <a:t>后节点</a:t>
            </a:r>
            <a:endParaRPr lang="en-US" altLang="zh-CN" sz="900" dirty="0"/>
          </a:p>
          <a:p>
            <a:pPr algn="r"/>
            <a:r>
              <a:rPr lang="zh-CN" altLang="en-US" sz="900" dirty="0"/>
              <a:t>关系边</a:t>
            </a:r>
            <a:r>
              <a:rPr lang="en-US" altLang="zh-CN" sz="900" dirty="0"/>
              <a:t>ID</a:t>
            </a:r>
            <a:endParaRPr lang="zh-CN" altLang="en-US" sz="900" dirty="0"/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1E7F8DB6-86D8-1652-7CA3-CEAE94E28259}"/>
              </a:ext>
            </a:extLst>
          </p:cNvPr>
          <p:cNvSpPr txBox="1"/>
          <p:nvPr/>
        </p:nvSpPr>
        <p:spPr>
          <a:xfrm>
            <a:off x="9389178" y="2260647"/>
            <a:ext cx="466107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900" dirty="0"/>
              <a:t>尾节点</a:t>
            </a:r>
            <a:endParaRPr lang="en-US" altLang="zh-CN" sz="900" dirty="0"/>
          </a:p>
          <a:p>
            <a:pPr algn="r"/>
            <a:r>
              <a:rPr lang="zh-CN" altLang="en-US" sz="900" dirty="0"/>
              <a:t>前节点</a:t>
            </a:r>
            <a:endParaRPr lang="en-US" altLang="zh-CN" sz="900" dirty="0"/>
          </a:p>
          <a:p>
            <a:pPr algn="r"/>
            <a:r>
              <a:rPr lang="zh-CN" altLang="en-US" sz="900" dirty="0"/>
              <a:t>关系边</a:t>
            </a:r>
            <a:r>
              <a:rPr lang="en-US" altLang="zh-CN" sz="900" dirty="0"/>
              <a:t>ID</a:t>
            </a:r>
            <a:endParaRPr lang="zh-CN" altLang="en-US" sz="900" dirty="0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2AFF252D-4C9B-79D1-6C48-9AB6555ECE58}"/>
              </a:ext>
            </a:extLst>
          </p:cNvPr>
          <p:cNvSpPr txBox="1"/>
          <p:nvPr/>
        </p:nvSpPr>
        <p:spPr>
          <a:xfrm>
            <a:off x="10060051" y="2262217"/>
            <a:ext cx="547615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900" dirty="0"/>
              <a:t>尾节点</a:t>
            </a:r>
            <a:endParaRPr lang="en-US" altLang="zh-CN" sz="900" dirty="0"/>
          </a:p>
          <a:p>
            <a:pPr algn="r"/>
            <a:r>
              <a:rPr lang="zh-CN" altLang="en-US" sz="900" dirty="0"/>
              <a:t>后节点</a:t>
            </a:r>
            <a:endParaRPr lang="en-US" altLang="zh-CN" sz="900" dirty="0"/>
          </a:p>
          <a:p>
            <a:pPr algn="r"/>
            <a:r>
              <a:rPr lang="zh-CN" altLang="en-US" sz="900" dirty="0"/>
              <a:t>关系边</a:t>
            </a:r>
            <a:r>
              <a:rPr lang="en-US" altLang="zh-CN" sz="900" dirty="0"/>
              <a:t>ID</a:t>
            </a:r>
            <a:endParaRPr lang="zh-CN" altLang="en-US" sz="900" dirty="0"/>
          </a:p>
        </p:txBody>
      </p:sp>
      <p:sp>
        <p:nvSpPr>
          <p:cNvPr id="150" name="文本框 149">
            <a:extLst>
              <a:ext uri="{FF2B5EF4-FFF2-40B4-BE49-F238E27FC236}">
                <a16:creationId xmlns:a16="http://schemas.microsoft.com/office/drawing/2014/main" id="{BE17273E-E536-84E4-40AB-64D2D8A256A8}"/>
              </a:ext>
            </a:extLst>
          </p:cNvPr>
          <p:cNvSpPr txBox="1"/>
          <p:nvPr/>
        </p:nvSpPr>
        <p:spPr>
          <a:xfrm>
            <a:off x="10853275" y="2386506"/>
            <a:ext cx="4151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900" dirty="0"/>
              <a:t>下一个</a:t>
            </a:r>
            <a:endParaRPr lang="en-US" altLang="zh-CN" sz="900" dirty="0"/>
          </a:p>
          <a:p>
            <a:pPr algn="r"/>
            <a:r>
              <a:rPr lang="zh-CN" altLang="en-US" sz="900" dirty="0"/>
              <a:t>标签</a:t>
            </a:r>
            <a:r>
              <a:rPr lang="en-US" altLang="zh-CN" sz="900" dirty="0"/>
              <a:t>ID</a:t>
            </a:r>
            <a:endParaRPr lang="zh-CN" altLang="en-US" sz="900" dirty="0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09D08C41-6C20-EAFD-9FC8-4F2900170FB3}"/>
              </a:ext>
            </a:extLst>
          </p:cNvPr>
          <p:cNvSpPr txBox="1"/>
          <p:nvPr/>
        </p:nvSpPr>
        <p:spPr>
          <a:xfrm>
            <a:off x="11253259" y="2386506"/>
            <a:ext cx="4151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900" dirty="0"/>
              <a:t>首关系标记</a:t>
            </a:r>
            <a:endParaRPr lang="en-US" altLang="zh-CN" sz="900" dirty="0"/>
          </a:p>
        </p:txBody>
      </p:sp>
    </p:spTree>
    <p:extLst>
      <p:ext uri="{BB962C8B-B14F-4D97-AF65-F5344CB8AC3E}">
        <p14:creationId xmlns:p14="http://schemas.microsoft.com/office/powerpoint/2010/main" val="9402528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组合 60">
            <a:extLst>
              <a:ext uri="{FF2B5EF4-FFF2-40B4-BE49-F238E27FC236}">
                <a16:creationId xmlns:a16="http://schemas.microsoft.com/office/drawing/2014/main" id="{7CAD9E49-9C64-B314-DD6C-9C97130FB984}"/>
              </a:ext>
            </a:extLst>
          </p:cNvPr>
          <p:cNvGrpSpPr/>
          <p:nvPr/>
        </p:nvGrpSpPr>
        <p:grpSpPr>
          <a:xfrm>
            <a:off x="1148843" y="253826"/>
            <a:ext cx="8176132" cy="6489874"/>
            <a:chOff x="929768" y="368126"/>
            <a:chExt cx="8176132" cy="6489874"/>
          </a:xfrm>
        </p:grpSpPr>
        <p:pic>
          <p:nvPicPr>
            <p:cNvPr id="5" name="图形 4" descr="网络">
              <a:extLst>
                <a:ext uri="{FF2B5EF4-FFF2-40B4-BE49-F238E27FC236}">
                  <a16:creationId xmlns:a16="http://schemas.microsoft.com/office/drawing/2014/main" id="{7F985CAC-1003-260D-EC27-979E6AEDD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576512" y="552450"/>
              <a:ext cx="914400" cy="914400"/>
            </a:xfrm>
            <a:prstGeom prst="rect">
              <a:avLst/>
            </a:prstGeom>
          </p:spPr>
        </p:pic>
        <p:pic>
          <p:nvPicPr>
            <p:cNvPr id="7" name="图形 6" descr="数据库">
              <a:extLst>
                <a:ext uri="{FF2B5EF4-FFF2-40B4-BE49-F238E27FC236}">
                  <a16:creationId xmlns:a16="http://schemas.microsoft.com/office/drawing/2014/main" id="{C3C62604-8658-E006-683D-6BFB821DCD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819650" y="1404700"/>
              <a:ext cx="4286250" cy="4286250"/>
            </a:xfrm>
            <a:prstGeom prst="rect">
              <a:avLst/>
            </a:prstGeom>
          </p:spPr>
        </p:pic>
        <p:pic>
          <p:nvPicPr>
            <p:cNvPr id="9" name="图形 8" descr="服务器">
              <a:extLst>
                <a:ext uri="{FF2B5EF4-FFF2-40B4-BE49-F238E27FC236}">
                  <a16:creationId xmlns:a16="http://schemas.microsoft.com/office/drawing/2014/main" id="{9DC182BC-F461-C90A-8EC8-7CDF11CA5B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33662" y="1795462"/>
              <a:ext cx="914400" cy="914400"/>
            </a:xfrm>
            <a:prstGeom prst="rect">
              <a:avLst/>
            </a:prstGeom>
          </p:spPr>
        </p:pic>
        <p:pic>
          <p:nvPicPr>
            <p:cNvPr id="11" name="图形 10" descr="桌子">
              <a:extLst>
                <a:ext uri="{FF2B5EF4-FFF2-40B4-BE49-F238E27FC236}">
                  <a16:creationId xmlns:a16="http://schemas.microsoft.com/office/drawing/2014/main" id="{4FD703BE-A5A9-384E-38E0-5B73169DA51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576512" y="3000375"/>
              <a:ext cx="914400" cy="914400"/>
            </a:xfrm>
            <a:prstGeom prst="rect">
              <a:avLst/>
            </a:prstGeom>
          </p:spPr>
        </p:pic>
        <p:pic>
          <p:nvPicPr>
            <p:cNvPr id="13" name="图形 12" descr="清单">
              <a:extLst>
                <a:ext uri="{FF2B5EF4-FFF2-40B4-BE49-F238E27FC236}">
                  <a16:creationId xmlns:a16="http://schemas.microsoft.com/office/drawing/2014/main" id="{EB3FF8AC-33F5-C5FF-2960-2D697A6C1B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576512" y="3886200"/>
              <a:ext cx="914400" cy="914400"/>
            </a:xfrm>
            <a:prstGeom prst="rect">
              <a:avLst/>
            </a:prstGeom>
          </p:spPr>
        </p:pic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9107639D-2AB8-B166-795F-4701F52F6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762250" y="5010151"/>
              <a:ext cx="600074" cy="600074"/>
            </a:xfrm>
            <a:prstGeom prst="rect">
              <a:avLst/>
            </a:prstGeom>
          </p:spPr>
        </p:pic>
        <p:pic>
          <p:nvPicPr>
            <p:cNvPr id="17" name="图形 16" descr="文档">
              <a:extLst>
                <a:ext uri="{FF2B5EF4-FFF2-40B4-BE49-F238E27FC236}">
                  <a16:creationId xmlns:a16="http://schemas.microsoft.com/office/drawing/2014/main" id="{6A85EA81-0782-16A7-F5E1-5A1F9C524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576512" y="5943600"/>
              <a:ext cx="914400" cy="914400"/>
            </a:xfrm>
            <a:prstGeom prst="rect">
              <a:avLst/>
            </a:prstGeom>
          </p:spPr>
        </p:pic>
        <p:sp>
          <p:nvSpPr>
            <p:cNvPr id="19" name="左大括号 18">
              <a:extLst>
                <a:ext uri="{FF2B5EF4-FFF2-40B4-BE49-F238E27FC236}">
                  <a16:creationId xmlns:a16="http://schemas.microsoft.com/office/drawing/2014/main" id="{4986C919-F5B9-9553-9181-D0FADEC07E66}"/>
                </a:ext>
              </a:extLst>
            </p:cNvPr>
            <p:cNvSpPr/>
            <p:nvPr/>
          </p:nvSpPr>
          <p:spPr>
            <a:xfrm>
              <a:off x="2128836" y="976312"/>
              <a:ext cx="447676" cy="1138238"/>
            </a:xfrm>
            <a:prstGeom prst="leftBrace">
              <a:avLst/>
            </a:prstGeom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右中括号 20">
              <a:extLst>
                <a:ext uri="{FF2B5EF4-FFF2-40B4-BE49-F238E27FC236}">
                  <a16:creationId xmlns:a16="http://schemas.microsoft.com/office/drawing/2014/main" id="{286E322B-6839-F0DA-1BB9-B7811DC412C8}"/>
                </a:ext>
              </a:extLst>
            </p:cNvPr>
            <p:cNvSpPr/>
            <p:nvPr/>
          </p:nvSpPr>
          <p:spPr>
            <a:xfrm>
              <a:off x="3571335" y="3353916"/>
              <a:ext cx="161925" cy="2219325"/>
            </a:xfrm>
            <a:prstGeom prst="rightBracket">
              <a:avLst/>
            </a:prstGeom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左大括号 22">
              <a:extLst>
                <a:ext uri="{FF2B5EF4-FFF2-40B4-BE49-F238E27FC236}">
                  <a16:creationId xmlns:a16="http://schemas.microsoft.com/office/drawing/2014/main" id="{F8405982-C227-4806-476D-777D2DA15CB9}"/>
                </a:ext>
              </a:extLst>
            </p:cNvPr>
            <p:cNvSpPr/>
            <p:nvPr/>
          </p:nvSpPr>
          <p:spPr>
            <a:xfrm>
              <a:off x="2128836" y="3343275"/>
              <a:ext cx="447676" cy="2028825"/>
            </a:xfrm>
            <a:prstGeom prst="leftBrace">
              <a:avLst/>
            </a:prstGeom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A3A8517-3D98-9D13-2280-D6A6F90090FA}"/>
                </a:ext>
              </a:extLst>
            </p:cNvPr>
            <p:cNvSpPr txBox="1"/>
            <p:nvPr/>
          </p:nvSpPr>
          <p:spPr>
            <a:xfrm>
              <a:off x="1038225" y="1406931"/>
              <a:ext cx="978767" cy="2308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zh-CN" altLang="en-US" sz="1500" dirty="0"/>
                <a:t>结构化数据</a:t>
              </a: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E436913F-1357-DF9A-F78A-09A51B6101E7}"/>
                </a:ext>
              </a:extLst>
            </p:cNvPr>
            <p:cNvSpPr txBox="1"/>
            <p:nvPr/>
          </p:nvSpPr>
          <p:spPr>
            <a:xfrm>
              <a:off x="929768" y="4242271"/>
              <a:ext cx="1159742" cy="2308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zh-CN" altLang="en-US" sz="1500" dirty="0"/>
                <a:t>半结构化数据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DB8D91FA-325F-A667-AE19-A5129ED65960}"/>
                </a:ext>
              </a:extLst>
            </p:cNvPr>
            <p:cNvSpPr txBox="1"/>
            <p:nvPr/>
          </p:nvSpPr>
          <p:spPr>
            <a:xfrm>
              <a:off x="969094" y="6169968"/>
              <a:ext cx="1159742" cy="2308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zh-CN" altLang="en-US" sz="1500" dirty="0"/>
                <a:t>非格式化数据</a:t>
              </a: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D3520B7-7745-1B6C-DF4B-8A0149B33DBD}"/>
                </a:ext>
              </a:extLst>
            </p:cNvPr>
            <p:cNvSpPr txBox="1"/>
            <p:nvPr/>
          </p:nvSpPr>
          <p:spPr>
            <a:xfrm>
              <a:off x="2383557" y="368126"/>
              <a:ext cx="978767" cy="2308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zh-CN" altLang="en-US" sz="1500" dirty="0"/>
                <a:t>链接数据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A2537BEF-9A7F-CB2E-FBE6-0407BB4DFE72}"/>
                </a:ext>
              </a:extLst>
            </p:cNvPr>
            <p:cNvSpPr txBox="1"/>
            <p:nvPr/>
          </p:nvSpPr>
          <p:spPr>
            <a:xfrm>
              <a:off x="2633662" y="1549077"/>
              <a:ext cx="728662" cy="2308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zh-CN" altLang="en-US" sz="1500" dirty="0"/>
                <a:t>数据库</a:t>
              </a: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A84C19EA-3489-FC9A-BE90-22D509B69D36}"/>
                </a:ext>
              </a:extLst>
            </p:cNvPr>
            <p:cNvSpPr txBox="1"/>
            <p:nvPr/>
          </p:nvSpPr>
          <p:spPr>
            <a:xfrm>
              <a:off x="2694345" y="2894484"/>
              <a:ext cx="728662" cy="2308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zh-CN" altLang="en-US" sz="1500" dirty="0"/>
                <a:t>表格</a:t>
              </a: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D090E5CD-59AF-D45A-0432-6F62EBB33A92}"/>
                </a:ext>
              </a:extLst>
            </p:cNvPr>
            <p:cNvSpPr txBox="1"/>
            <p:nvPr/>
          </p:nvSpPr>
          <p:spPr>
            <a:xfrm>
              <a:off x="2762249" y="3717281"/>
              <a:ext cx="475021" cy="2308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zh-CN" altLang="en-US" sz="1500" dirty="0"/>
                <a:t>列表</a:t>
              </a:r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EA972B3C-A509-27AB-B51A-F882433AF0BB}"/>
                </a:ext>
              </a:extLst>
            </p:cNvPr>
            <p:cNvSpPr txBox="1"/>
            <p:nvPr/>
          </p:nvSpPr>
          <p:spPr>
            <a:xfrm>
              <a:off x="2688160" y="4779319"/>
              <a:ext cx="619665" cy="2308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zh-CN" altLang="en-US" sz="1500" dirty="0"/>
                <a:t>信息框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980ABB8-BFE7-E54D-02F8-9027239E27E4}"/>
                </a:ext>
              </a:extLst>
            </p:cNvPr>
            <p:cNvSpPr txBox="1"/>
            <p:nvPr/>
          </p:nvSpPr>
          <p:spPr>
            <a:xfrm>
              <a:off x="2709861" y="5751984"/>
              <a:ext cx="619665" cy="2308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zh-CN" altLang="en-US" sz="1500" dirty="0"/>
                <a:t>文本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DF9C4AC8-630A-20F4-6D40-5312F9F2298A}"/>
                </a:ext>
              </a:extLst>
            </p:cNvPr>
            <p:cNvSpPr txBox="1"/>
            <p:nvPr/>
          </p:nvSpPr>
          <p:spPr>
            <a:xfrm>
              <a:off x="6398345" y="2104488"/>
              <a:ext cx="978767" cy="2308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zh-CN" altLang="en-US" sz="1500" b="1" dirty="0">
                  <a:solidFill>
                    <a:srgbClr val="C00000"/>
                  </a:solidFill>
                </a:rPr>
                <a:t>知识图谱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945E010A-2523-81A4-1CA0-F2085B00CE5D}"/>
                </a:ext>
              </a:extLst>
            </p:cNvPr>
            <p:cNvSpPr txBox="1"/>
            <p:nvPr/>
          </p:nvSpPr>
          <p:spPr>
            <a:xfrm>
              <a:off x="5908961" y="2875731"/>
              <a:ext cx="978767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zh-CN" altLang="en-US" sz="1500" dirty="0">
                  <a:solidFill>
                    <a:srgbClr val="FF0000"/>
                  </a:solidFill>
                </a:rPr>
                <a:t>概念</a:t>
              </a:r>
              <a:r>
                <a:rPr lang="en-US" altLang="zh-CN" sz="1500" dirty="0">
                  <a:solidFill>
                    <a:srgbClr val="FF0000"/>
                  </a:solidFill>
                </a:rPr>
                <a:t>Concept</a:t>
              </a:r>
              <a:endParaRPr lang="zh-CN" altLang="en-US" sz="1500" dirty="0">
                <a:solidFill>
                  <a:srgbClr val="FF000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7E6D6940-2CC4-F398-802D-78CC12471CE0}"/>
                </a:ext>
              </a:extLst>
            </p:cNvPr>
            <p:cNvSpPr txBox="1"/>
            <p:nvPr/>
          </p:nvSpPr>
          <p:spPr>
            <a:xfrm>
              <a:off x="6952377" y="2892251"/>
              <a:ext cx="978767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zh-CN" altLang="en-US" sz="1500" dirty="0">
                  <a:solidFill>
                    <a:srgbClr val="FF0000"/>
                  </a:solidFill>
                </a:rPr>
                <a:t>实体</a:t>
              </a:r>
              <a:endParaRPr lang="en-US" altLang="zh-CN" sz="1500" dirty="0">
                <a:solidFill>
                  <a:srgbClr val="FF0000"/>
                </a:solidFill>
              </a:endParaRPr>
            </a:p>
            <a:p>
              <a:pPr algn="ctr"/>
              <a:r>
                <a:rPr lang="en-US" altLang="zh-CN" sz="1500" dirty="0">
                  <a:solidFill>
                    <a:srgbClr val="FF0000"/>
                  </a:solidFill>
                </a:rPr>
                <a:t>Entities</a:t>
              </a:r>
              <a:endParaRPr lang="zh-CN" altLang="en-US" sz="1500" dirty="0">
                <a:solidFill>
                  <a:srgbClr val="FF0000"/>
                </a:solidFill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AFB1A152-50FA-6886-4BCD-7D455FCEA4F1}"/>
                </a:ext>
              </a:extLst>
            </p:cNvPr>
            <p:cNvSpPr txBox="1"/>
            <p:nvPr/>
          </p:nvSpPr>
          <p:spPr>
            <a:xfrm>
              <a:off x="5908960" y="3720927"/>
              <a:ext cx="978767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zh-CN" altLang="en-US" sz="1500" dirty="0">
                  <a:solidFill>
                    <a:srgbClr val="FF0000"/>
                  </a:solidFill>
                </a:rPr>
                <a:t>关系</a:t>
              </a:r>
              <a:r>
                <a:rPr lang="en-US" altLang="zh-CN" sz="1500" dirty="0">
                  <a:solidFill>
                    <a:srgbClr val="FF0000"/>
                  </a:solidFill>
                </a:rPr>
                <a:t>Relation</a:t>
              </a:r>
              <a:endParaRPr lang="zh-CN" altLang="en-US" sz="1500" dirty="0">
                <a:solidFill>
                  <a:srgbClr val="FF0000"/>
                </a:solidFill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29067AFD-4198-D188-98B3-DD984C85B9FC}"/>
                </a:ext>
              </a:extLst>
            </p:cNvPr>
            <p:cNvSpPr txBox="1"/>
            <p:nvPr/>
          </p:nvSpPr>
          <p:spPr>
            <a:xfrm>
              <a:off x="6952376" y="3753148"/>
              <a:ext cx="978767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zh-CN" altLang="en-US" sz="1500" dirty="0">
                  <a:solidFill>
                    <a:srgbClr val="FF0000"/>
                  </a:solidFill>
                </a:rPr>
                <a:t>事实</a:t>
              </a:r>
              <a:endParaRPr lang="en-US" altLang="zh-CN" sz="1500" dirty="0">
                <a:solidFill>
                  <a:srgbClr val="FF0000"/>
                </a:solidFill>
              </a:endParaRPr>
            </a:p>
            <a:p>
              <a:pPr algn="ctr"/>
              <a:r>
                <a:rPr lang="en-US" altLang="zh-CN" sz="1500" dirty="0">
                  <a:solidFill>
                    <a:srgbClr val="FF0000"/>
                  </a:solidFill>
                </a:rPr>
                <a:t>Facts</a:t>
              </a:r>
              <a:endParaRPr lang="zh-CN" altLang="en-US" sz="1500" dirty="0">
                <a:solidFill>
                  <a:srgbClr val="FF0000"/>
                </a:solidFill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355362A1-6D27-CDE0-4986-214A6D5A73E4}"/>
                </a:ext>
              </a:extLst>
            </p:cNvPr>
            <p:cNvSpPr txBox="1"/>
            <p:nvPr/>
          </p:nvSpPr>
          <p:spPr>
            <a:xfrm>
              <a:off x="5908960" y="4588524"/>
              <a:ext cx="978767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zh-CN" altLang="en-US" sz="1500" dirty="0">
                  <a:solidFill>
                    <a:srgbClr val="FF0000"/>
                  </a:solidFill>
                </a:rPr>
                <a:t>事件</a:t>
              </a:r>
              <a:endParaRPr lang="en-US" altLang="zh-CN" sz="1500" dirty="0">
                <a:solidFill>
                  <a:srgbClr val="FF0000"/>
                </a:solidFill>
              </a:endParaRPr>
            </a:p>
            <a:p>
              <a:pPr algn="ctr"/>
              <a:r>
                <a:rPr lang="en-US" altLang="zh-CN" sz="1500" dirty="0">
                  <a:solidFill>
                    <a:srgbClr val="FF0000"/>
                  </a:solidFill>
                </a:rPr>
                <a:t>Events</a:t>
              </a:r>
              <a:endParaRPr lang="zh-CN" altLang="en-US" sz="1500" dirty="0">
                <a:solidFill>
                  <a:srgbClr val="FF0000"/>
                </a:solidFill>
              </a:endParaRP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279E8B68-472D-06FE-BD89-10802474EF9F}"/>
                </a:ext>
              </a:extLst>
            </p:cNvPr>
            <p:cNvSpPr txBox="1"/>
            <p:nvPr/>
          </p:nvSpPr>
          <p:spPr>
            <a:xfrm>
              <a:off x="6962775" y="4614045"/>
              <a:ext cx="978767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zh-CN" altLang="en-US" sz="1500" dirty="0">
                  <a:solidFill>
                    <a:srgbClr val="FF0000"/>
                  </a:solidFill>
                </a:rPr>
                <a:t>规则</a:t>
              </a:r>
              <a:endParaRPr lang="en-US" altLang="zh-CN" sz="1500" dirty="0">
                <a:solidFill>
                  <a:srgbClr val="FF0000"/>
                </a:solidFill>
              </a:endParaRPr>
            </a:p>
            <a:p>
              <a:pPr algn="ctr"/>
              <a:r>
                <a:rPr lang="en-US" altLang="zh-CN" sz="1500" dirty="0">
                  <a:solidFill>
                    <a:srgbClr val="FF0000"/>
                  </a:solidFill>
                </a:rPr>
                <a:t>Rules</a:t>
              </a:r>
              <a:endParaRPr lang="zh-CN" altLang="en-US" sz="1500" dirty="0">
                <a:solidFill>
                  <a:srgbClr val="FF0000"/>
                </a:solidFill>
              </a:endParaRPr>
            </a:p>
          </p:txBody>
        </p: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7630A147-72D6-B2C2-9EEE-863A7FF19594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3490912" y="1009650"/>
              <a:ext cx="2147888" cy="1210254"/>
            </a:xfrm>
            <a:prstGeom prst="straightConnector1">
              <a:avLst/>
            </a:prstGeom>
            <a:ln w="19050">
              <a:solidFill>
                <a:srgbClr val="33CCCC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F500EEA-1851-5188-4ED8-5F5C62593B47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3548062" y="2252662"/>
              <a:ext cx="2090738" cy="639589"/>
            </a:xfrm>
            <a:prstGeom prst="straightConnector1">
              <a:avLst/>
            </a:prstGeom>
            <a:ln w="19050">
              <a:solidFill>
                <a:srgbClr val="33CCCC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22840714-DBC5-3D3C-9465-FD5B157BD01F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>
              <a:off x="3733260" y="4463579"/>
              <a:ext cx="1800226" cy="26044"/>
            </a:xfrm>
            <a:prstGeom prst="straightConnector1">
              <a:avLst/>
            </a:prstGeom>
            <a:ln w="19050">
              <a:solidFill>
                <a:srgbClr val="33CCCC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B6868F14-68C2-D412-1534-64A0912D5C43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 flipV="1">
              <a:off x="3490912" y="4664719"/>
              <a:ext cx="2195513" cy="1736081"/>
            </a:xfrm>
            <a:prstGeom prst="straightConnector1">
              <a:avLst/>
            </a:prstGeom>
            <a:ln w="19050">
              <a:solidFill>
                <a:srgbClr val="33CCCC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1D720617-C223-E73F-1E5F-228E351EC105}"/>
                </a:ext>
              </a:extLst>
            </p:cNvPr>
            <p:cNvSpPr txBox="1"/>
            <p:nvPr/>
          </p:nvSpPr>
          <p:spPr>
            <a:xfrm>
              <a:off x="4075472" y="1499361"/>
              <a:ext cx="97876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zh-CN" altLang="en-US" sz="1500" dirty="0"/>
                <a:t>图谱融合</a:t>
              </a: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3D5238F1-9B6C-035C-1A07-7D34D140DDEC}"/>
                </a:ext>
              </a:extLst>
            </p:cNvPr>
            <p:cNvSpPr txBox="1"/>
            <p:nvPr/>
          </p:nvSpPr>
          <p:spPr>
            <a:xfrm>
              <a:off x="3723215" y="2439814"/>
              <a:ext cx="1611844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500" dirty="0"/>
                <a:t>D2R</a:t>
              </a:r>
              <a:r>
                <a:rPr lang="zh-CN" altLang="en-US" sz="1500" dirty="0"/>
                <a:t>转换语义集成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2D54DBE2-AF72-4C66-9393-672F2350B83C}"/>
                </a:ext>
              </a:extLst>
            </p:cNvPr>
            <p:cNvSpPr txBox="1"/>
            <p:nvPr/>
          </p:nvSpPr>
          <p:spPr>
            <a:xfrm>
              <a:off x="3870241" y="4214813"/>
              <a:ext cx="1611844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500" dirty="0"/>
                <a:t>Web Table</a:t>
              </a:r>
              <a:endParaRPr lang="zh-CN" altLang="en-US" sz="1500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6C7C2BE0-5C4B-26C8-A797-2FCA423706AA}"/>
                </a:ext>
              </a:extLst>
            </p:cNvPr>
            <p:cNvSpPr txBox="1"/>
            <p:nvPr/>
          </p:nvSpPr>
          <p:spPr>
            <a:xfrm>
              <a:off x="3813683" y="5430427"/>
              <a:ext cx="1611844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zh-CN" sz="1500" dirty="0"/>
                <a:t>Information Extraction</a:t>
              </a:r>
              <a:endParaRPr lang="zh-CN" altLang="en-US" sz="15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5344015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文本框 237">
            <a:extLst>
              <a:ext uri="{FF2B5EF4-FFF2-40B4-BE49-F238E27FC236}">
                <a16:creationId xmlns:a16="http://schemas.microsoft.com/office/drawing/2014/main" id="{C8FE13A0-710E-1DE2-F056-27F43C114FE4}"/>
              </a:ext>
            </a:extLst>
          </p:cNvPr>
          <p:cNvSpPr txBox="1"/>
          <p:nvPr/>
        </p:nvSpPr>
        <p:spPr>
          <a:xfrm>
            <a:off x="6096000" y="4307578"/>
            <a:ext cx="3068663" cy="136735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lIns="0" tIns="0" rIns="0" bIns="0" rtlCol="0">
            <a:spAutoFit/>
          </a:bodyPr>
          <a:lstStyle/>
          <a:p>
            <a:pPr algn="ctr"/>
            <a:endParaRPr lang="zh-CN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7DB72B6E-0655-310C-0B97-4BB46756C55C}"/>
              </a:ext>
            </a:extLst>
          </p:cNvPr>
          <p:cNvSpPr txBox="1"/>
          <p:nvPr/>
        </p:nvSpPr>
        <p:spPr>
          <a:xfrm>
            <a:off x="2870223" y="4317005"/>
            <a:ext cx="3068663" cy="136735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lIns="0" tIns="0" rIns="0" bIns="0" rtlCol="0">
            <a:spAutoFit/>
          </a:bodyPr>
          <a:lstStyle/>
          <a:p>
            <a:pPr algn="ctr"/>
            <a:endParaRPr lang="zh-CN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ADA688D-7ECC-0E76-3561-772A9EFB694B}"/>
              </a:ext>
            </a:extLst>
          </p:cNvPr>
          <p:cNvSpPr/>
          <p:nvPr/>
        </p:nvSpPr>
        <p:spPr>
          <a:xfrm>
            <a:off x="218990" y="2863066"/>
            <a:ext cx="479829" cy="1867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EDE413F8-F462-383D-D867-C423AA156503}"/>
              </a:ext>
            </a:extLst>
          </p:cNvPr>
          <p:cNvSpPr/>
          <p:nvPr/>
        </p:nvSpPr>
        <p:spPr>
          <a:xfrm>
            <a:off x="154676" y="1964607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9B6E1BD-8105-28E1-FC40-F7E2CCE85CDB}"/>
              </a:ext>
            </a:extLst>
          </p:cNvPr>
          <p:cNvSpPr/>
          <p:nvPr/>
        </p:nvSpPr>
        <p:spPr>
          <a:xfrm>
            <a:off x="1210478" y="1964606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966AF413-1F57-8861-59BE-FB571AC2DE5B}"/>
              </a:ext>
            </a:extLst>
          </p:cNvPr>
          <p:cNvSpPr/>
          <p:nvPr/>
        </p:nvSpPr>
        <p:spPr>
          <a:xfrm>
            <a:off x="1964308" y="1964606"/>
            <a:ext cx="603944" cy="473225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…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48352A5-82E7-3FB5-0D69-5BA1D6B90823}"/>
              </a:ext>
            </a:extLst>
          </p:cNvPr>
          <p:cNvSpPr/>
          <p:nvPr/>
        </p:nvSpPr>
        <p:spPr>
          <a:xfrm>
            <a:off x="2870224" y="1964606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8228C3DD-BB65-9D77-2A8D-3E863E1008C9}"/>
              </a:ext>
            </a:extLst>
          </p:cNvPr>
          <p:cNvSpPr/>
          <p:nvPr/>
        </p:nvSpPr>
        <p:spPr>
          <a:xfrm>
            <a:off x="154676" y="927659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628F2BF-64CE-B058-0D4C-6168D83CE8B7}"/>
              </a:ext>
            </a:extLst>
          </p:cNvPr>
          <p:cNvSpPr/>
          <p:nvPr/>
        </p:nvSpPr>
        <p:spPr>
          <a:xfrm>
            <a:off x="1210478" y="927658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B3D0C7E5-BFCF-BCA7-072F-B97485185960}"/>
              </a:ext>
            </a:extLst>
          </p:cNvPr>
          <p:cNvSpPr/>
          <p:nvPr/>
        </p:nvSpPr>
        <p:spPr>
          <a:xfrm>
            <a:off x="1964308" y="927658"/>
            <a:ext cx="603944" cy="473225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…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9D2A367E-1808-5430-6DE8-956B99C351E3}"/>
              </a:ext>
            </a:extLst>
          </p:cNvPr>
          <p:cNvSpPr/>
          <p:nvPr/>
        </p:nvSpPr>
        <p:spPr>
          <a:xfrm>
            <a:off x="2870224" y="927658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91AD83F-B775-151A-D04B-362703D5AFA8}"/>
              </a:ext>
            </a:extLst>
          </p:cNvPr>
          <p:cNvSpPr/>
          <p:nvPr/>
        </p:nvSpPr>
        <p:spPr>
          <a:xfrm>
            <a:off x="154676" y="147120"/>
            <a:ext cx="603944" cy="3059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Tag</a:t>
            </a:r>
            <a:r>
              <a:rPr lang="en-US" altLang="zh-CN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AD4CA77-3429-D368-C4FE-893631B091B2}"/>
              </a:ext>
            </a:extLst>
          </p:cNvPr>
          <p:cNvSpPr/>
          <p:nvPr/>
        </p:nvSpPr>
        <p:spPr>
          <a:xfrm>
            <a:off x="1210478" y="147119"/>
            <a:ext cx="603944" cy="31108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Tag</a:t>
            </a:r>
            <a:r>
              <a:rPr lang="en-US" altLang="zh-CN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F5C0918F-0582-D539-0C17-C642625D2AC8}"/>
              </a:ext>
            </a:extLst>
          </p:cNvPr>
          <p:cNvSpPr/>
          <p:nvPr/>
        </p:nvSpPr>
        <p:spPr>
          <a:xfrm>
            <a:off x="2860795" y="147119"/>
            <a:ext cx="603944" cy="30166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Tag</a:t>
            </a:r>
            <a:r>
              <a:rPr lang="en-US" altLang="zh-CN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</a:t>
            </a:r>
            <a:endParaRPr lang="en-US" altLang="zh-CN" baseline="-25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B0623444-9D5C-1173-A7F0-C75560CCA808}"/>
              </a:ext>
            </a:extLst>
          </p:cNvPr>
          <p:cNvSpPr>
            <a:spLocks noChangeAspect="1"/>
          </p:cNvSpPr>
          <p:nvPr/>
        </p:nvSpPr>
        <p:spPr>
          <a:xfrm rot="170887">
            <a:off x="260676" y="2919274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C8A8A661-F3CF-12CC-873A-8E259505E594}"/>
              </a:ext>
            </a:extLst>
          </p:cNvPr>
          <p:cNvSpPr>
            <a:spLocks noChangeAspect="1"/>
          </p:cNvSpPr>
          <p:nvPr/>
        </p:nvSpPr>
        <p:spPr>
          <a:xfrm rot="170887">
            <a:off x="420564" y="2919275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F560C78B-6293-6AB9-144F-CD9935112FFA}"/>
              </a:ext>
            </a:extLst>
          </p:cNvPr>
          <p:cNvSpPr>
            <a:spLocks noChangeAspect="1"/>
          </p:cNvSpPr>
          <p:nvPr/>
        </p:nvSpPr>
        <p:spPr>
          <a:xfrm rot="170887">
            <a:off x="580451" y="2919276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C10724F-F894-C3EE-BE56-F7F8CB3F7A36}"/>
              </a:ext>
            </a:extLst>
          </p:cNvPr>
          <p:cNvSpPr/>
          <p:nvPr/>
        </p:nvSpPr>
        <p:spPr>
          <a:xfrm>
            <a:off x="1276467" y="2852612"/>
            <a:ext cx="479829" cy="1867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24CEBEE7-AC92-F4B5-46A4-F08EA38C4C9F}"/>
              </a:ext>
            </a:extLst>
          </p:cNvPr>
          <p:cNvSpPr>
            <a:spLocks noChangeAspect="1"/>
          </p:cNvSpPr>
          <p:nvPr/>
        </p:nvSpPr>
        <p:spPr>
          <a:xfrm rot="170887">
            <a:off x="1318153" y="2908820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DF87591C-953B-4B8F-E7F0-41ABF95005A4}"/>
              </a:ext>
            </a:extLst>
          </p:cNvPr>
          <p:cNvSpPr>
            <a:spLocks noChangeAspect="1"/>
          </p:cNvSpPr>
          <p:nvPr/>
        </p:nvSpPr>
        <p:spPr>
          <a:xfrm rot="170887">
            <a:off x="1478041" y="2908821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CB72468D-C50A-79FF-CAF4-394F4AA16F37}"/>
              </a:ext>
            </a:extLst>
          </p:cNvPr>
          <p:cNvSpPr>
            <a:spLocks noChangeAspect="1"/>
          </p:cNvSpPr>
          <p:nvPr/>
        </p:nvSpPr>
        <p:spPr>
          <a:xfrm rot="170887">
            <a:off x="1637928" y="2908822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78202FE-D8B7-FE2F-AF03-40F3518C8A0C}"/>
              </a:ext>
            </a:extLst>
          </p:cNvPr>
          <p:cNvSpPr/>
          <p:nvPr/>
        </p:nvSpPr>
        <p:spPr>
          <a:xfrm>
            <a:off x="2928348" y="2853690"/>
            <a:ext cx="479829" cy="1867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404E138E-C1D4-9BA2-F826-8A718148DF1E}"/>
              </a:ext>
            </a:extLst>
          </p:cNvPr>
          <p:cNvSpPr>
            <a:spLocks noChangeAspect="1"/>
          </p:cNvSpPr>
          <p:nvPr/>
        </p:nvSpPr>
        <p:spPr>
          <a:xfrm rot="170887">
            <a:off x="2970034" y="2909898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0EC132B-1E23-49F5-E084-38CC5C1EA62D}"/>
              </a:ext>
            </a:extLst>
          </p:cNvPr>
          <p:cNvSpPr>
            <a:spLocks noChangeAspect="1"/>
          </p:cNvSpPr>
          <p:nvPr/>
        </p:nvSpPr>
        <p:spPr>
          <a:xfrm rot="170887">
            <a:off x="3129922" y="2909899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A6C2FB4B-3A40-6560-FCAA-08D8872DC513}"/>
              </a:ext>
            </a:extLst>
          </p:cNvPr>
          <p:cNvSpPr>
            <a:spLocks noChangeAspect="1"/>
          </p:cNvSpPr>
          <p:nvPr/>
        </p:nvSpPr>
        <p:spPr>
          <a:xfrm rot="170887">
            <a:off x="3289809" y="2909900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3B5EDBD-70AC-AB4D-16E8-D249B9D049BF}"/>
              </a:ext>
            </a:extLst>
          </p:cNvPr>
          <p:cNvCxnSpPr>
            <a:cxnSpLocks/>
            <a:stCxn id="22" idx="0"/>
            <a:endCxn id="4" idx="4"/>
          </p:cNvCxnSpPr>
          <p:nvPr/>
        </p:nvCxnSpPr>
        <p:spPr>
          <a:xfrm flipH="1" flipV="1">
            <a:off x="456648" y="2437832"/>
            <a:ext cx="2257" cy="425234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772E6C71-7B87-882A-CE4C-4AA29BAD31D5}"/>
              </a:ext>
            </a:extLst>
          </p:cNvPr>
          <p:cNvCxnSpPr>
            <a:cxnSpLocks/>
            <a:stCxn id="23" idx="0"/>
            <a:endCxn id="5" idx="4"/>
          </p:cNvCxnSpPr>
          <p:nvPr/>
        </p:nvCxnSpPr>
        <p:spPr>
          <a:xfrm flipH="1" flipV="1">
            <a:off x="1512450" y="2437831"/>
            <a:ext cx="3932" cy="414781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7256CC4F-94EC-876C-7404-E35C57C73665}"/>
              </a:ext>
            </a:extLst>
          </p:cNvPr>
          <p:cNvCxnSpPr>
            <a:cxnSpLocks/>
            <a:stCxn id="27" idx="0"/>
            <a:endCxn id="7" idx="4"/>
          </p:cNvCxnSpPr>
          <p:nvPr/>
        </p:nvCxnSpPr>
        <p:spPr>
          <a:xfrm flipV="1">
            <a:off x="3168263" y="2437831"/>
            <a:ext cx="3933" cy="415859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CDBBD40F-9DAF-FCEE-D69D-CE818A733BD1}"/>
              </a:ext>
            </a:extLst>
          </p:cNvPr>
          <p:cNvCxnSpPr>
            <a:cxnSpLocks/>
            <a:stCxn id="22" idx="0"/>
            <a:endCxn id="5" idx="4"/>
          </p:cNvCxnSpPr>
          <p:nvPr/>
        </p:nvCxnSpPr>
        <p:spPr>
          <a:xfrm flipV="1">
            <a:off x="458905" y="2437831"/>
            <a:ext cx="1053545" cy="425235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FFCEF9A-E9E2-73A6-C7F5-2904FFB3AAF0}"/>
              </a:ext>
            </a:extLst>
          </p:cNvPr>
          <p:cNvCxnSpPr>
            <a:cxnSpLocks/>
            <a:stCxn id="22" idx="0"/>
            <a:endCxn id="7" idx="4"/>
          </p:cNvCxnSpPr>
          <p:nvPr/>
        </p:nvCxnSpPr>
        <p:spPr>
          <a:xfrm flipV="1">
            <a:off x="458905" y="2437831"/>
            <a:ext cx="2713291" cy="425235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FF072139-D79E-CDEA-C52E-FA182E213C4C}"/>
              </a:ext>
            </a:extLst>
          </p:cNvPr>
          <p:cNvCxnSpPr>
            <a:cxnSpLocks/>
            <a:stCxn id="23" idx="0"/>
            <a:endCxn id="4" idx="4"/>
          </p:cNvCxnSpPr>
          <p:nvPr/>
        </p:nvCxnSpPr>
        <p:spPr>
          <a:xfrm flipH="1" flipV="1">
            <a:off x="456648" y="2437832"/>
            <a:ext cx="1059734" cy="414780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3969E83-46B9-71C6-D486-2509E937A91A}"/>
              </a:ext>
            </a:extLst>
          </p:cNvPr>
          <p:cNvCxnSpPr>
            <a:cxnSpLocks/>
            <a:stCxn id="23" idx="0"/>
            <a:endCxn id="7" idx="4"/>
          </p:cNvCxnSpPr>
          <p:nvPr/>
        </p:nvCxnSpPr>
        <p:spPr>
          <a:xfrm flipV="1">
            <a:off x="1516382" y="2437831"/>
            <a:ext cx="1655814" cy="414781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DF9135E9-BF90-3873-0F4A-F1D19BCAB50D}"/>
              </a:ext>
            </a:extLst>
          </p:cNvPr>
          <p:cNvCxnSpPr>
            <a:cxnSpLocks/>
            <a:stCxn id="27" idx="0"/>
            <a:endCxn id="4" idx="4"/>
          </p:cNvCxnSpPr>
          <p:nvPr/>
        </p:nvCxnSpPr>
        <p:spPr>
          <a:xfrm flipH="1" flipV="1">
            <a:off x="456648" y="2437832"/>
            <a:ext cx="2711615" cy="415858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62102286-CF5E-0753-3BF4-CC7DA11F4DF6}"/>
              </a:ext>
            </a:extLst>
          </p:cNvPr>
          <p:cNvCxnSpPr>
            <a:cxnSpLocks/>
            <a:stCxn id="27" idx="0"/>
            <a:endCxn id="5" idx="4"/>
          </p:cNvCxnSpPr>
          <p:nvPr/>
        </p:nvCxnSpPr>
        <p:spPr>
          <a:xfrm flipH="1" flipV="1">
            <a:off x="1512450" y="2437831"/>
            <a:ext cx="1655813" cy="415859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36470EB-32D0-AE40-64A4-BC686563E094}"/>
              </a:ext>
            </a:extLst>
          </p:cNvPr>
          <p:cNvCxnSpPr>
            <a:cxnSpLocks/>
            <a:stCxn id="4" idx="0"/>
            <a:endCxn id="8" idx="4"/>
          </p:cNvCxnSpPr>
          <p:nvPr/>
        </p:nvCxnSpPr>
        <p:spPr>
          <a:xfrm flipV="1">
            <a:off x="456648" y="1400884"/>
            <a:ext cx="0" cy="563723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404031A5-0B93-91F4-1CED-7C778F85A282}"/>
              </a:ext>
            </a:extLst>
          </p:cNvPr>
          <p:cNvCxnSpPr>
            <a:cxnSpLocks/>
            <a:stCxn id="5" idx="0"/>
            <a:endCxn id="9" idx="4"/>
          </p:cNvCxnSpPr>
          <p:nvPr/>
        </p:nvCxnSpPr>
        <p:spPr>
          <a:xfrm flipV="1">
            <a:off x="1512450" y="1400883"/>
            <a:ext cx="0" cy="563723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7A389F20-8F15-96B2-59F8-E8E83D9EB443}"/>
              </a:ext>
            </a:extLst>
          </p:cNvPr>
          <p:cNvCxnSpPr>
            <a:cxnSpLocks/>
            <a:stCxn id="7" idx="0"/>
            <a:endCxn id="11" idx="4"/>
          </p:cNvCxnSpPr>
          <p:nvPr/>
        </p:nvCxnSpPr>
        <p:spPr>
          <a:xfrm flipV="1">
            <a:off x="3172196" y="1400883"/>
            <a:ext cx="0" cy="563723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2805D1F3-533D-E37C-C461-C91877A24C4C}"/>
              </a:ext>
            </a:extLst>
          </p:cNvPr>
          <p:cNvCxnSpPr>
            <a:cxnSpLocks/>
            <a:stCxn id="4" idx="0"/>
            <a:endCxn id="9" idx="4"/>
          </p:cNvCxnSpPr>
          <p:nvPr/>
        </p:nvCxnSpPr>
        <p:spPr>
          <a:xfrm flipV="1">
            <a:off x="456648" y="1400883"/>
            <a:ext cx="1055802" cy="563724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59B5061D-2458-360B-105F-C26D0CB73636}"/>
              </a:ext>
            </a:extLst>
          </p:cNvPr>
          <p:cNvCxnSpPr>
            <a:cxnSpLocks/>
            <a:stCxn id="4" idx="0"/>
            <a:endCxn id="11" idx="4"/>
          </p:cNvCxnSpPr>
          <p:nvPr/>
        </p:nvCxnSpPr>
        <p:spPr>
          <a:xfrm flipV="1">
            <a:off x="456648" y="1400883"/>
            <a:ext cx="2715548" cy="563724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006C40CC-5783-10A5-413F-96522DED7287}"/>
              </a:ext>
            </a:extLst>
          </p:cNvPr>
          <p:cNvCxnSpPr>
            <a:cxnSpLocks/>
            <a:stCxn id="5" idx="0"/>
            <a:endCxn id="8" idx="4"/>
          </p:cNvCxnSpPr>
          <p:nvPr/>
        </p:nvCxnSpPr>
        <p:spPr>
          <a:xfrm flipH="1" flipV="1">
            <a:off x="456648" y="1400884"/>
            <a:ext cx="1055802" cy="563722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43C27AFC-386C-3D89-A634-7BE6874DAC9D}"/>
              </a:ext>
            </a:extLst>
          </p:cNvPr>
          <p:cNvCxnSpPr>
            <a:cxnSpLocks/>
            <a:stCxn id="5" idx="0"/>
            <a:endCxn id="11" idx="4"/>
          </p:cNvCxnSpPr>
          <p:nvPr/>
        </p:nvCxnSpPr>
        <p:spPr>
          <a:xfrm flipV="1">
            <a:off x="1512450" y="1400883"/>
            <a:ext cx="1659746" cy="563723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5486A35D-ACA3-74EB-6AAB-7AE2485EC7E5}"/>
              </a:ext>
            </a:extLst>
          </p:cNvPr>
          <p:cNvCxnSpPr>
            <a:cxnSpLocks/>
            <a:stCxn id="7" idx="0"/>
            <a:endCxn id="8" idx="4"/>
          </p:cNvCxnSpPr>
          <p:nvPr/>
        </p:nvCxnSpPr>
        <p:spPr>
          <a:xfrm flipH="1" flipV="1">
            <a:off x="456648" y="1400884"/>
            <a:ext cx="2715548" cy="563722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185FD51E-B599-6BCA-0F5D-0B2EB4FDF6D0}"/>
              </a:ext>
            </a:extLst>
          </p:cNvPr>
          <p:cNvCxnSpPr>
            <a:cxnSpLocks/>
            <a:stCxn id="7" idx="0"/>
            <a:endCxn id="9" idx="4"/>
          </p:cNvCxnSpPr>
          <p:nvPr/>
        </p:nvCxnSpPr>
        <p:spPr>
          <a:xfrm flipH="1" flipV="1">
            <a:off x="1512450" y="1400883"/>
            <a:ext cx="1659746" cy="563723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26C0E7D2-F32F-55F5-7622-60C54BAAC032}"/>
              </a:ext>
            </a:extLst>
          </p:cNvPr>
          <p:cNvCxnSpPr>
            <a:cxnSpLocks/>
            <a:stCxn id="8" idx="0"/>
            <a:endCxn id="12" idx="2"/>
          </p:cNvCxnSpPr>
          <p:nvPr/>
        </p:nvCxnSpPr>
        <p:spPr>
          <a:xfrm flipV="1">
            <a:off x="456648" y="453020"/>
            <a:ext cx="0" cy="474639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箭头连接符 91">
            <a:extLst>
              <a:ext uri="{FF2B5EF4-FFF2-40B4-BE49-F238E27FC236}">
                <a16:creationId xmlns:a16="http://schemas.microsoft.com/office/drawing/2014/main" id="{85930599-53CF-F207-F116-B419ADDB9CF2}"/>
              </a:ext>
            </a:extLst>
          </p:cNvPr>
          <p:cNvCxnSpPr>
            <a:cxnSpLocks/>
            <a:stCxn id="9" idx="0"/>
            <a:endCxn id="13" idx="2"/>
          </p:cNvCxnSpPr>
          <p:nvPr/>
        </p:nvCxnSpPr>
        <p:spPr>
          <a:xfrm flipV="1">
            <a:off x="1512450" y="458204"/>
            <a:ext cx="0" cy="469454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箭头连接符 94">
            <a:extLst>
              <a:ext uri="{FF2B5EF4-FFF2-40B4-BE49-F238E27FC236}">
                <a16:creationId xmlns:a16="http://schemas.microsoft.com/office/drawing/2014/main" id="{53CDBCE7-7F5B-B076-B6BE-F35179CA9902}"/>
              </a:ext>
            </a:extLst>
          </p:cNvPr>
          <p:cNvCxnSpPr>
            <a:cxnSpLocks/>
            <a:stCxn id="11" idx="0"/>
            <a:endCxn id="15" idx="2"/>
          </p:cNvCxnSpPr>
          <p:nvPr/>
        </p:nvCxnSpPr>
        <p:spPr>
          <a:xfrm flipH="1" flipV="1">
            <a:off x="3162767" y="448779"/>
            <a:ext cx="9429" cy="478879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文本框 97">
            <a:extLst>
              <a:ext uri="{FF2B5EF4-FFF2-40B4-BE49-F238E27FC236}">
                <a16:creationId xmlns:a16="http://schemas.microsoft.com/office/drawing/2014/main" id="{763E2C86-0392-B606-EAE8-8BCCC2EB1314}"/>
              </a:ext>
            </a:extLst>
          </p:cNvPr>
          <p:cNvSpPr txBox="1"/>
          <p:nvPr/>
        </p:nvSpPr>
        <p:spPr>
          <a:xfrm>
            <a:off x="782736" y="3210420"/>
            <a:ext cx="1611844" cy="23083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BERT</a:t>
            </a:r>
            <a:endParaRPr lang="zh-CN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414446CD-5E6E-8286-7B7A-5C7BCA75D55E}"/>
              </a:ext>
            </a:extLst>
          </p:cNvPr>
          <p:cNvSpPr/>
          <p:nvPr/>
        </p:nvSpPr>
        <p:spPr>
          <a:xfrm>
            <a:off x="3947366" y="2850813"/>
            <a:ext cx="479829" cy="1867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C70312DA-CA3E-F03E-F1DC-EB5EC067F1EC}"/>
              </a:ext>
            </a:extLst>
          </p:cNvPr>
          <p:cNvSpPr/>
          <p:nvPr/>
        </p:nvSpPr>
        <p:spPr>
          <a:xfrm>
            <a:off x="3883052" y="1952354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4" name="椭圆 103">
            <a:extLst>
              <a:ext uri="{FF2B5EF4-FFF2-40B4-BE49-F238E27FC236}">
                <a16:creationId xmlns:a16="http://schemas.microsoft.com/office/drawing/2014/main" id="{FC48FF19-628D-6FCD-7D2F-84DEC33C3295}"/>
              </a:ext>
            </a:extLst>
          </p:cNvPr>
          <p:cNvSpPr/>
          <p:nvPr/>
        </p:nvSpPr>
        <p:spPr>
          <a:xfrm>
            <a:off x="4938854" y="1952353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E7D3B921-DEA4-0A70-5097-96C3759C1368}"/>
              </a:ext>
            </a:extLst>
          </p:cNvPr>
          <p:cNvSpPr/>
          <p:nvPr/>
        </p:nvSpPr>
        <p:spPr>
          <a:xfrm>
            <a:off x="5692684" y="1952353"/>
            <a:ext cx="603944" cy="473225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…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F2BF7342-6DAF-D8F6-5A8B-DCB9282D6D40}"/>
              </a:ext>
            </a:extLst>
          </p:cNvPr>
          <p:cNvSpPr/>
          <p:nvPr/>
        </p:nvSpPr>
        <p:spPr>
          <a:xfrm>
            <a:off x="6598600" y="1952353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7" name="椭圆 106">
            <a:extLst>
              <a:ext uri="{FF2B5EF4-FFF2-40B4-BE49-F238E27FC236}">
                <a16:creationId xmlns:a16="http://schemas.microsoft.com/office/drawing/2014/main" id="{3AA2038E-A328-04D0-F295-0D9CE2E50370}"/>
              </a:ext>
            </a:extLst>
          </p:cNvPr>
          <p:cNvSpPr/>
          <p:nvPr/>
        </p:nvSpPr>
        <p:spPr>
          <a:xfrm>
            <a:off x="3883052" y="915406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8" name="椭圆 107">
            <a:extLst>
              <a:ext uri="{FF2B5EF4-FFF2-40B4-BE49-F238E27FC236}">
                <a16:creationId xmlns:a16="http://schemas.microsoft.com/office/drawing/2014/main" id="{6FFF0965-33B9-E248-B04E-48279EFE2179}"/>
              </a:ext>
            </a:extLst>
          </p:cNvPr>
          <p:cNvSpPr/>
          <p:nvPr/>
        </p:nvSpPr>
        <p:spPr>
          <a:xfrm>
            <a:off x="4938854" y="915405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C261D49B-ADD1-BABA-C493-034EC7904A0F}"/>
              </a:ext>
            </a:extLst>
          </p:cNvPr>
          <p:cNvSpPr/>
          <p:nvPr/>
        </p:nvSpPr>
        <p:spPr>
          <a:xfrm>
            <a:off x="5692684" y="915405"/>
            <a:ext cx="603944" cy="473225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…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75B509BF-B704-9EE4-9713-C22181936462}"/>
              </a:ext>
            </a:extLst>
          </p:cNvPr>
          <p:cNvSpPr/>
          <p:nvPr/>
        </p:nvSpPr>
        <p:spPr>
          <a:xfrm>
            <a:off x="6598600" y="915405"/>
            <a:ext cx="603944" cy="473225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</a:rPr>
              <a:t>Trm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B6D0568E-3798-12A7-0701-9C13809095C2}"/>
              </a:ext>
            </a:extLst>
          </p:cNvPr>
          <p:cNvSpPr/>
          <p:nvPr/>
        </p:nvSpPr>
        <p:spPr>
          <a:xfrm>
            <a:off x="3883052" y="134867"/>
            <a:ext cx="603944" cy="3059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Tag</a:t>
            </a:r>
            <a:r>
              <a:rPr lang="en-US" altLang="zh-CN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F25D2E57-2BA5-9AA3-9E33-E89593575DAD}"/>
              </a:ext>
            </a:extLst>
          </p:cNvPr>
          <p:cNvSpPr/>
          <p:nvPr/>
        </p:nvSpPr>
        <p:spPr>
          <a:xfrm>
            <a:off x="4938854" y="134866"/>
            <a:ext cx="603944" cy="31108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Tag</a:t>
            </a:r>
            <a:r>
              <a:rPr lang="en-US" altLang="zh-CN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0DB0D50-F9F6-7C92-FFAA-444842477E40}"/>
              </a:ext>
            </a:extLst>
          </p:cNvPr>
          <p:cNvSpPr/>
          <p:nvPr/>
        </p:nvSpPr>
        <p:spPr>
          <a:xfrm>
            <a:off x="6589171" y="134866"/>
            <a:ext cx="603944" cy="30166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Tag</a:t>
            </a:r>
            <a:r>
              <a:rPr lang="en-US" altLang="zh-CN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</a:t>
            </a:r>
            <a:endParaRPr lang="en-US" altLang="zh-CN" baseline="-25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86D68709-F576-965F-B2FD-816098120229}"/>
              </a:ext>
            </a:extLst>
          </p:cNvPr>
          <p:cNvSpPr>
            <a:spLocks noChangeAspect="1"/>
          </p:cNvSpPr>
          <p:nvPr/>
        </p:nvSpPr>
        <p:spPr>
          <a:xfrm rot="170887">
            <a:off x="3989052" y="2907021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034893D3-AF44-6251-07AE-41AFD2005399}"/>
              </a:ext>
            </a:extLst>
          </p:cNvPr>
          <p:cNvSpPr>
            <a:spLocks noChangeAspect="1"/>
          </p:cNvSpPr>
          <p:nvPr/>
        </p:nvSpPr>
        <p:spPr>
          <a:xfrm rot="170887">
            <a:off x="4148940" y="2907022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6" name="椭圆 115">
            <a:extLst>
              <a:ext uri="{FF2B5EF4-FFF2-40B4-BE49-F238E27FC236}">
                <a16:creationId xmlns:a16="http://schemas.microsoft.com/office/drawing/2014/main" id="{49FA2F1B-9F9F-8BA6-F0FA-83BEBFDDD2A3}"/>
              </a:ext>
            </a:extLst>
          </p:cNvPr>
          <p:cNvSpPr>
            <a:spLocks noChangeAspect="1"/>
          </p:cNvSpPr>
          <p:nvPr/>
        </p:nvSpPr>
        <p:spPr>
          <a:xfrm rot="170887">
            <a:off x="4308827" y="2907023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2A01E721-14BA-8FD8-A5C3-2071ECE24E11}"/>
              </a:ext>
            </a:extLst>
          </p:cNvPr>
          <p:cNvSpPr/>
          <p:nvPr/>
        </p:nvSpPr>
        <p:spPr>
          <a:xfrm>
            <a:off x="5004843" y="2840359"/>
            <a:ext cx="479829" cy="1867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8" name="椭圆 117">
            <a:extLst>
              <a:ext uri="{FF2B5EF4-FFF2-40B4-BE49-F238E27FC236}">
                <a16:creationId xmlns:a16="http://schemas.microsoft.com/office/drawing/2014/main" id="{00095F8E-72C4-B3A8-7B12-DF067851C667}"/>
              </a:ext>
            </a:extLst>
          </p:cNvPr>
          <p:cNvSpPr>
            <a:spLocks noChangeAspect="1"/>
          </p:cNvSpPr>
          <p:nvPr/>
        </p:nvSpPr>
        <p:spPr>
          <a:xfrm rot="170887">
            <a:off x="5046529" y="2896567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9" name="椭圆 118">
            <a:extLst>
              <a:ext uri="{FF2B5EF4-FFF2-40B4-BE49-F238E27FC236}">
                <a16:creationId xmlns:a16="http://schemas.microsoft.com/office/drawing/2014/main" id="{EC7B09A2-D088-9704-3CA9-5EF4D90183E2}"/>
              </a:ext>
            </a:extLst>
          </p:cNvPr>
          <p:cNvSpPr>
            <a:spLocks noChangeAspect="1"/>
          </p:cNvSpPr>
          <p:nvPr/>
        </p:nvSpPr>
        <p:spPr>
          <a:xfrm rot="170887">
            <a:off x="5206417" y="2896568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0" name="椭圆 119">
            <a:extLst>
              <a:ext uri="{FF2B5EF4-FFF2-40B4-BE49-F238E27FC236}">
                <a16:creationId xmlns:a16="http://schemas.microsoft.com/office/drawing/2014/main" id="{FBC957CE-E339-70EC-20B6-DC230DEB3D9C}"/>
              </a:ext>
            </a:extLst>
          </p:cNvPr>
          <p:cNvSpPr>
            <a:spLocks noChangeAspect="1"/>
          </p:cNvSpPr>
          <p:nvPr/>
        </p:nvSpPr>
        <p:spPr>
          <a:xfrm rot="170887">
            <a:off x="5366304" y="2896569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2633B1F4-5B0A-042B-F157-913C59548926}"/>
              </a:ext>
            </a:extLst>
          </p:cNvPr>
          <p:cNvSpPr/>
          <p:nvPr/>
        </p:nvSpPr>
        <p:spPr>
          <a:xfrm>
            <a:off x="6656724" y="2841437"/>
            <a:ext cx="479829" cy="1867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2" name="椭圆 121">
            <a:extLst>
              <a:ext uri="{FF2B5EF4-FFF2-40B4-BE49-F238E27FC236}">
                <a16:creationId xmlns:a16="http://schemas.microsoft.com/office/drawing/2014/main" id="{E6C2CC83-D412-81A4-0511-2274C5DE8D4D}"/>
              </a:ext>
            </a:extLst>
          </p:cNvPr>
          <p:cNvSpPr>
            <a:spLocks noChangeAspect="1"/>
          </p:cNvSpPr>
          <p:nvPr/>
        </p:nvSpPr>
        <p:spPr>
          <a:xfrm rot="170887">
            <a:off x="6698410" y="2897645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3" name="椭圆 122">
            <a:extLst>
              <a:ext uri="{FF2B5EF4-FFF2-40B4-BE49-F238E27FC236}">
                <a16:creationId xmlns:a16="http://schemas.microsoft.com/office/drawing/2014/main" id="{5FE23EEC-FB61-8B9B-BDEB-4664F27BA4BC}"/>
              </a:ext>
            </a:extLst>
          </p:cNvPr>
          <p:cNvSpPr>
            <a:spLocks noChangeAspect="1"/>
          </p:cNvSpPr>
          <p:nvPr/>
        </p:nvSpPr>
        <p:spPr>
          <a:xfrm rot="170887">
            <a:off x="6858298" y="2897646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4" name="椭圆 123">
            <a:extLst>
              <a:ext uri="{FF2B5EF4-FFF2-40B4-BE49-F238E27FC236}">
                <a16:creationId xmlns:a16="http://schemas.microsoft.com/office/drawing/2014/main" id="{72BF2C37-BB3F-D3CA-39E3-88F760207989}"/>
              </a:ext>
            </a:extLst>
          </p:cNvPr>
          <p:cNvSpPr>
            <a:spLocks noChangeAspect="1"/>
          </p:cNvSpPr>
          <p:nvPr/>
        </p:nvSpPr>
        <p:spPr>
          <a:xfrm rot="170887">
            <a:off x="7018185" y="2897647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5416806B-A3C4-ECE9-E77D-EDDB6FFA94A1}"/>
              </a:ext>
            </a:extLst>
          </p:cNvPr>
          <p:cNvCxnSpPr>
            <a:cxnSpLocks/>
            <a:stCxn id="102" idx="0"/>
            <a:endCxn id="103" idx="4"/>
          </p:cNvCxnSpPr>
          <p:nvPr/>
        </p:nvCxnSpPr>
        <p:spPr>
          <a:xfrm flipH="1" flipV="1">
            <a:off x="4185024" y="2425579"/>
            <a:ext cx="2257" cy="425234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B292886D-F848-F931-D9B3-307A96E3B289}"/>
              </a:ext>
            </a:extLst>
          </p:cNvPr>
          <p:cNvCxnSpPr>
            <a:cxnSpLocks/>
            <a:stCxn id="117" idx="0"/>
            <a:endCxn id="104" idx="4"/>
          </p:cNvCxnSpPr>
          <p:nvPr/>
        </p:nvCxnSpPr>
        <p:spPr>
          <a:xfrm flipH="1" flipV="1">
            <a:off x="5240826" y="2425578"/>
            <a:ext cx="3932" cy="414781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52A357DB-CE71-85BA-0CDA-8E6BB13BEBD8}"/>
              </a:ext>
            </a:extLst>
          </p:cNvPr>
          <p:cNvCxnSpPr>
            <a:cxnSpLocks/>
            <a:stCxn id="121" idx="0"/>
            <a:endCxn id="106" idx="4"/>
          </p:cNvCxnSpPr>
          <p:nvPr/>
        </p:nvCxnSpPr>
        <p:spPr>
          <a:xfrm flipV="1">
            <a:off x="6896639" y="2425578"/>
            <a:ext cx="3933" cy="415859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13B9AFB6-6D73-E739-3323-B62773982BDB}"/>
              </a:ext>
            </a:extLst>
          </p:cNvPr>
          <p:cNvCxnSpPr>
            <a:cxnSpLocks/>
            <a:stCxn id="102" idx="0"/>
            <a:endCxn id="104" idx="4"/>
          </p:cNvCxnSpPr>
          <p:nvPr/>
        </p:nvCxnSpPr>
        <p:spPr>
          <a:xfrm flipV="1">
            <a:off x="4187281" y="2425578"/>
            <a:ext cx="1053545" cy="425235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7D2CE561-F25C-C22F-2E79-B372D5DF8017}"/>
              </a:ext>
            </a:extLst>
          </p:cNvPr>
          <p:cNvCxnSpPr>
            <a:cxnSpLocks/>
            <a:stCxn id="102" idx="0"/>
            <a:endCxn id="106" idx="4"/>
          </p:cNvCxnSpPr>
          <p:nvPr/>
        </p:nvCxnSpPr>
        <p:spPr>
          <a:xfrm flipV="1">
            <a:off x="4187281" y="2425578"/>
            <a:ext cx="2713291" cy="425235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57459E8B-5F42-F8B8-826C-05637C481D34}"/>
              </a:ext>
            </a:extLst>
          </p:cNvPr>
          <p:cNvCxnSpPr>
            <a:cxnSpLocks/>
            <a:stCxn id="117" idx="0"/>
            <a:endCxn id="106" idx="4"/>
          </p:cNvCxnSpPr>
          <p:nvPr/>
        </p:nvCxnSpPr>
        <p:spPr>
          <a:xfrm flipV="1">
            <a:off x="5244758" y="2425578"/>
            <a:ext cx="1655814" cy="414781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箭头连接符 133">
            <a:extLst>
              <a:ext uri="{FF2B5EF4-FFF2-40B4-BE49-F238E27FC236}">
                <a16:creationId xmlns:a16="http://schemas.microsoft.com/office/drawing/2014/main" id="{00530543-B91E-F45C-E52F-E0A10C8CF4C6}"/>
              </a:ext>
            </a:extLst>
          </p:cNvPr>
          <p:cNvCxnSpPr>
            <a:cxnSpLocks/>
            <a:stCxn id="103" idx="0"/>
            <a:endCxn id="107" idx="4"/>
          </p:cNvCxnSpPr>
          <p:nvPr/>
        </p:nvCxnSpPr>
        <p:spPr>
          <a:xfrm flipV="1">
            <a:off x="4185024" y="1388631"/>
            <a:ext cx="0" cy="563723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箭头连接符 134">
            <a:extLst>
              <a:ext uri="{FF2B5EF4-FFF2-40B4-BE49-F238E27FC236}">
                <a16:creationId xmlns:a16="http://schemas.microsoft.com/office/drawing/2014/main" id="{978F36C6-79D2-275B-7763-3C7DB5748FEA}"/>
              </a:ext>
            </a:extLst>
          </p:cNvPr>
          <p:cNvCxnSpPr>
            <a:cxnSpLocks/>
            <a:stCxn id="104" idx="0"/>
            <a:endCxn id="108" idx="4"/>
          </p:cNvCxnSpPr>
          <p:nvPr/>
        </p:nvCxnSpPr>
        <p:spPr>
          <a:xfrm flipV="1">
            <a:off x="5240826" y="1388630"/>
            <a:ext cx="0" cy="563723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85147F64-93FF-72E4-A8C1-0F2424B414A0}"/>
              </a:ext>
            </a:extLst>
          </p:cNvPr>
          <p:cNvCxnSpPr>
            <a:cxnSpLocks/>
            <a:stCxn id="106" idx="0"/>
            <a:endCxn id="110" idx="4"/>
          </p:cNvCxnSpPr>
          <p:nvPr/>
        </p:nvCxnSpPr>
        <p:spPr>
          <a:xfrm flipV="1">
            <a:off x="6900572" y="1388630"/>
            <a:ext cx="0" cy="563723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F886FB74-EA21-27E3-5439-B49DE84F56B8}"/>
              </a:ext>
            </a:extLst>
          </p:cNvPr>
          <p:cNvCxnSpPr>
            <a:cxnSpLocks/>
            <a:stCxn id="103" idx="0"/>
            <a:endCxn id="108" idx="4"/>
          </p:cNvCxnSpPr>
          <p:nvPr/>
        </p:nvCxnSpPr>
        <p:spPr>
          <a:xfrm flipV="1">
            <a:off x="4185024" y="1388630"/>
            <a:ext cx="1055802" cy="563724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ED522ABB-CFBE-2E0A-2498-559834FFD4DB}"/>
              </a:ext>
            </a:extLst>
          </p:cNvPr>
          <p:cNvCxnSpPr>
            <a:cxnSpLocks/>
            <a:stCxn id="103" idx="0"/>
            <a:endCxn id="110" idx="4"/>
          </p:cNvCxnSpPr>
          <p:nvPr/>
        </p:nvCxnSpPr>
        <p:spPr>
          <a:xfrm flipV="1">
            <a:off x="4185024" y="1388630"/>
            <a:ext cx="2715548" cy="563724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箭头连接符 139">
            <a:extLst>
              <a:ext uri="{FF2B5EF4-FFF2-40B4-BE49-F238E27FC236}">
                <a16:creationId xmlns:a16="http://schemas.microsoft.com/office/drawing/2014/main" id="{7D9F3E0D-87BB-04D6-1290-F4D7F55212FD}"/>
              </a:ext>
            </a:extLst>
          </p:cNvPr>
          <p:cNvCxnSpPr>
            <a:cxnSpLocks/>
            <a:stCxn id="104" idx="0"/>
            <a:endCxn id="110" idx="4"/>
          </p:cNvCxnSpPr>
          <p:nvPr/>
        </p:nvCxnSpPr>
        <p:spPr>
          <a:xfrm flipV="1">
            <a:off x="5240826" y="1388630"/>
            <a:ext cx="1659746" cy="563723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箭头连接符 142">
            <a:extLst>
              <a:ext uri="{FF2B5EF4-FFF2-40B4-BE49-F238E27FC236}">
                <a16:creationId xmlns:a16="http://schemas.microsoft.com/office/drawing/2014/main" id="{8BD9AE5A-9B65-EE71-1DCA-8376371EF44B}"/>
              </a:ext>
            </a:extLst>
          </p:cNvPr>
          <p:cNvCxnSpPr>
            <a:cxnSpLocks/>
            <a:stCxn id="107" idx="0"/>
            <a:endCxn id="111" idx="2"/>
          </p:cNvCxnSpPr>
          <p:nvPr/>
        </p:nvCxnSpPr>
        <p:spPr>
          <a:xfrm flipV="1">
            <a:off x="4185024" y="440767"/>
            <a:ext cx="0" cy="474639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565CBFE6-71EC-B1D2-4AD6-38E09822912B}"/>
              </a:ext>
            </a:extLst>
          </p:cNvPr>
          <p:cNvCxnSpPr>
            <a:cxnSpLocks/>
            <a:stCxn id="108" idx="0"/>
            <a:endCxn id="112" idx="2"/>
          </p:cNvCxnSpPr>
          <p:nvPr/>
        </p:nvCxnSpPr>
        <p:spPr>
          <a:xfrm flipV="1">
            <a:off x="5240826" y="445951"/>
            <a:ext cx="0" cy="469454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箭头连接符 144">
            <a:extLst>
              <a:ext uri="{FF2B5EF4-FFF2-40B4-BE49-F238E27FC236}">
                <a16:creationId xmlns:a16="http://schemas.microsoft.com/office/drawing/2014/main" id="{317D0825-ED5F-C0A1-0C87-BAB3A0EACE9B}"/>
              </a:ext>
            </a:extLst>
          </p:cNvPr>
          <p:cNvCxnSpPr>
            <a:cxnSpLocks/>
            <a:stCxn id="110" idx="0"/>
            <a:endCxn id="113" idx="2"/>
          </p:cNvCxnSpPr>
          <p:nvPr/>
        </p:nvCxnSpPr>
        <p:spPr>
          <a:xfrm flipH="1" flipV="1">
            <a:off x="6891143" y="436526"/>
            <a:ext cx="9429" cy="478879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679FD393-B454-A8CB-6B5D-9C204890EC38}"/>
              </a:ext>
            </a:extLst>
          </p:cNvPr>
          <p:cNvSpPr txBox="1"/>
          <p:nvPr/>
        </p:nvSpPr>
        <p:spPr>
          <a:xfrm>
            <a:off x="4614382" y="3198168"/>
            <a:ext cx="1611844" cy="23083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OpenAI GPT</a:t>
            </a:r>
            <a:endParaRPr lang="zh-CN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FB0F310E-2B9C-7D03-7AAB-6A2197179087}"/>
              </a:ext>
            </a:extLst>
          </p:cNvPr>
          <p:cNvSpPr/>
          <p:nvPr/>
        </p:nvSpPr>
        <p:spPr>
          <a:xfrm>
            <a:off x="4566446" y="6194971"/>
            <a:ext cx="479829" cy="1867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6" name="矩形: 圆角 155">
            <a:extLst>
              <a:ext uri="{FF2B5EF4-FFF2-40B4-BE49-F238E27FC236}">
                <a16:creationId xmlns:a16="http://schemas.microsoft.com/office/drawing/2014/main" id="{901CA998-0318-B09C-0112-B7F838FC1830}"/>
              </a:ext>
            </a:extLst>
          </p:cNvPr>
          <p:cNvSpPr/>
          <p:nvPr/>
        </p:nvSpPr>
        <p:spPr>
          <a:xfrm>
            <a:off x="4194914" y="3642637"/>
            <a:ext cx="603944" cy="3059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Tag</a:t>
            </a:r>
            <a:r>
              <a:rPr lang="en-US" altLang="zh-CN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157" name="矩形: 圆角 156">
            <a:extLst>
              <a:ext uri="{FF2B5EF4-FFF2-40B4-BE49-F238E27FC236}">
                <a16:creationId xmlns:a16="http://schemas.microsoft.com/office/drawing/2014/main" id="{27E4446B-B1AD-92E0-505E-D4DE48F43467}"/>
              </a:ext>
            </a:extLst>
          </p:cNvPr>
          <p:cNvSpPr/>
          <p:nvPr/>
        </p:nvSpPr>
        <p:spPr>
          <a:xfrm>
            <a:off x="5250716" y="3642636"/>
            <a:ext cx="603944" cy="31108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Tag</a:t>
            </a:r>
            <a:r>
              <a:rPr lang="en-US" altLang="zh-CN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158" name="矩形: 圆角 157">
            <a:extLst>
              <a:ext uri="{FF2B5EF4-FFF2-40B4-BE49-F238E27FC236}">
                <a16:creationId xmlns:a16="http://schemas.microsoft.com/office/drawing/2014/main" id="{9EEEEB35-3012-0934-CC98-55097758179E}"/>
              </a:ext>
            </a:extLst>
          </p:cNvPr>
          <p:cNvSpPr/>
          <p:nvPr/>
        </p:nvSpPr>
        <p:spPr>
          <a:xfrm>
            <a:off x="6901033" y="3642636"/>
            <a:ext cx="603944" cy="30166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Tag</a:t>
            </a:r>
            <a:r>
              <a:rPr lang="en-US" altLang="zh-CN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</a:t>
            </a:r>
            <a:endParaRPr lang="en-US" altLang="zh-CN" baseline="-25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F12EFFDE-E2E5-216A-8BD8-74C5521CE5BF}"/>
              </a:ext>
            </a:extLst>
          </p:cNvPr>
          <p:cNvSpPr>
            <a:spLocks noChangeAspect="1"/>
          </p:cNvSpPr>
          <p:nvPr/>
        </p:nvSpPr>
        <p:spPr>
          <a:xfrm rot="170887">
            <a:off x="4608132" y="6251179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CA475AA7-4F8F-A764-717E-960F96CF78C4}"/>
              </a:ext>
            </a:extLst>
          </p:cNvPr>
          <p:cNvSpPr>
            <a:spLocks noChangeAspect="1"/>
          </p:cNvSpPr>
          <p:nvPr/>
        </p:nvSpPr>
        <p:spPr>
          <a:xfrm rot="170887">
            <a:off x="4768020" y="6251180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1" name="椭圆 160">
            <a:extLst>
              <a:ext uri="{FF2B5EF4-FFF2-40B4-BE49-F238E27FC236}">
                <a16:creationId xmlns:a16="http://schemas.microsoft.com/office/drawing/2014/main" id="{1BEA665E-158A-8CCD-C658-28B9AB234485}"/>
              </a:ext>
            </a:extLst>
          </p:cNvPr>
          <p:cNvSpPr>
            <a:spLocks noChangeAspect="1"/>
          </p:cNvSpPr>
          <p:nvPr/>
        </p:nvSpPr>
        <p:spPr>
          <a:xfrm rot="170887">
            <a:off x="4927907" y="6251181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31F462C4-0FDE-98C9-711A-8613D7F53849}"/>
              </a:ext>
            </a:extLst>
          </p:cNvPr>
          <p:cNvSpPr/>
          <p:nvPr/>
        </p:nvSpPr>
        <p:spPr>
          <a:xfrm>
            <a:off x="5623923" y="6184517"/>
            <a:ext cx="479829" cy="1867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3" name="椭圆 162">
            <a:extLst>
              <a:ext uri="{FF2B5EF4-FFF2-40B4-BE49-F238E27FC236}">
                <a16:creationId xmlns:a16="http://schemas.microsoft.com/office/drawing/2014/main" id="{D32050B5-DB50-26CE-3193-7140CE8E0012}"/>
              </a:ext>
            </a:extLst>
          </p:cNvPr>
          <p:cNvSpPr>
            <a:spLocks noChangeAspect="1"/>
          </p:cNvSpPr>
          <p:nvPr/>
        </p:nvSpPr>
        <p:spPr>
          <a:xfrm rot="170887">
            <a:off x="5665609" y="6240725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4" name="椭圆 163">
            <a:extLst>
              <a:ext uri="{FF2B5EF4-FFF2-40B4-BE49-F238E27FC236}">
                <a16:creationId xmlns:a16="http://schemas.microsoft.com/office/drawing/2014/main" id="{68452A02-7411-40A2-08CF-B83E82CEF70B}"/>
              </a:ext>
            </a:extLst>
          </p:cNvPr>
          <p:cNvSpPr>
            <a:spLocks noChangeAspect="1"/>
          </p:cNvSpPr>
          <p:nvPr/>
        </p:nvSpPr>
        <p:spPr>
          <a:xfrm rot="170887">
            <a:off x="5825497" y="6240726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5" name="椭圆 164">
            <a:extLst>
              <a:ext uri="{FF2B5EF4-FFF2-40B4-BE49-F238E27FC236}">
                <a16:creationId xmlns:a16="http://schemas.microsoft.com/office/drawing/2014/main" id="{3C0B37F6-51C8-71DC-69F9-3F4AC764B0ED}"/>
              </a:ext>
            </a:extLst>
          </p:cNvPr>
          <p:cNvSpPr>
            <a:spLocks noChangeAspect="1"/>
          </p:cNvSpPr>
          <p:nvPr/>
        </p:nvSpPr>
        <p:spPr>
          <a:xfrm rot="170887">
            <a:off x="5985384" y="6240727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1B8FBA57-5C28-AC9D-2D91-BAA11AD37DDB}"/>
              </a:ext>
            </a:extLst>
          </p:cNvPr>
          <p:cNvSpPr/>
          <p:nvPr/>
        </p:nvSpPr>
        <p:spPr>
          <a:xfrm>
            <a:off x="7275804" y="6185595"/>
            <a:ext cx="479829" cy="1867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7" name="椭圆 166">
            <a:extLst>
              <a:ext uri="{FF2B5EF4-FFF2-40B4-BE49-F238E27FC236}">
                <a16:creationId xmlns:a16="http://schemas.microsoft.com/office/drawing/2014/main" id="{1CB6D6EB-ED7B-2553-4BAA-CD96E7012241}"/>
              </a:ext>
            </a:extLst>
          </p:cNvPr>
          <p:cNvSpPr>
            <a:spLocks noChangeAspect="1"/>
          </p:cNvSpPr>
          <p:nvPr/>
        </p:nvSpPr>
        <p:spPr>
          <a:xfrm rot="170887">
            <a:off x="7317490" y="6241803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8" name="椭圆 167">
            <a:extLst>
              <a:ext uri="{FF2B5EF4-FFF2-40B4-BE49-F238E27FC236}">
                <a16:creationId xmlns:a16="http://schemas.microsoft.com/office/drawing/2014/main" id="{2C23B8EC-5EC0-9968-12CD-1994868982E5}"/>
              </a:ext>
            </a:extLst>
          </p:cNvPr>
          <p:cNvSpPr>
            <a:spLocks noChangeAspect="1"/>
          </p:cNvSpPr>
          <p:nvPr/>
        </p:nvSpPr>
        <p:spPr>
          <a:xfrm rot="170887">
            <a:off x="7477378" y="6241804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9" name="椭圆 168">
            <a:extLst>
              <a:ext uri="{FF2B5EF4-FFF2-40B4-BE49-F238E27FC236}">
                <a16:creationId xmlns:a16="http://schemas.microsoft.com/office/drawing/2014/main" id="{6C1B36DB-E380-1221-70DC-5EA2BA2BC40B}"/>
              </a:ext>
            </a:extLst>
          </p:cNvPr>
          <p:cNvSpPr>
            <a:spLocks noChangeAspect="1"/>
          </p:cNvSpPr>
          <p:nvPr/>
        </p:nvSpPr>
        <p:spPr>
          <a:xfrm rot="170887">
            <a:off x="7637265" y="6241805"/>
            <a:ext cx="108000" cy="108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70" name="直接箭头连接符 169">
            <a:extLst>
              <a:ext uri="{FF2B5EF4-FFF2-40B4-BE49-F238E27FC236}">
                <a16:creationId xmlns:a16="http://schemas.microsoft.com/office/drawing/2014/main" id="{71E4D77E-5C7E-6036-2F4E-B51CC12925C7}"/>
              </a:ext>
            </a:extLst>
          </p:cNvPr>
          <p:cNvCxnSpPr>
            <a:cxnSpLocks/>
            <a:stCxn id="147" idx="0"/>
            <a:endCxn id="188" idx="2"/>
          </p:cNvCxnSpPr>
          <p:nvPr/>
        </p:nvCxnSpPr>
        <p:spPr>
          <a:xfrm flipH="1" flipV="1">
            <a:off x="3318445" y="5593804"/>
            <a:ext cx="1487916" cy="601167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31EA0413-74C3-F6AE-E8CA-26FAFE73682F}"/>
              </a:ext>
            </a:extLst>
          </p:cNvPr>
          <p:cNvCxnSpPr>
            <a:cxnSpLocks/>
            <a:stCxn id="162" idx="0"/>
            <a:endCxn id="189" idx="2"/>
          </p:cNvCxnSpPr>
          <p:nvPr/>
        </p:nvCxnSpPr>
        <p:spPr>
          <a:xfrm flipH="1" flipV="1">
            <a:off x="4185024" y="5596630"/>
            <a:ext cx="1678814" cy="587887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8F2383B3-D1DC-63DE-7A53-21EE65D01386}"/>
              </a:ext>
            </a:extLst>
          </p:cNvPr>
          <p:cNvCxnSpPr>
            <a:cxnSpLocks/>
            <a:stCxn id="166" idx="0"/>
            <a:endCxn id="190" idx="2"/>
          </p:cNvCxnSpPr>
          <p:nvPr/>
        </p:nvCxnSpPr>
        <p:spPr>
          <a:xfrm flipH="1" flipV="1">
            <a:off x="5476500" y="5606058"/>
            <a:ext cx="2039219" cy="579537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箭头连接符 172">
            <a:extLst>
              <a:ext uri="{FF2B5EF4-FFF2-40B4-BE49-F238E27FC236}">
                <a16:creationId xmlns:a16="http://schemas.microsoft.com/office/drawing/2014/main" id="{1509A01E-7CD0-A58D-C813-F70366661EA7}"/>
              </a:ext>
            </a:extLst>
          </p:cNvPr>
          <p:cNvCxnSpPr>
            <a:cxnSpLocks/>
            <a:stCxn id="147" idx="0"/>
            <a:endCxn id="221" idx="2"/>
          </p:cNvCxnSpPr>
          <p:nvPr/>
        </p:nvCxnSpPr>
        <p:spPr>
          <a:xfrm flipV="1">
            <a:off x="4806361" y="5584377"/>
            <a:ext cx="1737861" cy="610594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5" name="直接箭头连接符 174">
            <a:extLst>
              <a:ext uri="{FF2B5EF4-FFF2-40B4-BE49-F238E27FC236}">
                <a16:creationId xmlns:a16="http://schemas.microsoft.com/office/drawing/2014/main" id="{B328F8BB-B12A-F258-0C04-9E1D80C88295}"/>
              </a:ext>
            </a:extLst>
          </p:cNvPr>
          <p:cNvCxnSpPr>
            <a:cxnSpLocks/>
            <a:stCxn id="162" idx="0"/>
            <a:endCxn id="222" idx="2"/>
          </p:cNvCxnSpPr>
          <p:nvPr/>
        </p:nvCxnSpPr>
        <p:spPr>
          <a:xfrm flipV="1">
            <a:off x="5863838" y="5587203"/>
            <a:ext cx="1546963" cy="597314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5" name="文本框 184">
            <a:extLst>
              <a:ext uri="{FF2B5EF4-FFF2-40B4-BE49-F238E27FC236}">
                <a16:creationId xmlns:a16="http://schemas.microsoft.com/office/drawing/2014/main" id="{3256F0E2-597E-C1DE-58E2-C69EB0B3196B}"/>
              </a:ext>
            </a:extLst>
          </p:cNvPr>
          <p:cNvSpPr txBox="1"/>
          <p:nvPr/>
        </p:nvSpPr>
        <p:spPr>
          <a:xfrm>
            <a:off x="5132964" y="6492302"/>
            <a:ext cx="1611844" cy="23083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zh-CN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AllenNLP</a:t>
            </a:r>
            <a:r>
              <a:rPr lang="en-US" altLang="zh-C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ELMo</a:t>
            </a:r>
            <a:endParaRPr lang="zh-CN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椭圆 185">
            <a:extLst>
              <a:ext uri="{FF2B5EF4-FFF2-40B4-BE49-F238E27FC236}">
                <a16:creationId xmlns:a16="http://schemas.microsoft.com/office/drawing/2014/main" id="{61D4435F-6DFD-6951-9CF6-B3F1C9DC2E73}"/>
              </a:ext>
            </a:extLst>
          </p:cNvPr>
          <p:cNvSpPr/>
          <p:nvPr/>
        </p:nvSpPr>
        <p:spPr>
          <a:xfrm>
            <a:off x="1959462" y="2726741"/>
            <a:ext cx="603944" cy="473225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…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7" name="椭圆 186">
            <a:extLst>
              <a:ext uri="{FF2B5EF4-FFF2-40B4-BE49-F238E27FC236}">
                <a16:creationId xmlns:a16="http://schemas.microsoft.com/office/drawing/2014/main" id="{A9F6D5E5-398F-20C1-542C-9D1D07DFD075}"/>
              </a:ext>
            </a:extLst>
          </p:cNvPr>
          <p:cNvSpPr/>
          <p:nvPr/>
        </p:nvSpPr>
        <p:spPr>
          <a:xfrm>
            <a:off x="5714536" y="2697099"/>
            <a:ext cx="603944" cy="473225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…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8" name="菱形 187">
            <a:extLst>
              <a:ext uri="{FF2B5EF4-FFF2-40B4-BE49-F238E27FC236}">
                <a16:creationId xmlns:a16="http://schemas.microsoft.com/office/drawing/2014/main" id="{345BB461-AD72-992C-6EA4-236C4643DE29}"/>
              </a:ext>
            </a:extLst>
          </p:cNvPr>
          <p:cNvSpPr/>
          <p:nvPr/>
        </p:nvSpPr>
        <p:spPr>
          <a:xfrm>
            <a:off x="2967417" y="5282719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189" name="菱形 188">
            <a:extLst>
              <a:ext uri="{FF2B5EF4-FFF2-40B4-BE49-F238E27FC236}">
                <a16:creationId xmlns:a16="http://schemas.microsoft.com/office/drawing/2014/main" id="{21FE0093-FA07-85E7-257D-33DAC835FC1B}"/>
              </a:ext>
            </a:extLst>
          </p:cNvPr>
          <p:cNvSpPr/>
          <p:nvPr/>
        </p:nvSpPr>
        <p:spPr>
          <a:xfrm>
            <a:off x="3833996" y="5285545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190" name="菱形 189">
            <a:extLst>
              <a:ext uri="{FF2B5EF4-FFF2-40B4-BE49-F238E27FC236}">
                <a16:creationId xmlns:a16="http://schemas.microsoft.com/office/drawing/2014/main" id="{B2B65458-E150-4B71-0ACA-3924CE4AF622}"/>
              </a:ext>
            </a:extLst>
          </p:cNvPr>
          <p:cNvSpPr/>
          <p:nvPr/>
        </p:nvSpPr>
        <p:spPr>
          <a:xfrm>
            <a:off x="5125472" y="5294973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191" name="椭圆 190">
            <a:extLst>
              <a:ext uri="{FF2B5EF4-FFF2-40B4-BE49-F238E27FC236}">
                <a16:creationId xmlns:a16="http://schemas.microsoft.com/office/drawing/2014/main" id="{BC6D0DED-33A1-0C5D-5699-382DBC8752AD}"/>
              </a:ext>
            </a:extLst>
          </p:cNvPr>
          <p:cNvSpPr/>
          <p:nvPr/>
        </p:nvSpPr>
        <p:spPr>
          <a:xfrm>
            <a:off x="4687105" y="5356786"/>
            <a:ext cx="261176" cy="18670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…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2" name="直接箭头连接符 191">
            <a:extLst>
              <a:ext uri="{FF2B5EF4-FFF2-40B4-BE49-F238E27FC236}">
                <a16:creationId xmlns:a16="http://schemas.microsoft.com/office/drawing/2014/main" id="{F8270856-43E0-FFE2-5812-9F82A2873610}"/>
              </a:ext>
            </a:extLst>
          </p:cNvPr>
          <p:cNvCxnSpPr>
            <a:cxnSpLocks/>
            <a:stCxn id="188" idx="3"/>
            <a:endCxn id="189" idx="1"/>
          </p:cNvCxnSpPr>
          <p:nvPr/>
        </p:nvCxnSpPr>
        <p:spPr>
          <a:xfrm>
            <a:off x="3669472" y="5438262"/>
            <a:ext cx="164524" cy="2826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6" name="直接箭头连接符 195">
            <a:extLst>
              <a:ext uri="{FF2B5EF4-FFF2-40B4-BE49-F238E27FC236}">
                <a16:creationId xmlns:a16="http://schemas.microsoft.com/office/drawing/2014/main" id="{F3D0E2B7-BDB1-39B7-6132-91FA47FB4DF5}"/>
              </a:ext>
            </a:extLst>
          </p:cNvPr>
          <p:cNvCxnSpPr>
            <a:cxnSpLocks/>
            <a:stCxn id="189" idx="3"/>
            <a:endCxn id="191" idx="2"/>
          </p:cNvCxnSpPr>
          <p:nvPr/>
        </p:nvCxnSpPr>
        <p:spPr>
          <a:xfrm>
            <a:off x="4536051" y="5441088"/>
            <a:ext cx="151054" cy="9051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直接箭头连接符 200">
            <a:extLst>
              <a:ext uri="{FF2B5EF4-FFF2-40B4-BE49-F238E27FC236}">
                <a16:creationId xmlns:a16="http://schemas.microsoft.com/office/drawing/2014/main" id="{2CAF3471-F4BB-FD63-902C-4F1945B5EB71}"/>
              </a:ext>
            </a:extLst>
          </p:cNvPr>
          <p:cNvCxnSpPr>
            <a:cxnSpLocks/>
            <a:stCxn id="191" idx="6"/>
            <a:endCxn id="190" idx="1"/>
          </p:cNvCxnSpPr>
          <p:nvPr/>
        </p:nvCxnSpPr>
        <p:spPr>
          <a:xfrm>
            <a:off x="4948281" y="5450139"/>
            <a:ext cx="177191" cy="377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4" name="菱形 203">
            <a:extLst>
              <a:ext uri="{FF2B5EF4-FFF2-40B4-BE49-F238E27FC236}">
                <a16:creationId xmlns:a16="http://schemas.microsoft.com/office/drawing/2014/main" id="{79C21478-6B18-EFA2-0090-B5F771E91EA5}"/>
              </a:ext>
            </a:extLst>
          </p:cNvPr>
          <p:cNvSpPr/>
          <p:nvPr/>
        </p:nvSpPr>
        <p:spPr>
          <a:xfrm>
            <a:off x="2967417" y="4433304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205" name="菱形 204">
            <a:extLst>
              <a:ext uri="{FF2B5EF4-FFF2-40B4-BE49-F238E27FC236}">
                <a16:creationId xmlns:a16="http://schemas.microsoft.com/office/drawing/2014/main" id="{571385EE-2E6F-731F-539F-49C0FC0EF83A}"/>
              </a:ext>
            </a:extLst>
          </p:cNvPr>
          <p:cNvSpPr/>
          <p:nvPr/>
        </p:nvSpPr>
        <p:spPr>
          <a:xfrm>
            <a:off x="3833996" y="4436130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206" name="菱形 205">
            <a:extLst>
              <a:ext uri="{FF2B5EF4-FFF2-40B4-BE49-F238E27FC236}">
                <a16:creationId xmlns:a16="http://schemas.microsoft.com/office/drawing/2014/main" id="{10C0526A-C550-93A7-231F-18F22195B9AF}"/>
              </a:ext>
            </a:extLst>
          </p:cNvPr>
          <p:cNvSpPr/>
          <p:nvPr/>
        </p:nvSpPr>
        <p:spPr>
          <a:xfrm>
            <a:off x="5125472" y="4445558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207" name="椭圆 206">
            <a:extLst>
              <a:ext uri="{FF2B5EF4-FFF2-40B4-BE49-F238E27FC236}">
                <a16:creationId xmlns:a16="http://schemas.microsoft.com/office/drawing/2014/main" id="{F5819495-699E-22F8-CC76-E675B0BE0DE8}"/>
              </a:ext>
            </a:extLst>
          </p:cNvPr>
          <p:cNvSpPr/>
          <p:nvPr/>
        </p:nvSpPr>
        <p:spPr>
          <a:xfrm>
            <a:off x="4687105" y="4507371"/>
            <a:ext cx="261176" cy="18670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…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3B664292-ABD4-16B2-2C20-C6D62B651475}"/>
              </a:ext>
            </a:extLst>
          </p:cNvPr>
          <p:cNvCxnSpPr>
            <a:cxnSpLocks/>
            <a:stCxn id="204" idx="3"/>
            <a:endCxn id="205" idx="1"/>
          </p:cNvCxnSpPr>
          <p:nvPr/>
        </p:nvCxnSpPr>
        <p:spPr>
          <a:xfrm>
            <a:off x="3669472" y="4588847"/>
            <a:ext cx="164524" cy="2826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箭头连接符 208">
            <a:extLst>
              <a:ext uri="{FF2B5EF4-FFF2-40B4-BE49-F238E27FC236}">
                <a16:creationId xmlns:a16="http://schemas.microsoft.com/office/drawing/2014/main" id="{58E18E4E-19E1-0B12-8CD5-FDA45ECAE69C}"/>
              </a:ext>
            </a:extLst>
          </p:cNvPr>
          <p:cNvCxnSpPr>
            <a:cxnSpLocks/>
            <a:stCxn id="205" idx="3"/>
            <a:endCxn id="207" idx="2"/>
          </p:cNvCxnSpPr>
          <p:nvPr/>
        </p:nvCxnSpPr>
        <p:spPr>
          <a:xfrm>
            <a:off x="4536051" y="4591673"/>
            <a:ext cx="151054" cy="9051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32E39657-6323-C2A8-85A0-1A3A0329C39A}"/>
              </a:ext>
            </a:extLst>
          </p:cNvPr>
          <p:cNvCxnSpPr>
            <a:cxnSpLocks/>
            <a:stCxn id="207" idx="6"/>
            <a:endCxn id="206" idx="1"/>
          </p:cNvCxnSpPr>
          <p:nvPr/>
        </p:nvCxnSpPr>
        <p:spPr>
          <a:xfrm>
            <a:off x="4948281" y="4600724"/>
            <a:ext cx="177191" cy="377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直接箭头连接符 210">
            <a:extLst>
              <a:ext uri="{FF2B5EF4-FFF2-40B4-BE49-F238E27FC236}">
                <a16:creationId xmlns:a16="http://schemas.microsoft.com/office/drawing/2014/main" id="{A757D6F3-3E3F-602B-C618-B8B35167DCDA}"/>
              </a:ext>
            </a:extLst>
          </p:cNvPr>
          <p:cNvCxnSpPr>
            <a:cxnSpLocks/>
            <a:stCxn id="188" idx="0"/>
            <a:endCxn id="204" idx="2"/>
          </p:cNvCxnSpPr>
          <p:nvPr/>
        </p:nvCxnSpPr>
        <p:spPr>
          <a:xfrm flipV="1">
            <a:off x="3318445" y="4744389"/>
            <a:ext cx="0" cy="538330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E32F34A9-3657-7C2E-32D8-E11F9EC3ED77}"/>
              </a:ext>
            </a:extLst>
          </p:cNvPr>
          <p:cNvCxnSpPr>
            <a:cxnSpLocks/>
            <a:stCxn id="189" idx="0"/>
            <a:endCxn id="205" idx="2"/>
          </p:cNvCxnSpPr>
          <p:nvPr/>
        </p:nvCxnSpPr>
        <p:spPr>
          <a:xfrm flipV="1">
            <a:off x="4185024" y="4747215"/>
            <a:ext cx="0" cy="538330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直接箭头连接符 216">
            <a:extLst>
              <a:ext uri="{FF2B5EF4-FFF2-40B4-BE49-F238E27FC236}">
                <a16:creationId xmlns:a16="http://schemas.microsoft.com/office/drawing/2014/main" id="{704ECAF2-D5B5-520D-7028-076EDBFD9732}"/>
              </a:ext>
            </a:extLst>
          </p:cNvPr>
          <p:cNvCxnSpPr>
            <a:cxnSpLocks/>
            <a:stCxn id="190" idx="0"/>
            <a:endCxn id="206" idx="2"/>
          </p:cNvCxnSpPr>
          <p:nvPr/>
        </p:nvCxnSpPr>
        <p:spPr>
          <a:xfrm flipV="1">
            <a:off x="5476500" y="4756643"/>
            <a:ext cx="0" cy="538330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1" name="菱形 220">
            <a:extLst>
              <a:ext uri="{FF2B5EF4-FFF2-40B4-BE49-F238E27FC236}">
                <a16:creationId xmlns:a16="http://schemas.microsoft.com/office/drawing/2014/main" id="{A5C90E3F-9410-6131-C9F3-D7BAED91E327}"/>
              </a:ext>
            </a:extLst>
          </p:cNvPr>
          <p:cNvSpPr/>
          <p:nvPr/>
        </p:nvSpPr>
        <p:spPr>
          <a:xfrm>
            <a:off x="6193194" y="5273292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222" name="菱形 221">
            <a:extLst>
              <a:ext uri="{FF2B5EF4-FFF2-40B4-BE49-F238E27FC236}">
                <a16:creationId xmlns:a16="http://schemas.microsoft.com/office/drawing/2014/main" id="{FD0FC5EC-2018-DDBA-CFBE-6BFC1C7BC759}"/>
              </a:ext>
            </a:extLst>
          </p:cNvPr>
          <p:cNvSpPr/>
          <p:nvPr/>
        </p:nvSpPr>
        <p:spPr>
          <a:xfrm>
            <a:off x="7059773" y="5276118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223" name="菱形 222">
            <a:extLst>
              <a:ext uri="{FF2B5EF4-FFF2-40B4-BE49-F238E27FC236}">
                <a16:creationId xmlns:a16="http://schemas.microsoft.com/office/drawing/2014/main" id="{F71E5FE2-489E-961E-7280-DC471FB540FA}"/>
              </a:ext>
            </a:extLst>
          </p:cNvPr>
          <p:cNvSpPr/>
          <p:nvPr/>
        </p:nvSpPr>
        <p:spPr>
          <a:xfrm>
            <a:off x="8351249" y="5285546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224" name="椭圆 223">
            <a:extLst>
              <a:ext uri="{FF2B5EF4-FFF2-40B4-BE49-F238E27FC236}">
                <a16:creationId xmlns:a16="http://schemas.microsoft.com/office/drawing/2014/main" id="{2BCDBDBE-47DA-08D0-F3EE-C995164C8284}"/>
              </a:ext>
            </a:extLst>
          </p:cNvPr>
          <p:cNvSpPr/>
          <p:nvPr/>
        </p:nvSpPr>
        <p:spPr>
          <a:xfrm>
            <a:off x="7912882" y="5347359"/>
            <a:ext cx="261176" cy="18670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…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25" name="直接箭头连接符 224">
            <a:extLst>
              <a:ext uri="{FF2B5EF4-FFF2-40B4-BE49-F238E27FC236}">
                <a16:creationId xmlns:a16="http://schemas.microsoft.com/office/drawing/2014/main" id="{B837E261-8B00-4F4B-416B-FAB89AD71C06}"/>
              </a:ext>
            </a:extLst>
          </p:cNvPr>
          <p:cNvCxnSpPr>
            <a:cxnSpLocks/>
            <a:stCxn id="221" idx="3"/>
            <a:endCxn id="222" idx="1"/>
          </p:cNvCxnSpPr>
          <p:nvPr/>
        </p:nvCxnSpPr>
        <p:spPr>
          <a:xfrm>
            <a:off x="6895249" y="5428835"/>
            <a:ext cx="164524" cy="2826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E7333E48-8969-6EFE-706A-B671359B279F}"/>
              </a:ext>
            </a:extLst>
          </p:cNvPr>
          <p:cNvCxnSpPr>
            <a:cxnSpLocks/>
            <a:stCxn id="222" idx="3"/>
            <a:endCxn id="224" idx="2"/>
          </p:cNvCxnSpPr>
          <p:nvPr/>
        </p:nvCxnSpPr>
        <p:spPr>
          <a:xfrm>
            <a:off x="7761828" y="5431661"/>
            <a:ext cx="151054" cy="9051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直接箭头连接符 226">
            <a:extLst>
              <a:ext uri="{FF2B5EF4-FFF2-40B4-BE49-F238E27FC236}">
                <a16:creationId xmlns:a16="http://schemas.microsoft.com/office/drawing/2014/main" id="{0D38BA77-B576-207C-5375-AAF085F9BD48}"/>
              </a:ext>
            </a:extLst>
          </p:cNvPr>
          <p:cNvCxnSpPr>
            <a:cxnSpLocks/>
            <a:stCxn id="224" idx="6"/>
            <a:endCxn id="223" idx="1"/>
          </p:cNvCxnSpPr>
          <p:nvPr/>
        </p:nvCxnSpPr>
        <p:spPr>
          <a:xfrm>
            <a:off x="8174058" y="5440712"/>
            <a:ext cx="177191" cy="377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8" name="菱形 227">
            <a:extLst>
              <a:ext uri="{FF2B5EF4-FFF2-40B4-BE49-F238E27FC236}">
                <a16:creationId xmlns:a16="http://schemas.microsoft.com/office/drawing/2014/main" id="{A1AD509B-16A6-D0B8-FCEE-8521D093B61F}"/>
              </a:ext>
            </a:extLst>
          </p:cNvPr>
          <p:cNvSpPr/>
          <p:nvPr/>
        </p:nvSpPr>
        <p:spPr>
          <a:xfrm>
            <a:off x="6193194" y="4423877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229" name="菱形 228">
            <a:extLst>
              <a:ext uri="{FF2B5EF4-FFF2-40B4-BE49-F238E27FC236}">
                <a16:creationId xmlns:a16="http://schemas.microsoft.com/office/drawing/2014/main" id="{2C5FFA34-1AB0-5259-0C95-F5A0849C4E5D}"/>
              </a:ext>
            </a:extLst>
          </p:cNvPr>
          <p:cNvSpPr/>
          <p:nvPr/>
        </p:nvSpPr>
        <p:spPr>
          <a:xfrm>
            <a:off x="7059773" y="4426703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230" name="菱形 229">
            <a:extLst>
              <a:ext uri="{FF2B5EF4-FFF2-40B4-BE49-F238E27FC236}">
                <a16:creationId xmlns:a16="http://schemas.microsoft.com/office/drawing/2014/main" id="{AD6B5FED-7E7A-E6D1-BD6F-0FD3B843F9A3}"/>
              </a:ext>
            </a:extLst>
          </p:cNvPr>
          <p:cNvSpPr/>
          <p:nvPr/>
        </p:nvSpPr>
        <p:spPr>
          <a:xfrm>
            <a:off x="8351249" y="4436131"/>
            <a:ext cx="702055" cy="311085"/>
          </a:xfrm>
          <a:prstGeom prst="diamond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zh-CN" sz="1400" dirty="0" err="1"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0"/>
              </a:rPr>
              <a:t>lstm</a:t>
            </a:r>
            <a:endParaRPr lang="zh-CN" altLang="en-US" sz="1400" dirty="0"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0"/>
            </a:endParaRPr>
          </a:p>
        </p:txBody>
      </p:sp>
      <p:sp>
        <p:nvSpPr>
          <p:cNvPr id="231" name="椭圆 230">
            <a:extLst>
              <a:ext uri="{FF2B5EF4-FFF2-40B4-BE49-F238E27FC236}">
                <a16:creationId xmlns:a16="http://schemas.microsoft.com/office/drawing/2014/main" id="{FB565235-265D-4C2D-5183-C7608DF105B8}"/>
              </a:ext>
            </a:extLst>
          </p:cNvPr>
          <p:cNvSpPr/>
          <p:nvPr/>
        </p:nvSpPr>
        <p:spPr>
          <a:xfrm>
            <a:off x="7912882" y="4497944"/>
            <a:ext cx="261176" cy="18670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…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232" name="直接箭头连接符 231">
            <a:extLst>
              <a:ext uri="{FF2B5EF4-FFF2-40B4-BE49-F238E27FC236}">
                <a16:creationId xmlns:a16="http://schemas.microsoft.com/office/drawing/2014/main" id="{A077AA87-060A-FD24-A31C-A0B8BCD25EF0}"/>
              </a:ext>
            </a:extLst>
          </p:cNvPr>
          <p:cNvCxnSpPr>
            <a:cxnSpLocks/>
            <a:stCxn id="228" idx="3"/>
            <a:endCxn id="229" idx="1"/>
          </p:cNvCxnSpPr>
          <p:nvPr/>
        </p:nvCxnSpPr>
        <p:spPr>
          <a:xfrm>
            <a:off x="6895249" y="4579420"/>
            <a:ext cx="164524" cy="2826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箭头连接符 232">
            <a:extLst>
              <a:ext uri="{FF2B5EF4-FFF2-40B4-BE49-F238E27FC236}">
                <a16:creationId xmlns:a16="http://schemas.microsoft.com/office/drawing/2014/main" id="{B254B159-113D-5E36-7D1B-04D1474B9495}"/>
              </a:ext>
            </a:extLst>
          </p:cNvPr>
          <p:cNvCxnSpPr>
            <a:cxnSpLocks/>
            <a:stCxn id="229" idx="3"/>
            <a:endCxn id="231" idx="2"/>
          </p:cNvCxnSpPr>
          <p:nvPr/>
        </p:nvCxnSpPr>
        <p:spPr>
          <a:xfrm>
            <a:off x="7761828" y="4582246"/>
            <a:ext cx="151054" cy="9051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箭头连接符 233">
            <a:extLst>
              <a:ext uri="{FF2B5EF4-FFF2-40B4-BE49-F238E27FC236}">
                <a16:creationId xmlns:a16="http://schemas.microsoft.com/office/drawing/2014/main" id="{CF5FF7C2-11CF-9451-8C35-FD56D1C97B4D}"/>
              </a:ext>
            </a:extLst>
          </p:cNvPr>
          <p:cNvCxnSpPr>
            <a:cxnSpLocks/>
            <a:stCxn id="231" idx="6"/>
            <a:endCxn id="230" idx="1"/>
          </p:cNvCxnSpPr>
          <p:nvPr/>
        </p:nvCxnSpPr>
        <p:spPr>
          <a:xfrm>
            <a:off x="8174058" y="4591297"/>
            <a:ext cx="177191" cy="377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箭头连接符 234">
            <a:extLst>
              <a:ext uri="{FF2B5EF4-FFF2-40B4-BE49-F238E27FC236}">
                <a16:creationId xmlns:a16="http://schemas.microsoft.com/office/drawing/2014/main" id="{B07EDF06-49F7-E8EB-2B5B-F6763F0C9174}"/>
              </a:ext>
            </a:extLst>
          </p:cNvPr>
          <p:cNvCxnSpPr>
            <a:cxnSpLocks/>
            <a:stCxn id="221" idx="0"/>
            <a:endCxn id="228" idx="2"/>
          </p:cNvCxnSpPr>
          <p:nvPr/>
        </p:nvCxnSpPr>
        <p:spPr>
          <a:xfrm flipV="1">
            <a:off x="6544222" y="4734962"/>
            <a:ext cx="0" cy="538330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直接箭头连接符 235">
            <a:extLst>
              <a:ext uri="{FF2B5EF4-FFF2-40B4-BE49-F238E27FC236}">
                <a16:creationId xmlns:a16="http://schemas.microsoft.com/office/drawing/2014/main" id="{93764AF7-5ADC-082F-5ECD-3617774198BB}"/>
              </a:ext>
            </a:extLst>
          </p:cNvPr>
          <p:cNvCxnSpPr>
            <a:cxnSpLocks/>
            <a:stCxn id="222" idx="0"/>
            <a:endCxn id="229" idx="2"/>
          </p:cNvCxnSpPr>
          <p:nvPr/>
        </p:nvCxnSpPr>
        <p:spPr>
          <a:xfrm flipV="1">
            <a:off x="7410801" y="4737788"/>
            <a:ext cx="0" cy="538330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直接箭头连接符 236">
            <a:extLst>
              <a:ext uri="{FF2B5EF4-FFF2-40B4-BE49-F238E27FC236}">
                <a16:creationId xmlns:a16="http://schemas.microsoft.com/office/drawing/2014/main" id="{EBDFB4B1-685C-BC16-DD36-D5C84EC745D2}"/>
              </a:ext>
            </a:extLst>
          </p:cNvPr>
          <p:cNvCxnSpPr>
            <a:cxnSpLocks/>
            <a:stCxn id="223" idx="0"/>
            <a:endCxn id="230" idx="2"/>
          </p:cNvCxnSpPr>
          <p:nvPr/>
        </p:nvCxnSpPr>
        <p:spPr>
          <a:xfrm flipV="1">
            <a:off x="8702277" y="4747216"/>
            <a:ext cx="0" cy="538330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6" name="直接箭头连接符 245">
            <a:extLst>
              <a:ext uri="{FF2B5EF4-FFF2-40B4-BE49-F238E27FC236}">
                <a16:creationId xmlns:a16="http://schemas.microsoft.com/office/drawing/2014/main" id="{44C5735A-770D-81A7-F531-48E100D126EB}"/>
              </a:ext>
            </a:extLst>
          </p:cNvPr>
          <p:cNvCxnSpPr>
            <a:cxnSpLocks/>
            <a:stCxn id="166" idx="0"/>
            <a:endCxn id="223" idx="2"/>
          </p:cNvCxnSpPr>
          <p:nvPr/>
        </p:nvCxnSpPr>
        <p:spPr>
          <a:xfrm flipV="1">
            <a:off x="7515719" y="5596631"/>
            <a:ext cx="1186558" cy="588964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9" name="直接箭头连接符 248">
            <a:extLst>
              <a:ext uri="{FF2B5EF4-FFF2-40B4-BE49-F238E27FC236}">
                <a16:creationId xmlns:a16="http://schemas.microsoft.com/office/drawing/2014/main" id="{768AEA26-9384-C9DC-3C73-7B13BE6B8B78}"/>
              </a:ext>
            </a:extLst>
          </p:cNvPr>
          <p:cNvCxnSpPr>
            <a:cxnSpLocks/>
            <a:stCxn id="204" idx="0"/>
            <a:endCxn id="156" idx="2"/>
          </p:cNvCxnSpPr>
          <p:nvPr/>
        </p:nvCxnSpPr>
        <p:spPr>
          <a:xfrm flipV="1">
            <a:off x="3318445" y="3948537"/>
            <a:ext cx="1178441" cy="484767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2" name="直接箭头连接符 251">
            <a:extLst>
              <a:ext uri="{FF2B5EF4-FFF2-40B4-BE49-F238E27FC236}">
                <a16:creationId xmlns:a16="http://schemas.microsoft.com/office/drawing/2014/main" id="{EA164841-7B30-483C-0A67-451B0D6D2922}"/>
              </a:ext>
            </a:extLst>
          </p:cNvPr>
          <p:cNvCxnSpPr>
            <a:cxnSpLocks/>
            <a:stCxn id="205" idx="0"/>
            <a:endCxn id="157" idx="2"/>
          </p:cNvCxnSpPr>
          <p:nvPr/>
        </p:nvCxnSpPr>
        <p:spPr>
          <a:xfrm flipV="1">
            <a:off x="4185024" y="3953721"/>
            <a:ext cx="1367664" cy="482409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5" name="直接箭头连接符 254">
            <a:extLst>
              <a:ext uri="{FF2B5EF4-FFF2-40B4-BE49-F238E27FC236}">
                <a16:creationId xmlns:a16="http://schemas.microsoft.com/office/drawing/2014/main" id="{DBA7E85D-791B-E941-8F75-04B8AA7EFB38}"/>
              </a:ext>
            </a:extLst>
          </p:cNvPr>
          <p:cNvCxnSpPr>
            <a:cxnSpLocks/>
            <a:stCxn id="206" idx="0"/>
            <a:endCxn id="158" idx="2"/>
          </p:cNvCxnSpPr>
          <p:nvPr/>
        </p:nvCxnSpPr>
        <p:spPr>
          <a:xfrm flipV="1">
            <a:off x="5476500" y="3944296"/>
            <a:ext cx="1726505" cy="501262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8" name="直接箭头连接符 257">
            <a:extLst>
              <a:ext uri="{FF2B5EF4-FFF2-40B4-BE49-F238E27FC236}">
                <a16:creationId xmlns:a16="http://schemas.microsoft.com/office/drawing/2014/main" id="{D537B047-8D29-4460-9BAF-24936E4DC4C0}"/>
              </a:ext>
            </a:extLst>
          </p:cNvPr>
          <p:cNvCxnSpPr>
            <a:cxnSpLocks/>
            <a:stCxn id="228" idx="0"/>
            <a:endCxn id="156" idx="2"/>
          </p:cNvCxnSpPr>
          <p:nvPr/>
        </p:nvCxnSpPr>
        <p:spPr>
          <a:xfrm flipH="1" flipV="1">
            <a:off x="4496886" y="3948537"/>
            <a:ext cx="2047336" cy="475340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2" name="直接箭头连接符 261">
            <a:extLst>
              <a:ext uri="{FF2B5EF4-FFF2-40B4-BE49-F238E27FC236}">
                <a16:creationId xmlns:a16="http://schemas.microsoft.com/office/drawing/2014/main" id="{C15D3DFF-9783-80C4-0276-7E60A476DC54}"/>
              </a:ext>
            </a:extLst>
          </p:cNvPr>
          <p:cNvCxnSpPr>
            <a:cxnSpLocks/>
            <a:stCxn id="229" idx="0"/>
            <a:endCxn id="157" idx="2"/>
          </p:cNvCxnSpPr>
          <p:nvPr/>
        </p:nvCxnSpPr>
        <p:spPr>
          <a:xfrm flipH="1" flipV="1">
            <a:off x="5552688" y="3953721"/>
            <a:ext cx="1858113" cy="472982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5" name="直接箭头连接符 264">
            <a:extLst>
              <a:ext uri="{FF2B5EF4-FFF2-40B4-BE49-F238E27FC236}">
                <a16:creationId xmlns:a16="http://schemas.microsoft.com/office/drawing/2014/main" id="{674B6284-9563-AA11-EFF3-AA689E74FFE9}"/>
              </a:ext>
            </a:extLst>
          </p:cNvPr>
          <p:cNvCxnSpPr>
            <a:cxnSpLocks/>
            <a:stCxn id="230" idx="0"/>
            <a:endCxn id="158" idx="2"/>
          </p:cNvCxnSpPr>
          <p:nvPr/>
        </p:nvCxnSpPr>
        <p:spPr>
          <a:xfrm flipH="1" flipV="1">
            <a:off x="7203005" y="3944296"/>
            <a:ext cx="1499272" cy="491835"/>
          </a:xfrm>
          <a:prstGeom prst="straightConnector1">
            <a:avLst/>
          </a:prstGeom>
          <a:ln>
            <a:solidFill>
              <a:schemeClr val="dk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623737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08E88EBB-88A6-96C3-6318-EC4F3AC407C8}"/>
              </a:ext>
            </a:extLst>
          </p:cNvPr>
          <p:cNvGrpSpPr/>
          <p:nvPr/>
        </p:nvGrpSpPr>
        <p:grpSpPr>
          <a:xfrm>
            <a:off x="-141403" y="-97383"/>
            <a:ext cx="12333403" cy="6992059"/>
            <a:chOff x="-141403" y="-97383"/>
            <a:chExt cx="12333403" cy="6992059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93D626D-4F06-D141-E79D-3E2A82035C2F}"/>
                </a:ext>
              </a:extLst>
            </p:cNvPr>
            <p:cNvSpPr/>
            <p:nvPr/>
          </p:nvSpPr>
          <p:spPr>
            <a:xfrm>
              <a:off x="3055104" y="943718"/>
              <a:ext cx="544102" cy="18890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zh-CN" alt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增益调度</a:t>
              </a:r>
            </a:p>
          </p:txBody>
        </p: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A21CCFBC-2A14-39B2-EFB5-3A2F1C27B281}"/>
                </a:ext>
              </a:extLst>
            </p:cNvPr>
            <p:cNvGrpSpPr/>
            <p:nvPr/>
          </p:nvGrpSpPr>
          <p:grpSpPr>
            <a:xfrm>
              <a:off x="9165203" y="260359"/>
              <a:ext cx="603013" cy="598574"/>
              <a:chOff x="6055869" y="1710175"/>
              <a:chExt cx="603013" cy="598574"/>
            </a:xfrm>
          </p:grpSpPr>
          <p:grpSp>
            <p:nvGrpSpPr>
              <p:cNvPr id="1379" name="组合 1378">
                <a:extLst>
                  <a:ext uri="{FF2B5EF4-FFF2-40B4-BE49-F238E27FC236}">
                    <a16:creationId xmlns:a16="http://schemas.microsoft.com/office/drawing/2014/main" id="{4C0D0B5C-A437-2016-0BA6-64C29876B80D}"/>
                  </a:ext>
                </a:extLst>
              </p:cNvPr>
              <p:cNvGrpSpPr/>
              <p:nvPr/>
            </p:nvGrpSpPr>
            <p:grpSpPr>
              <a:xfrm>
                <a:off x="6055869" y="1710175"/>
                <a:ext cx="603013" cy="598574"/>
                <a:chOff x="975600" y="2031777"/>
                <a:chExt cx="972000" cy="707162"/>
              </a:xfrm>
            </p:grpSpPr>
            <p:sp>
              <p:nvSpPr>
                <p:cNvPr id="1394" name="矩形 1393">
                  <a:extLst>
                    <a:ext uri="{FF2B5EF4-FFF2-40B4-BE49-F238E27FC236}">
                      <a16:creationId xmlns:a16="http://schemas.microsoft.com/office/drawing/2014/main" id="{66FF4C07-2B4A-0E42-587A-02205FBE560F}"/>
                    </a:ext>
                  </a:extLst>
                </p:cNvPr>
                <p:cNvSpPr/>
                <p:nvPr/>
              </p:nvSpPr>
              <p:spPr>
                <a:xfrm>
                  <a:off x="975600" y="2031777"/>
                  <a:ext cx="972000" cy="648000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395" name="矩形 1394">
                  <a:extLst>
                    <a:ext uri="{FF2B5EF4-FFF2-40B4-BE49-F238E27FC236}">
                      <a16:creationId xmlns:a16="http://schemas.microsoft.com/office/drawing/2014/main" id="{05C64FB7-AFB0-DA1E-136E-5A70D4443CAC}"/>
                    </a:ext>
                  </a:extLst>
                </p:cNvPr>
                <p:cNvSpPr/>
                <p:nvPr/>
              </p:nvSpPr>
              <p:spPr>
                <a:xfrm>
                  <a:off x="975600" y="2080173"/>
                  <a:ext cx="324000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96" name="矩形 1395">
                  <a:extLst>
                    <a:ext uri="{FF2B5EF4-FFF2-40B4-BE49-F238E27FC236}">
                      <a16:creationId xmlns:a16="http://schemas.microsoft.com/office/drawing/2014/main" id="{779D1578-4FA9-327A-6EF5-4E99BD0C4AAC}"/>
                    </a:ext>
                  </a:extLst>
                </p:cNvPr>
                <p:cNvSpPr/>
                <p:nvPr/>
              </p:nvSpPr>
              <p:spPr>
                <a:xfrm>
                  <a:off x="1299600" y="2080173"/>
                  <a:ext cx="324000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97" name="矩形 1396">
                  <a:extLst>
                    <a:ext uri="{FF2B5EF4-FFF2-40B4-BE49-F238E27FC236}">
                      <a16:creationId xmlns:a16="http://schemas.microsoft.com/office/drawing/2014/main" id="{315BA709-5732-5E13-87A9-707EA29897B2}"/>
                    </a:ext>
                  </a:extLst>
                </p:cNvPr>
                <p:cNvSpPr/>
                <p:nvPr/>
              </p:nvSpPr>
              <p:spPr>
                <a:xfrm>
                  <a:off x="1623600" y="2080173"/>
                  <a:ext cx="324000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98" name="矩形 1397">
                  <a:extLst>
                    <a:ext uri="{FF2B5EF4-FFF2-40B4-BE49-F238E27FC236}">
                      <a16:creationId xmlns:a16="http://schemas.microsoft.com/office/drawing/2014/main" id="{86F29F8E-C455-21F6-7E17-E4E8404831A4}"/>
                    </a:ext>
                  </a:extLst>
                </p:cNvPr>
                <p:cNvSpPr/>
                <p:nvPr/>
              </p:nvSpPr>
              <p:spPr>
                <a:xfrm>
                  <a:off x="975600" y="2305131"/>
                  <a:ext cx="324000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99" name="矩形 1398">
                  <a:extLst>
                    <a:ext uri="{FF2B5EF4-FFF2-40B4-BE49-F238E27FC236}">
                      <a16:creationId xmlns:a16="http://schemas.microsoft.com/office/drawing/2014/main" id="{97F272D9-0ED2-B704-E53B-6C5CF9FFE678}"/>
                    </a:ext>
                  </a:extLst>
                </p:cNvPr>
                <p:cNvSpPr/>
                <p:nvPr/>
              </p:nvSpPr>
              <p:spPr>
                <a:xfrm>
                  <a:off x="1299600" y="2305131"/>
                  <a:ext cx="324000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00" name="矩形 1399">
                  <a:extLst>
                    <a:ext uri="{FF2B5EF4-FFF2-40B4-BE49-F238E27FC236}">
                      <a16:creationId xmlns:a16="http://schemas.microsoft.com/office/drawing/2014/main" id="{29EDAF20-2C66-72E3-EB79-7FD32938006F}"/>
                    </a:ext>
                  </a:extLst>
                </p:cNvPr>
                <p:cNvSpPr/>
                <p:nvPr/>
              </p:nvSpPr>
              <p:spPr>
                <a:xfrm>
                  <a:off x="1623600" y="2305131"/>
                  <a:ext cx="324000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01" name="矩形 1400">
                  <a:extLst>
                    <a:ext uri="{FF2B5EF4-FFF2-40B4-BE49-F238E27FC236}">
                      <a16:creationId xmlns:a16="http://schemas.microsoft.com/office/drawing/2014/main" id="{7539B9F9-ED45-581A-A6CB-9B78C68C6EE3}"/>
                    </a:ext>
                  </a:extLst>
                </p:cNvPr>
                <p:cNvSpPr/>
                <p:nvPr/>
              </p:nvSpPr>
              <p:spPr>
                <a:xfrm>
                  <a:off x="975600" y="2522939"/>
                  <a:ext cx="324000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02" name="矩形 1401">
                  <a:extLst>
                    <a:ext uri="{FF2B5EF4-FFF2-40B4-BE49-F238E27FC236}">
                      <a16:creationId xmlns:a16="http://schemas.microsoft.com/office/drawing/2014/main" id="{5C2B4C51-052E-AE01-137B-FA373FCDF166}"/>
                    </a:ext>
                  </a:extLst>
                </p:cNvPr>
                <p:cNvSpPr/>
                <p:nvPr/>
              </p:nvSpPr>
              <p:spPr>
                <a:xfrm>
                  <a:off x="1299600" y="2522939"/>
                  <a:ext cx="324000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03" name="矩形 1402">
                  <a:extLst>
                    <a:ext uri="{FF2B5EF4-FFF2-40B4-BE49-F238E27FC236}">
                      <a16:creationId xmlns:a16="http://schemas.microsoft.com/office/drawing/2014/main" id="{13C5EB8E-4C1A-C386-2274-3FD25A331C04}"/>
                    </a:ext>
                  </a:extLst>
                </p:cNvPr>
                <p:cNvSpPr/>
                <p:nvPr/>
              </p:nvSpPr>
              <p:spPr>
                <a:xfrm>
                  <a:off x="1623600" y="2522939"/>
                  <a:ext cx="324000" cy="216000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1380" name="直接箭头连接符 1379">
                <a:extLst>
                  <a:ext uri="{FF2B5EF4-FFF2-40B4-BE49-F238E27FC236}">
                    <a16:creationId xmlns:a16="http://schemas.microsoft.com/office/drawing/2014/main" id="{8691061F-1571-327E-9470-B73A9850AB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300787" y="1770272"/>
                <a:ext cx="0" cy="327609"/>
              </a:xfrm>
              <a:prstGeom prst="straightConnector1">
                <a:avLst/>
              </a:prstGeom>
              <a:ln w="6350">
                <a:headEnd type="none"/>
                <a:tailEnd type="triangl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1" name="直接箭头连接符 1380">
                <a:extLst>
                  <a:ext uri="{FF2B5EF4-FFF2-40B4-BE49-F238E27FC236}">
                    <a16:creationId xmlns:a16="http://schemas.microsoft.com/office/drawing/2014/main" id="{DAF82B1B-6BF0-043D-6E1E-BA3B8ED8E985}"/>
                  </a:ext>
                </a:extLst>
              </p:cNvPr>
              <p:cNvCxnSpPr>
                <a:cxnSpLocks/>
              </p:cNvCxnSpPr>
              <p:nvPr/>
            </p:nvCxnSpPr>
            <p:spPr>
              <a:xfrm rot="14400000" flipV="1">
                <a:off x="6201349" y="2038589"/>
                <a:ext cx="0" cy="243292"/>
              </a:xfrm>
              <a:prstGeom prst="straightConnector1">
                <a:avLst/>
              </a:prstGeom>
              <a:ln>
                <a:headEnd type="none"/>
                <a:tailEnd type="triangl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2" name="直接箭头连接符 1381">
                <a:extLst>
                  <a:ext uri="{FF2B5EF4-FFF2-40B4-BE49-F238E27FC236}">
                    <a16:creationId xmlns:a16="http://schemas.microsoft.com/office/drawing/2014/main" id="{01457896-B72E-C226-2E80-3C992601AA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0787" y="2097881"/>
                <a:ext cx="316707" cy="0"/>
              </a:xfrm>
              <a:prstGeom prst="straightConnector1">
                <a:avLst/>
              </a:prstGeom>
              <a:ln>
                <a:headEnd type="none"/>
                <a:tailEnd type="triangl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83" name="直接箭头连接符 1382">
                <a:extLst>
                  <a:ext uri="{FF2B5EF4-FFF2-40B4-BE49-F238E27FC236}">
                    <a16:creationId xmlns:a16="http://schemas.microsoft.com/office/drawing/2014/main" id="{5D5A9C01-EEEB-076B-445F-A0EC9F76ED56}"/>
                  </a:ext>
                </a:extLst>
              </p:cNvPr>
              <p:cNvCxnSpPr>
                <a:cxnSpLocks/>
              </p:cNvCxnSpPr>
              <p:nvPr/>
            </p:nvCxnSpPr>
            <p:spPr>
              <a:xfrm rot="2700000" flipV="1">
                <a:off x="6417745" y="1816553"/>
                <a:ext cx="0" cy="327609"/>
              </a:xfrm>
              <a:prstGeom prst="straightConnector1">
                <a:avLst/>
              </a:prstGeom>
              <a:ln w="6350">
                <a:headEnd type="none"/>
                <a:tailEnd type="triangl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84" name="矩形 1383">
                <a:extLst>
                  <a:ext uri="{FF2B5EF4-FFF2-40B4-BE49-F238E27FC236}">
                    <a16:creationId xmlns:a16="http://schemas.microsoft.com/office/drawing/2014/main" id="{CAEBCED5-224D-A9D8-698F-D8F591A9AB3B}"/>
                  </a:ext>
                </a:extLst>
              </p:cNvPr>
              <p:cNvSpPr/>
              <p:nvPr/>
            </p:nvSpPr>
            <p:spPr>
              <a:xfrm>
                <a:off x="6233516" y="1858940"/>
                <a:ext cx="140441" cy="74371"/>
              </a:xfrm>
              <a:prstGeom prst="rect">
                <a:avLst/>
              </a:prstGeom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18000" tIns="46800" rIns="18000" rtlCol="0" anchor="ctr"/>
              <a:lstStyle/>
              <a:p>
                <a:pPr>
                  <a:lnSpc>
                    <a:spcPts val="500"/>
                  </a:lnSpc>
                </a:pPr>
                <a:r>
                  <a:rPr lang="en-US" altLang="zh-CN" sz="500" dirty="0">
                    <a:latin typeface="Times New Roman" panose="02020603050405020304" pitchFamily="18" charset="0"/>
                  </a:rPr>
                  <a:t>W3</a:t>
                </a:r>
                <a:endParaRPr lang="zh-CN" altLang="en-US" sz="5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85" name="矩形 1384">
                <a:extLst>
                  <a:ext uri="{FF2B5EF4-FFF2-40B4-BE49-F238E27FC236}">
                    <a16:creationId xmlns:a16="http://schemas.microsoft.com/office/drawing/2014/main" id="{A224E683-C356-2C92-A144-0AC7BBA2A9F0}"/>
                  </a:ext>
                </a:extLst>
              </p:cNvPr>
              <p:cNvSpPr/>
              <p:nvPr/>
            </p:nvSpPr>
            <p:spPr>
              <a:xfrm rot="14400000">
                <a:off x="6137901" y="2115237"/>
                <a:ext cx="140441" cy="74371"/>
              </a:xfrm>
              <a:prstGeom prst="rect">
                <a:avLst/>
              </a:prstGeom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18000" tIns="46800" rIns="18000" rtlCol="0" anchor="ctr"/>
              <a:lstStyle/>
              <a:p>
                <a:pPr>
                  <a:lnSpc>
                    <a:spcPts val="500"/>
                  </a:lnSpc>
                </a:pPr>
                <a:r>
                  <a:rPr lang="en-US" altLang="zh-CN" sz="500" dirty="0">
                    <a:latin typeface="Times New Roman" panose="02020603050405020304" pitchFamily="18" charset="0"/>
                  </a:rPr>
                  <a:t>W1</a:t>
                </a:r>
                <a:endParaRPr lang="zh-CN" altLang="en-US" sz="5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86" name="矩形 1385">
                <a:extLst>
                  <a:ext uri="{FF2B5EF4-FFF2-40B4-BE49-F238E27FC236}">
                    <a16:creationId xmlns:a16="http://schemas.microsoft.com/office/drawing/2014/main" id="{C10F7496-E924-6527-367A-46AFFEA6E056}"/>
                  </a:ext>
                </a:extLst>
              </p:cNvPr>
              <p:cNvSpPr/>
              <p:nvPr/>
            </p:nvSpPr>
            <p:spPr>
              <a:xfrm rot="5400000">
                <a:off x="6424866" y="2073181"/>
                <a:ext cx="140441" cy="74371"/>
              </a:xfrm>
              <a:prstGeom prst="rect">
                <a:avLst/>
              </a:prstGeom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18000" tIns="46800" rIns="18000" rtlCol="0" anchor="ctr"/>
              <a:lstStyle/>
              <a:p>
                <a:pPr>
                  <a:lnSpc>
                    <a:spcPts val="500"/>
                  </a:lnSpc>
                </a:pPr>
                <a:r>
                  <a:rPr lang="en-US" altLang="zh-CN" sz="500" dirty="0">
                    <a:latin typeface="Times New Roman" panose="02020603050405020304" pitchFamily="18" charset="0"/>
                  </a:rPr>
                  <a:t>W2</a:t>
                </a:r>
                <a:endParaRPr lang="zh-CN" altLang="en-US" sz="5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87" name="矩形 1386">
                <a:extLst>
                  <a:ext uri="{FF2B5EF4-FFF2-40B4-BE49-F238E27FC236}">
                    <a16:creationId xmlns:a16="http://schemas.microsoft.com/office/drawing/2014/main" id="{DA54279D-AF48-535B-5151-285952AECB21}"/>
                  </a:ext>
                </a:extLst>
              </p:cNvPr>
              <p:cNvSpPr/>
              <p:nvPr/>
            </p:nvSpPr>
            <p:spPr>
              <a:xfrm rot="2700000">
                <a:off x="6388232" y="1916811"/>
                <a:ext cx="140441" cy="74371"/>
              </a:xfrm>
              <a:prstGeom prst="rect">
                <a:avLst/>
              </a:prstGeom>
              <a:ln w="63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18000" tIns="46800" rIns="18000" rtlCol="0" anchor="ctr"/>
              <a:lstStyle/>
              <a:p>
                <a:pPr>
                  <a:lnSpc>
                    <a:spcPts val="500"/>
                  </a:lnSpc>
                </a:pPr>
                <a:r>
                  <a:rPr lang="en-US" altLang="zh-CN" sz="500" dirty="0">
                    <a:latin typeface="Times New Roman" panose="02020603050405020304" pitchFamily="18" charset="0"/>
                  </a:rPr>
                  <a:t>W4</a:t>
                </a:r>
                <a:endParaRPr lang="zh-CN" altLang="en-US" sz="5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88" name="文本框 1387">
                <a:extLst>
                  <a:ext uri="{FF2B5EF4-FFF2-40B4-BE49-F238E27FC236}">
                    <a16:creationId xmlns:a16="http://schemas.microsoft.com/office/drawing/2014/main" id="{0DB7E071-5C4E-83AC-9CF2-EE4580720BEC}"/>
                  </a:ext>
                </a:extLst>
              </p:cNvPr>
              <p:cNvSpPr txBox="1"/>
              <p:nvPr/>
            </p:nvSpPr>
            <p:spPr>
              <a:xfrm>
                <a:off x="6339869" y="1750243"/>
                <a:ext cx="38472" cy="769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CN" sz="500" dirty="0">
                    <a:latin typeface="Times New Roman" panose="02020603050405020304" pitchFamily="18" charset="0"/>
                  </a:rPr>
                  <a:t>Z</a:t>
                </a:r>
                <a:endParaRPr lang="zh-CN" altLang="en-US" sz="5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89" name="文本框 1388">
                <a:extLst>
                  <a:ext uri="{FF2B5EF4-FFF2-40B4-BE49-F238E27FC236}">
                    <a16:creationId xmlns:a16="http://schemas.microsoft.com/office/drawing/2014/main" id="{15E082B4-F463-B43A-237E-9FA36AF07900}"/>
                  </a:ext>
                </a:extLst>
              </p:cNvPr>
              <p:cNvSpPr txBox="1"/>
              <p:nvPr/>
            </p:nvSpPr>
            <p:spPr>
              <a:xfrm>
                <a:off x="6130898" y="2208981"/>
                <a:ext cx="46488" cy="769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CN" sz="500" dirty="0">
                    <a:latin typeface="Times New Roman" panose="02020603050405020304" pitchFamily="18" charset="0"/>
                  </a:rPr>
                  <a:t>X</a:t>
                </a:r>
                <a:endParaRPr lang="zh-CN" altLang="en-US" sz="5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90" name="文本框 1389">
                <a:extLst>
                  <a:ext uri="{FF2B5EF4-FFF2-40B4-BE49-F238E27FC236}">
                    <a16:creationId xmlns:a16="http://schemas.microsoft.com/office/drawing/2014/main" id="{AF2C0794-91CE-0C38-69EA-264C463BF19B}"/>
                  </a:ext>
                </a:extLst>
              </p:cNvPr>
              <p:cNvSpPr txBox="1"/>
              <p:nvPr/>
            </p:nvSpPr>
            <p:spPr>
              <a:xfrm>
                <a:off x="6557013" y="2140390"/>
                <a:ext cx="46488" cy="769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CN" sz="500" dirty="0">
                    <a:latin typeface="Times New Roman" panose="02020603050405020304" pitchFamily="18" charset="0"/>
                  </a:rPr>
                  <a:t>Y</a:t>
                </a:r>
                <a:endParaRPr lang="zh-CN" altLang="en-US" sz="5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91" name="文本框 1390">
                <a:extLst>
                  <a:ext uri="{FF2B5EF4-FFF2-40B4-BE49-F238E27FC236}">
                    <a16:creationId xmlns:a16="http://schemas.microsoft.com/office/drawing/2014/main" id="{81654EE3-C02C-CA8E-099C-30BE4060C3BA}"/>
                  </a:ext>
                </a:extLst>
              </p:cNvPr>
              <p:cNvSpPr txBox="1"/>
              <p:nvPr/>
            </p:nvSpPr>
            <p:spPr>
              <a:xfrm>
                <a:off x="6535516" y="1884159"/>
                <a:ext cx="38472" cy="769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CN" sz="500" dirty="0">
                    <a:latin typeface="Times New Roman" panose="02020603050405020304" pitchFamily="18" charset="0"/>
                  </a:rPr>
                  <a:t>L</a:t>
                </a:r>
                <a:endParaRPr lang="zh-CN" altLang="en-US" sz="5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92" name="弧形 1391">
                <a:extLst>
                  <a:ext uri="{FF2B5EF4-FFF2-40B4-BE49-F238E27FC236}">
                    <a16:creationId xmlns:a16="http://schemas.microsoft.com/office/drawing/2014/main" id="{AF3226F0-1B10-7C11-BB09-E24BC641D2C8}"/>
                  </a:ext>
                </a:extLst>
              </p:cNvPr>
              <p:cNvSpPr/>
              <p:nvPr/>
            </p:nvSpPr>
            <p:spPr>
              <a:xfrm>
                <a:off x="6265420" y="2021979"/>
                <a:ext cx="81087" cy="49129"/>
              </a:xfrm>
              <a:prstGeom prst="arc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3" name="文本框 1392">
                <a:extLst>
                  <a:ext uri="{FF2B5EF4-FFF2-40B4-BE49-F238E27FC236}">
                    <a16:creationId xmlns:a16="http://schemas.microsoft.com/office/drawing/2014/main" id="{1B26DB0D-7AFF-E87F-63EB-D28C312A7882}"/>
                  </a:ext>
                </a:extLst>
              </p:cNvPr>
              <p:cNvSpPr txBox="1"/>
              <p:nvPr/>
            </p:nvSpPr>
            <p:spPr>
              <a:xfrm>
                <a:off x="6305963" y="1962079"/>
                <a:ext cx="100990" cy="461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zh-CN" sz="300" dirty="0">
                    <a:latin typeface="Times New Roman" panose="02020603050405020304" pitchFamily="18" charset="0"/>
                  </a:rPr>
                  <a:t>54.74°</a:t>
                </a:r>
                <a:endParaRPr lang="zh-CN" altLang="en-US" sz="300" dirty="0"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601C25D7-48C7-5351-2F7F-F322242E4AA1}"/>
                </a:ext>
              </a:extLst>
            </p:cNvPr>
            <p:cNvSpPr/>
            <p:nvPr/>
          </p:nvSpPr>
          <p:spPr>
            <a:xfrm>
              <a:off x="9928878" y="879418"/>
              <a:ext cx="689649" cy="205375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zh-CN" alt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轨道六根数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E7A8298B-860A-A7CE-C588-C8FD4D50595B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10273703" y="1084793"/>
              <a:ext cx="0" cy="224895"/>
            </a:xfrm>
            <a:prstGeom prst="straightConnector1">
              <a:avLst/>
            </a:prstGeom>
            <a:ln w="12700" cmpd="sng">
              <a:prstDash val="sysDash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119AB0A0-4682-E2BF-FDEF-9B3F6D645EDD}"/>
                </a:ext>
              </a:extLst>
            </p:cNvPr>
            <p:cNvGrpSpPr/>
            <p:nvPr/>
          </p:nvGrpSpPr>
          <p:grpSpPr>
            <a:xfrm>
              <a:off x="-141403" y="-97383"/>
              <a:ext cx="12333403" cy="6992059"/>
              <a:chOff x="-141403" y="-97383"/>
              <a:chExt cx="12333403" cy="6992059"/>
            </a:xfrm>
          </p:grpSpPr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E0A41F61-4899-F6F2-7DC7-B8F28DCD316E}"/>
                  </a:ext>
                </a:extLst>
              </p:cNvPr>
              <p:cNvGrpSpPr/>
              <p:nvPr/>
            </p:nvGrpSpPr>
            <p:grpSpPr>
              <a:xfrm>
                <a:off x="-141403" y="-97383"/>
                <a:ext cx="12333403" cy="6992059"/>
                <a:chOff x="-141403" y="-97383"/>
                <a:chExt cx="12333403" cy="6992059"/>
              </a:xfrm>
            </p:grpSpPr>
            <p:cxnSp>
              <p:nvCxnSpPr>
                <p:cNvPr id="51" name="直接箭头连接符 50">
                  <a:extLst>
                    <a:ext uri="{FF2B5EF4-FFF2-40B4-BE49-F238E27FC236}">
                      <a16:creationId xmlns:a16="http://schemas.microsoft.com/office/drawing/2014/main" id="{6AB518F0-F0FF-5186-D4F2-B38D1ADEA60A}"/>
                    </a:ext>
                  </a:extLst>
                </p:cNvPr>
                <p:cNvCxnSpPr>
                  <a:cxnSpLocks/>
                  <a:stCxn id="1226" idx="0"/>
                  <a:endCxn id="755" idx="2"/>
                </p:cNvCxnSpPr>
                <p:nvPr/>
              </p:nvCxnSpPr>
              <p:spPr>
                <a:xfrm>
                  <a:off x="4403890" y="533743"/>
                  <a:ext cx="363600" cy="599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52" name="组合 51">
                  <a:extLst>
                    <a:ext uri="{FF2B5EF4-FFF2-40B4-BE49-F238E27FC236}">
                      <a16:creationId xmlns:a16="http://schemas.microsoft.com/office/drawing/2014/main" id="{3F8523EC-3112-29BF-7B7B-E250F03D23D0}"/>
                    </a:ext>
                  </a:extLst>
                </p:cNvPr>
                <p:cNvGrpSpPr/>
                <p:nvPr/>
              </p:nvGrpSpPr>
              <p:grpSpPr>
                <a:xfrm>
                  <a:off x="9266400" y="5715000"/>
                  <a:ext cx="928795" cy="285688"/>
                  <a:chOff x="973171" y="2080173"/>
                  <a:chExt cx="974429" cy="658766"/>
                </a:xfrm>
              </p:grpSpPr>
              <p:sp>
                <p:nvSpPr>
                  <p:cNvPr id="1368" name="矩形 1367">
                    <a:extLst>
                      <a:ext uri="{FF2B5EF4-FFF2-40B4-BE49-F238E27FC236}">
                        <a16:creationId xmlns:a16="http://schemas.microsoft.com/office/drawing/2014/main" id="{ECFBAE01-F4E2-C123-F263-9C7A3FCD39FC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太阳电池阵</a:t>
                    </a:r>
                  </a:p>
                </p:txBody>
              </p:sp>
              <p:sp>
                <p:nvSpPr>
                  <p:cNvPr id="1369" name="矩形 1368">
                    <a:extLst>
                      <a:ext uri="{FF2B5EF4-FFF2-40B4-BE49-F238E27FC236}">
                        <a16:creationId xmlns:a16="http://schemas.microsoft.com/office/drawing/2014/main" id="{27903C66-D451-71F4-35EB-476ADCD89BA4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70" name="矩形 1369">
                    <a:extLst>
                      <a:ext uri="{FF2B5EF4-FFF2-40B4-BE49-F238E27FC236}">
                        <a16:creationId xmlns:a16="http://schemas.microsoft.com/office/drawing/2014/main" id="{B543451F-50F8-6408-BE66-6D3CEB7A288C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71" name="矩形 1370">
                    <a:extLst>
                      <a:ext uri="{FF2B5EF4-FFF2-40B4-BE49-F238E27FC236}">
                        <a16:creationId xmlns:a16="http://schemas.microsoft.com/office/drawing/2014/main" id="{CC4E3FE6-560F-C02A-ADE5-87E75050E343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72" name="矩形 1371">
                    <a:extLst>
                      <a:ext uri="{FF2B5EF4-FFF2-40B4-BE49-F238E27FC236}">
                        <a16:creationId xmlns:a16="http://schemas.microsoft.com/office/drawing/2014/main" id="{8320F13A-E594-8442-7172-B22C404BBA79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73" name="矩形 1372">
                    <a:extLst>
                      <a:ext uri="{FF2B5EF4-FFF2-40B4-BE49-F238E27FC236}">
                        <a16:creationId xmlns:a16="http://schemas.microsoft.com/office/drawing/2014/main" id="{9077E680-F022-2B1A-F5F1-F2AA8ADCF14E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74" name="矩形 1373">
                    <a:extLst>
                      <a:ext uri="{FF2B5EF4-FFF2-40B4-BE49-F238E27FC236}">
                        <a16:creationId xmlns:a16="http://schemas.microsoft.com/office/drawing/2014/main" id="{F7D7D600-EFDD-1AC5-A63F-869070595F63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75" name="矩形 1374">
                    <a:extLst>
                      <a:ext uri="{FF2B5EF4-FFF2-40B4-BE49-F238E27FC236}">
                        <a16:creationId xmlns:a16="http://schemas.microsoft.com/office/drawing/2014/main" id="{D8E03008-2AA8-817D-A222-66C02B46A519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76" name="矩形 1375">
                    <a:extLst>
                      <a:ext uri="{FF2B5EF4-FFF2-40B4-BE49-F238E27FC236}">
                        <a16:creationId xmlns:a16="http://schemas.microsoft.com/office/drawing/2014/main" id="{090BB231-66D0-393F-DE95-E57D5BCA7039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77" name="矩形 1376">
                    <a:extLst>
                      <a:ext uri="{FF2B5EF4-FFF2-40B4-BE49-F238E27FC236}">
                        <a16:creationId xmlns:a16="http://schemas.microsoft.com/office/drawing/2014/main" id="{4A3859C6-3FEF-3B35-3D07-AB6072BF3225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378" name="直接箭头连接符 1377">
                    <a:extLst>
                      <a:ext uri="{FF2B5EF4-FFF2-40B4-BE49-F238E27FC236}">
                        <a16:creationId xmlns:a16="http://schemas.microsoft.com/office/drawing/2014/main" id="{97CEBC49-15D5-4B5B-3B2C-681CB48D8A54}"/>
                      </a:ext>
                    </a:extLst>
                  </p:cNvPr>
                  <p:cNvCxnSpPr>
                    <a:cxnSpLocks/>
                    <a:endCxn id="1375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3" name="组合 52">
                  <a:extLst>
                    <a:ext uri="{FF2B5EF4-FFF2-40B4-BE49-F238E27FC236}">
                      <a16:creationId xmlns:a16="http://schemas.microsoft.com/office/drawing/2014/main" id="{9ADBFBE3-CBED-C924-8D5B-A900AB445A68}"/>
                    </a:ext>
                  </a:extLst>
                </p:cNvPr>
                <p:cNvGrpSpPr/>
                <p:nvPr/>
              </p:nvGrpSpPr>
              <p:grpSpPr>
                <a:xfrm>
                  <a:off x="9052622" y="3682020"/>
                  <a:ext cx="402182" cy="1176519"/>
                  <a:chOff x="-1248086" y="-107217"/>
                  <a:chExt cx="3285505" cy="2911738"/>
                </a:xfrm>
              </p:grpSpPr>
              <p:sp>
                <p:nvSpPr>
                  <p:cNvPr id="1357" name="矩形 1356">
                    <a:extLst>
                      <a:ext uri="{FF2B5EF4-FFF2-40B4-BE49-F238E27FC236}">
                        <a16:creationId xmlns:a16="http://schemas.microsoft.com/office/drawing/2014/main" id="{59472D17-8455-13C1-3476-A2AC3B244CCF}"/>
                      </a:ext>
                    </a:extLst>
                  </p:cNvPr>
                  <p:cNvSpPr/>
                  <p:nvPr/>
                </p:nvSpPr>
                <p:spPr>
                  <a:xfrm>
                    <a:off x="-1248086" y="-107217"/>
                    <a:ext cx="3285505" cy="291173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供配电分系统</a:t>
                    </a:r>
                  </a:p>
                </p:txBody>
              </p:sp>
              <p:sp>
                <p:nvSpPr>
                  <p:cNvPr id="1358" name="矩形 1357">
                    <a:extLst>
                      <a:ext uri="{FF2B5EF4-FFF2-40B4-BE49-F238E27FC236}">
                        <a16:creationId xmlns:a16="http://schemas.microsoft.com/office/drawing/2014/main" id="{9A0E4D9D-4215-57D1-721F-E3F2802517F0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59" name="矩形 1358">
                    <a:extLst>
                      <a:ext uri="{FF2B5EF4-FFF2-40B4-BE49-F238E27FC236}">
                        <a16:creationId xmlns:a16="http://schemas.microsoft.com/office/drawing/2014/main" id="{DD3CC34F-31F5-BE5E-E571-B8FB4303F349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60" name="矩形 1359">
                    <a:extLst>
                      <a:ext uri="{FF2B5EF4-FFF2-40B4-BE49-F238E27FC236}">
                        <a16:creationId xmlns:a16="http://schemas.microsoft.com/office/drawing/2014/main" id="{728CFB6F-C24C-A697-9513-ECA0097B98B3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61" name="矩形 1360">
                    <a:extLst>
                      <a:ext uri="{FF2B5EF4-FFF2-40B4-BE49-F238E27FC236}">
                        <a16:creationId xmlns:a16="http://schemas.microsoft.com/office/drawing/2014/main" id="{15A923C9-68C2-CFA8-3365-0B4C96A94489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62" name="矩形 1361">
                    <a:extLst>
                      <a:ext uri="{FF2B5EF4-FFF2-40B4-BE49-F238E27FC236}">
                        <a16:creationId xmlns:a16="http://schemas.microsoft.com/office/drawing/2014/main" id="{600A3E96-5200-DADD-4C63-BE9D857D10FE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63" name="矩形 1362">
                    <a:extLst>
                      <a:ext uri="{FF2B5EF4-FFF2-40B4-BE49-F238E27FC236}">
                        <a16:creationId xmlns:a16="http://schemas.microsoft.com/office/drawing/2014/main" id="{85A916D3-D754-5E57-20CD-8818C9474DEF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64" name="矩形 1363">
                    <a:extLst>
                      <a:ext uri="{FF2B5EF4-FFF2-40B4-BE49-F238E27FC236}">
                        <a16:creationId xmlns:a16="http://schemas.microsoft.com/office/drawing/2014/main" id="{1162A812-9963-053D-26AD-BECB4547CA4C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65" name="矩形 1364">
                    <a:extLst>
                      <a:ext uri="{FF2B5EF4-FFF2-40B4-BE49-F238E27FC236}">
                        <a16:creationId xmlns:a16="http://schemas.microsoft.com/office/drawing/2014/main" id="{F1FBA1BA-0414-A246-1BE7-5D565D829771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66" name="矩形 1365">
                    <a:extLst>
                      <a:ext uri="{FF2B5EF4-FFF2-40B4-BE49-F238E27FC236}">
                        <a16:creationId xmlns:a16="http://schemas.microsoft.com/office/drawing/2014/main" id="{96A1F74B-E7CB-935A-5F2A-429123F95117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367" name="直接箭头连接符 1366">
                    <a:extLst>
                      <a:ext uri="{FF2B5EF4-FFF2-40B4-BE49-F238E27FC236}">
                        <a16:creationId xmlns:a16="http://schemas.microsoft.com/office/drawing/2014/main" id="{1C646709-F18D-4C9C-FBF8-A1E9DC271C16}"/>
                      </a:ext>
                    </a:extLst>
                  </p:cNvPr>
                  <p:cNvCxnSpPr>
                    <a:cxnSpLocks/>
                    <a:endCxn id="1364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4" name="组合 53">
                  <a:extLst>
                    <a:ext uri="{FF2B5EF4-FFF2-40B4-BE49-F238E27FC236}">
                      <a16:creationId xmlns:a16="http://schemas.microsoft.com/office/drawing/2014/main" id="{3C439297-6BFB-92C2-6D29-2C764F6B5032}"/>
                    </a:ext>
                  </a:extLst>
                </p:cNvPr>
                <p:cNvGrpSpPr/>
                <p:nvPr/>
              </p:nvGrpSpPr>
              <p:grpSpPr>
                <a:xfrm>
                  <a:off x="8999937" y="5141388"/>
                  <a:ext cx="1203243" cy="365125"/>
                  <a:chOff x="975600" y="2080173"/>
                  <a:chExt cx="972000" cy="658766"/>
                </a:xfrm>
              </p:grpSpPr>
              <p:sp>
                <p:nvSpPr>
                  <p:cNvPr id="1347" name="矩形 1346">
                    <a:extLst>
                      <a:ext uri="{FF2B5EF4-FFF2-40B4-BE49-F238E27FC236}">
                        <a16:creationId xmlns:a16="http://schemas.microsoft.com/office/drawing/2014/main" id="{D4BBD683-12E0-47D7-2CCE-1476E0031C7B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48" name="矩形 1347">
                    <a:extLst>
                      <a:ext uri="{FF2B5EF4-FFF2-40B4-BE49-F238E27FC236}">
                        <a16:creationId xmlns:a16="http://schemas.microsoft.com/office/drawing/2014/main" id="{F09D45A1-5A97-A58D-7725-1A53EB37345F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49" name="矩形 1348">
                    <a:extLst>
                      <a:ext uri="{FF2B5EF4-FFF2-40B4-BE49-F238E27FC236}">
                        <a16:creationId xmlns:a16="http://schemas.microsoft.com/office/drawing/2014/main" id="{9F400F30-6DDA-3629-3441-68AD48714AC3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50" name="矩形 1349">
                    <a:extLst>
                      <a:ext uri="{FF2B5EF4-FFF2-40B4-BE49-F238E27FC236}">
                        <a16:creationId xmlns:a16="http://schemas.microsoft.com/office/drawing/2014/main" id="{18CEA580-A745-45C6-FBCF-76BF263B90DC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51" name="矩形 1350">
                    <a:extLst>
                      <a:ext uri="{FF2B5EF4-FFF2-40B4-BE49-F238E27FC236}">
                        <a16:creationId xmlns:a16="http://schemas.microsoft.com/office/drawing/2014/main" id="{19141C7A-1244-A35B-61B4-2163DF0D9FC6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52" name="矩形 1351">
                    <a:extLst>
                      <a:ext uri="{FF2B5EF4-FFF2-40B4-BE49-F238E27FC236}">
                        <a16:creationId xmlns:a16="http://schemas.microsoft.com/office/drawing/2014/main" id="{9306039F-6AC7-C97A-A780-0268D11A0A30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53" name="矩形 1352">
                    <a:extLst>
                      <a:ext uri="{FF2B5EF4-FFF2-40B4-BE49-F238E27FC236}">
                        <a16:creationId xmlns:a16="http://schemas.microsoft.com/office/drawing/2014/main" id="{D05CCD67-7D73-35AE-BA6D-31A1ABEEECE4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54" name="矩形 1353">
                    <a:extLst>
                      <a:ext uri="{FF2B5EF4-FFF2-40B4-BE49-F238E27FC236}">
                        <a16:creationId xmlns:a16="http://schemas.microsoft.com/office/drawing/2014/main" id="{006DEA0F-2348-8481-E735-4B2B6C265C60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55" name="矩形 1354">
                    <a:extLst>
                      <a:ext uri="{FF2B5EF4-FFF2-40B4-BE49-F238E27FC236}">
                        <a16:creationId xmlns:a16="http://schemas.microsoft.com/office/drawing/2014/main" id="{AC4F6BFC-AF21-6299-BA38-23A11A1DB540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356" name="直接箭头连接符 1355">
                    <a:extLst>
                      <a:ext uri="{FF2B5EF4-FFF2-40B4-BE49-F238E27FC236}">
                        <a16:creationId xmlns:a16="http://schemas.microsoft.com/office/drawing/2014/main" id="{12352E99-56A7-5FC9-DF77-31DCBC7974A6}"/>
                      </a:ext>
                    </a:extLst>
                  </p:cNvPr>
                  <p:cNvCxnSpPr>
                    <a:cxnSpLocks/>
                    <a:endCxn id="1353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5" name="组合 54">
                  <a:extLst>
                    <a:ext uri="{FF2B5EF4-FFF2-40B4-BE49-F238E27FC236}">
                      <a16:creationId xmlns:a16="http://schemas.microsoft.com/office/drawing/2014/main" id="{580182D1-4631-3D14-4352-A1325A6DACFF}"/>
                    </a:ext>
                  </a:extLst>
                </p:cNvPr>
                <p:cNvGrpSpPr/>
                <p:nvPr/>
              </p:nvGrpSpPr>
              <p:grpSpPr>
                <a:xfrm>
                  <a:off x="10529768" y="5141388"/>
                  <a:ext cx="1492366" cy="365125"/>
                  <a:chOff x="975600" y="2080173"/>
                  <a:chExt cx="972000" cy="658766"/>
                </a:xfrm>
              </p:grpSpPr>
              <p:sp>
                <p:nvSpPr>
                  <p:cNvPr id="1338" name="矩形 1337">
                    <a:extLst>
                      <a:ext uri="{FF2B5EF4-FFF2-40B4-BE49-F238E27FC236}">
                        <a16:creationId xmlns:a16="http://schemas.microsoft.com/office/drawing/2014/main" id="{5ACD4ECD-66AC-5EDB-F7F8-4DC5E68D5CCE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39" name="矩形 1338">
                    <a:extLst>
                      <a:ext uri="{FF2B5EF4-FFF2-40B4-BE49-F238E27FC236}">
                        <a16:creationId xmlns:a16="http://schemas.microsoft.com/office/drawing/2014/main" id="{5E3FD5BD-B2AB-7F62-F53D-80610FE27D55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40" name="矩形 1339">
                    <a:extLst>
                      <a:ext uri="{FF2B5EF4-FFF2-40B4-BE49-F238E27FC236}">
                        <a16:creationId xmlns:a16="http://schemas.microsoft.com/office/drawing/2014/main" id="{1339704F-5AE7-640C-6ED3-113A93E7BFAA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41" name="矩形 1340">
                    <a:extLst>
                      <a:ext uri="{FF2B5EF4-FFF2-40B4-BE49-F238E27FC236}">
                        <a16:creationId xmlns:a16="http://schemas.microsoft.com/office/drawing/2014/main" id="{EFE50C67-0270-4430-AC59-0F9E8D984FB8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42" name="矩形 1341">
                    <a:extLst>
                      <a:ext uri="{FF2B5EF4-FFF2-40B4-BE49-F238E27FC236}">
                        <a16:creationId xmlns:a16="http://schemas.microsoft.com/office/drawing/2014/main" id="{E1E10CA4-B745-797D-0770-72682102D00F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43" name="矩形 1342">
                    <a:extLst>
                      <a:ext uri="{FF2B5EF4-FFF2-40B4-BE49-F238E27FC236}">
                        <a16:creationId xmlns:a16="http://schemas.microsoft.com/office/drawing/2014/main" id="{726045EC-AD07-F29B-F453-B3EF5E6E0A1E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44" name="矩形 1343">
                    <a:extLst>
                      <a:ext uri="{FF2B5EF4-FFF2-40B4-BE49-F238E27FC236}">
                        <a16:creationId xmlns:a16="http://schemas.microsoft.com/office/drawing/2014/main" id="{424CA8D4-87A3-EF1C-B1A9-EE46117872FF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45" name="矩形 1344">
                    <a:extLst>
                      <a:ext uri="{FF2B5EF4-FFF2-40B4-BE49-F238E27FC236}">
                        <a16:creationId xmlns:a16="http://schemas.microsoft.com/office/drawing/2014/main" id="{CB772AC1-5E1D-2AA9-C905-7972AD241043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46" name="矩形 1345">
                    <a:extLst>
                      <a:ext uri="{FF2B5EF4-FFF2-40B4-BE49-F238E27FC236}">
                        <a16:creationId xmlns:a16="http://schemas.microsoft.com/office/drawing/2014/main" id="{95AA5D13-ECA0-CD4A-D988-9D7B75A8D769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56" name="组合 55">
                  <a:extLst>
                    <a:ext uri="{FF2B5EF4-FFF2-40B4-BE49-F238E27FC236}">
                      <a16:creationId xmlns:a16="http://schemas.microsoft.com/office/drawing/2014/main" id="{B2B2BA6A-0D3C-C957-9CEC-5B055DB8E972}"/>
                    </a:ext>
                  </a:extLst>
                </p:cNvPr>
                <p:cNvGrpSpPr/>
                <p:nvPr/>
              </p:nvGrpSpPr>
              <p:grpSpPr>
                <a:xfrm>
                  <a:off x="8999937" y="5917381"/>
                  <a:ext cx="1203243" cy="365125"/>
                  <a:chOff x="975600" y="2080173"/>
                  <a:chExt cx="972000" cy="658766"/>
                </a:xfrm>
              </p:grpSpPr>
              <p:sp>
                <p:nvSpPr>
                  <p:cNvPr id="1329" name="矩形 1328">
                    <a:extLst>
                      <a:ext uri="{FF2B5EF4-FFF2-40B4-BE49-F238E27FC236}">
                        <a16:creationId xmlns:a16="http://schemas.microsoft.com/office/drawing/2014/main" id="{7733B86F-C6B9-B80F-3CDE-7052B384DC4D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30" name="矩形 1329">
                    <a:extLst>
                      <a:ext uri="{FF2B5EF4-FFF2-40B4-BE49-F238E27FC236}">
                        <a16:creationId xmlns:a16="http://schemas.microsoft.com/office/drawing/2014/main" id="{61BEAE93-445B-244A-D790-E555A1B81909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31" name="矩形 1330">
                    <a:extLst>
                      <a:ext uri="{FF2B5EF4-FFF2-40B4-BE49-F238E27FC236}">
                        <a16:creationId xmlns:a16="http://schemas.microsoft.com/office/drawing/2014/main" id="{0E2C16AF-472B-2C2D-1CBF-EDCC25ABF0AC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32" name="矩形 1331">
                    <a:extLst>
                      <a:ext uri="{FF2B5EF4-FFF2-40B4-BE49-F238E27FC236}">
                        <a16:creationId xmlns:a16="http://schemas.microsoft.com/office/drawing/2014/main" id="{5AF7881A-D119-E066-DCE9-FB147EC41094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33" name="矩形 1332">
                    <a:extLst>
                      <a:ext uri="{FF2B5EF4-FFF2-40B4-BE49-F238E27FC236}">
                        <a16:creationId xmlns:a16="http://schemas.microsoft.com/office/drawing/2014/main" id="{AE125E69-1E2E-81E0-17D9-715E06BB490D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34" name="矩形 1333">
                    <a:extLst>
                      <a:ext uri="{FF2B5EF4-FFF2-40B4-BE49-F238E27FC236}">
                        <a16:creationId xmlns:a16="http://schemas.microsoft.com/office/drawing/2014/main" id="{48AEB07C-D850-140C-677A-D75A9B20F9DD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35" name="矩形 1334">
                    <a:extLst>
                      <a:ext uri="{FF2B5EF4-FFF2-40B4-BE49-F238E27FC236}">
                        <a16:creationId xmlns:a16="http://schemas.microsoft.com/office/drawing/2014/main" id="{F9291364-07E6-E08D-7D34-EBD9897B1083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36" name="矩形 1335">
                    <a:extLst>
                      <a:ext uri="{FF2B5EF4-FFF2-40B4-BE49-F238E27FC236}">
                        <a16:creationId xmlns:a16="http://schemas.microsoft.com/office/drawing/2014/main" id="{8349E649-062A-62EE-14CB-C277F33F4480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337" name="直接箭头连接符 1336">
                    <a:extLst>
                      <a:ext uri="{FF2B5EF4-FFF2-40B4-BE49-F238E27FC236}">
                        <a16:creationId xmlns:a16="http://schemas.microsoft.com/office/drawing/2014/main" id="{B2E7E043-306B-AA51-C078-53C8FD377302}"/>
                      </a:ext>
                    </a:extLst>
                  </p:cNvPr>
                  <p:cNvCxnSpPr>
                    <a:cxnSpLocks/>
                    <a:endCxn id="1334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" name="组合 56">
                  <a:extLst>
                    <a:ext uri="{FF2B5EF4-FFF2-40B4-BE49-F238E27FC236}">
                      <a16:creationId xmlns:a16="http://schemas.microsoft.com/office/drawing/2014/main" id="{A720E36B-D63A-9EE5-10C6-DD23EFA5D3F6}"/>
                    </a:ext>
                  </a:extLst>
                </p:cNvPr>
                <p:cNvGrpSpPr/>
                <p:nvPr/>
              </p:nvGrpSpPr>
              <p:grpSpPr>
                <a:xfrm>
                  <a:off x="10644056" y="5917381"/>
                  <a:ext cx="1273623" cy="365125"/>
                  <a:chOff x="975600" y="2080173"/>
                  <a:chExt cx="972000" cy="658766"/>
                </a:xfrm>
              </p:grpSpPr>
              <p:sp>
                <p:nvSpPr>
                  <p:cNvPr id="1319" name="矩形 1318">
                    <a:extLst>
                      <a:ext uri="{FF2B5EF4-FFF2-40B4-BE49-F238E27FC236}">
                        <a16:creationId xmlns:a16="http://schemas.microsoft.com/office/drawing/2014/main" id="{FE03B1A1-C207-70DF-5C62-9BC02F4A5E5D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20" name="矩形 1319">
                    <a:extLst>
                      <a:ext uri="{FF2B5EF4-FFF2-40B4-BE49-F238E27FC236}">
                        <a16:creationId xmlns:a16="http://schemas.microsoft.com/office/drawing/2014/main" id="{CA6BED05-2138-EC2E-B115-AD456DA11548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21" name="矩形 1320">
                    <a:extLst>
                      <a:ext uri="{FF2B5EF4-FFF2-40B4-BE49-F238E27FC236}">
                        <a16:creationId xmlns:a16="http://schemas.microsoft.com/office/drawing/2014/main" id="{FA65F2F6-09BC-2FBC-94C2-AEE9520E0D92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22" name="矩形 1321">
                    <a:extLst>
                      <a:ext uri="{FF2B5EF4-FFF2-40B4-BE49-F238E27FC236}">
                        <a16:creationId xmlns:a16="http://schemas.microsoft.com/office/drawing/2014/main" id="{246AE892-0031-3DAA-F580-99E03825E1CB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23" name="矩形 1322">
                    <a:extLst>
                      <a:ext uri="{FF2B5EF4-FFF2-40B4-BE49-F238E27FC236}">
                        <a16:creationId xmlns:a16="http://schemas.microsoft.com/office/drawing/2014/main" id="{B7884962-DBC4-16FE-97EF-AD179F43C175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24" name="矩形 1323">
                    <a:extLst>
                      <a:ext uri="{FF2B5EF4-FFF2-40B4-BE49-F238E27FC236}">
                        <a16:creationId xmlns:a16="http://schemas.microsoft.com/office/drawing/2014/main" id="{5A49BF67-DB3D-776D-B981-401F7046317D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25" name="矩形 1324">
                    <a:extLst>
                      <a:ext uri="{FF2B5EF4-FFF2-40B4-BE49-F238E27FC236}">
                        <a16:creationId xmlns:a16="http://schemas.microsoft.com/office/drawing/2014/main" id="{78FE82BD-CE27-104F-8B53-C639DEC88FF0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26" name="矩形 1325">
                    <a:extLst>
                      <a:ext uri="{FF2B5EF4-FFF2-40B4-BE49-F238E27FC236}">
                        <a16:creationId xmlns:a16="http://schemas.microsoft.com/office/drawing/2014/main" id="{FFE462D0-0477-05D2-47CC-C95C8E726918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27" name="矩形 1326">
                    <a:extLst>
                      <a:ext uri="{FF2B5EF4-FFF2-40B4-BE49-F238E27FC236}">
                        <a16:creationId xmlns:a16="http://schemas.microsoft.com/office/drawing/2014/main" id="{C51E7CC2-8D38-6D1A-4E55-33E238103404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328" name="直接箭头连接符 1327">
                    <a:extLst>
                      <a:ext uri="{FF2B5EF4-FFF2-40B4-BE49-F238E27FC236}">
                        <a16:creationId xmlns:a16="http://schemas.microsoft.com/office/drawing/2014/main" id="{405E6331-DE00-8E74-3C56-C3A488673618}"/>
                      </a:ext>
                    </a:extLst>
                  </p:cNvPr>
                  <p:cNvCxnSpPr>
                    <a:cxnSpLocks/>
                    <a:endCxn id="1325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组合 57">
                  <a:extLst>
                    <a:ext uri="{FF2B5EF4-FFF2-40B4-BE49-F238E27FC236}">
                      <a16:creationId xmlns:a16="http://schemas.microsoft.com/office/drawing/2014/main" id="{F444FD5B-C647-051D-98D1-7DE81EA7405D}"/>
                    </a:ext>
                  </a:extLst>
                </p:cNvPr>
                <p:cNvGrpSpPr/>
                <p:nvPr/>
              </p:nvGrpSpPr>
              <p:grpSpPr>
                <a:xfrm>
                  <a:off x="9068586" y="3648674"/>
                  <a:ext cx="3123414" cy="3199395"/>
                  <a:chOff x="212775" y="1575000"/>
                  <a:chExt cx="1734825" cy="1163939"/>
                </a:xfrm>
              </p:grpSpPr>
              <p:sp>
                <p:nvSpPr>
                  <p:cNvPr id="1308" name="矩形 1307">
                    <a:extLst>
                      <a:ext uri="{FF2B5EF4-FFF2-40B4-BE49-F238E27FC236}">
                        <a16:creationId xmlns:a16="http://schemas.microsoft.com/office/drawing/2014/main" id="{AC1A4EEE-EE5D-F218-A5AD-F7025EA8B0DD}"/>
                      </a:ext>
                    </a:extLst>
                  </p:cNvPr>
                  <p:cNvSpPr/>
                  <p:nvPr/>
                </p:nvSpPr>
                <p:spPr>
                  <a:xfrm>
                    <a:off x="212775" y="1575000"/>
                    <a:ext cx="1732396" cy="115317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309" name="矩形 1308">
                    <a:extLst>
                      <a:ext uri="{FF2B5EF4-FFF2-40B4-BE49-F238E27FC236}">
                        <a16:creationId xmlns:a16="http://schemas.microsoft.com/office/drawing/2014/main" id="{B0513CEB-6A20-5CCF-3F26-D298E31767C2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10" name="矩形 1309">
                    <a:extLst>
                      <a:ext uri="{FF2B5EF4-FFF2-40B4-BE49-F238E27FC236}">
                        <a16:creationId xmlns:a16="http://schemas.microsoft.com/office/drawing/2014/main" id="{D5B1C8FF-976F-FE85-33C0-361D9DF2EB2C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11" name="矩形 1310">
                    <a:extLst>
                      <a:ext uri="{FF2B5EF4-FFF2-40B4-BE49-F238E27FC236}">
                        <a16:creationId xmlns:a16="http://schemas.microsoft.com/office/drawing/2014/main" id="{3B152B73-2C1A-0613-8D92-3A8A003B28C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12" name="矩形 1311">
                    <a:extLst>
                      <a:ext uri="{FF2B5EF4-FFF2-40B4-BE49-F238E27FC236}">
                        <a16:creationId xmlns:a16="http://schemas.microsoft.com/office/drawing/2014/main" id="{56AB1224-5368-1F2B-E6C3-4D7E57D0BE26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13" name="矩形 1312">
                    <a:extLst>
                      <a:ext uri="{FF2B5EF4-FFF2-40B4-BE49-F238E27FC236}">
                        <a16:creationId xmlns:a16="http://schemas.microsoft.com/office/drawing/2014/main" id="{74FD3E3B-C231-CAF8-810D-B78B419C484C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14" name="矩形 1313">
                    <a:extLst>
                      <a:ext uri="{FF2B5EF4-FFF2-40B4-BE49-F238E27FC236}">
                        <a16:creationId xmlns:a16="http://schemas.microsoft.com/office/drawing/2014/main" id="{4D1BC3FC-E37C-BE56-AFB2-F6CF6B8BF773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15" name="矩形 1314">
                    <a:extLst>
                      <a:ext uri="{FF2B5EF4-FFF2-40B4-BE49-F238E27FC236}">
                        <a16:creationId xmlns:a16="http://schemas.microsoft.com/office/drawing/2014/main" id="{CFAC3514-3475-27D9-B6DB-1BCA6B52476D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16" name="矩形 1315">
                    <a:extLst>
                      <a:ext uri="{FF2B5EF4-FFF2-40B4-BE49-F238E27FC236}">
                        <a16:creationId xmlns:a16="http://schemas.microsoft.com/office/drawing/2014/main" id="{D6FC8894-A6F8-1DAD-9BEC-764F71C17B73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17" name="矩形 1316">
                    <a:extLst>
                      <a:ext uri="{FF2B5EF4-FFF2-40B4-BE49-F238E27FC236}">
                        <a16:creationId xmlns:a16="http://schemas.microsoft.com/office/drawing/2014/main" id="{8E8C63BE-9F6E-5E5E-7F65-E5909A77F53E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318" name="直接箭头连接符 1317">
                    <a:extLst>
                      <a:ext uri="{FF2B5EF4-FFF2-40B4-BE49-F238E27FC236}">
                        <a16:creationId xmlns:a16="http://schemas.microsoft.com/office/drawing/2014/main" id="{E9F224D0-C875-3178-EFB9-1BF0FC602A15}"/>
                      </a:ext>
                    </a:extLst>
                  </p:cNvPr>
                  <p:cNvCxnSpPr>
                    <a:cxnSpLocks/>
                    <a:endCxn id="1315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9" name="组合 58">
                  <a:extLst>
                    <a:ext uri="{FF2B5EF4-FFF2-40B4-BE49-F238E27FC236}">
                      <a16:creationId xmlns:a16="http://schemas.microsoft.com/office/drawing/2014/main" id="{ACB9B146-B87E-2461-F0FD-535C600205E3}"/>
                    </a:ext>
                  </a:extLst>
                </p:cNvPr>
                <p:cNvGrpSpPr/>
                <p:nvPr/>
              </p:nvGrpSpPr>
              <p:grpSpPr>
                <a:xfrm>
                  <a:off x="3359249" y="3676454"/>
                  <a:ext cx="2315687" cy="3181546"/>
                  <a:chOff x="973171" y="2080173"/>
                  <a:chExt cx="974429" cy="658766"/>
                </a:xfrm>
              </p:grpSpPr>
              <p:sp>
                <p:nvSpPr>
                  <p:cNvPr id="1297" name="矩形 1296">
                    <a:extLst>
                      <a:ext uri="{FF2B5EF4-FFF2-40B4-BE49-F238E27FC236}">
                        <a16:creationId xmlns:a16="http://schemas.microsoft.com/office/drawing/2014/main" id="{9CBC2056-4BFB-386A-7811-9CFD04CD1F25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298" name="矩形 1297">
                    <a:extLst>
                      <a:ext uri="{FF2B5EF4-FFF2-40B4-BE49-F238E27FC236}">
                        <a16:creationId xmlns:a16="http://schemas.microsoft.com/office/drawing/2014/main" id="{BD2AA50A-41C4-1260-E25D-3105B464350D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99" name="矩形 1298">
                    <a:extLst>
                      <a:ext uri="{FF2B5EF4-FFF2-40B4-BE49-F238E27FC236}">
                        <a16:creationId xmlns:a16="http://schemas.microsoft.com/office/drawing/2014/main" id="{6FDAA49A-576D-FFEA-E58C-C111D55301B7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00" name="矩形 1299">
                    <a:extLst>
                      <a:ext uri="{FF2B5EF4-FFF2-40B4-BE49-F238E27FC236}">
                        <a16:creationId xmlns:a16="http://schemas.microsoft.com/office/drawing/2014/main" id="{DE3E37B0-7F98-7744-FECE-CB1553E0D2C1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01" name="矩形 1300">
                    <a:extLst>
                      <a:ext uri="{FF2B5EF4-FFF2-40B4-BE49-F238E27FC236}">
                        <a16:creationId xmlns:a16="http://schemas.microsoft.com/office/drawing/2014/main" id="{B39C887C-00B5-09B6-4146-0F166AB22CEC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02" name="矩形 1301">
                    <a:extLst>
                      <a:ext uri="{FF2B5EF4-FFF2-40B4-BE49-F238E27FC236}">
                        <a16:creationId xmlns:a16="http://schemas.microsoft.com/office/drawing/2014/main" id="{7EC58C33-DCD1-80D3-A8CB-ECB2F914EEC4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03" name="矩形 1302">
                    <a:extLst>
                      <a:ext uri="{FF2B5EF4-FFF2-40B4-BE49-F238E27FC236}">
                        <a16:creationId xmlns:a16="http://schemas.microsoft.com/office/drawing/2014/main" id="{B61A3929-CD63-A633-31A3-76B1C1E20C6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04" name="矩形 1303">
                    <a:extLst>
                      <a:ext uri="{FF2B5EF4-FFF2-40B4-BE49-F238E27FC236}">
                        <a16:creationId xmlns:a16="http://schemas.microsoft.com/office/drawing/2014/main" id="{6137E88F-3C4A-0C1A-E2BA-682F7BA32159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05" name="矩形 1304">
                    <a:extLst>
                      <a:ext uri="{FF2B5EF4-FFF2-40B4-BE49-F238E27FC236}">
                        <a16:creationId xmlns:a16="http://schemas.microsoft.com/office/drawing/2014/main" id="{53773DB6-F920-6225-8EAE-17A1EC20A0E9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06" name="矩形 1305">
                    <a:extLst>
                      <a:ext uri="{FF2B5EF4-FFF2-40B4-BE49-F238E27FC236}">
                        <a16:creationId xmlns:a16="http://schemas.microsoft.com/office/drawing/2014/main" id="{AB83C6F7-8277-F88C-2B76-06F913B5DDBA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307" name="直接箭头连接符 1306">
                    <a:extLst>
                      <a:ext uri="{FF2B5EF4-FFF2-40B4-BE49-F238E27FC236}">
                        <a16:creationId xmlns:a16="http://schemas.microsoft.com/office/drawing/2014/main" id="{53171B7C-C8F8-9DF1-4B21-D5569F3DAC1F}"/>
                      </a:ext>
                    </a:extLst>
                  </p:cNvPr>
                  <p:cNvCxnSpPr>
                    <a:cxnSpLocks/>
                    <a:endCxn id="1304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0" name="组合 59">
                  <a:extLst>
                    <a:ext uri="{FF2B5EF4-FFF2-40B4-BE49-F238E27FC236}">
                      <a16:creationId xmlns:a16="http://schemas.microsoft.com/office/drawing/2014/main" id="{8CAEE212-2A3E-F8DA-1C48-8C832DB0196A}"/>
                    </a:ext>
                  </a:extLst>
                </p:cNvPr>
                <p:cNvGrpSpPr/>
                <p:nvPr/>
              </p:nvGrpSpPr>
              <p:grpSpPr>
                <a:xfrm>
                  <a:off x="3177422" y="3733309"/>
                  <a:ext cx="1493199" cy="285029"/>
                  <a:chOff x="970437" y="2030191"/>
                  <a:chExt cx="977163" cy="946473"/>
                </a:xfrm>
              </p:grpSpPr>
              <p:sp>
                <p:nvSpPr>
                  <p:cNvPr id="1286" name="矩形 1285">
                    <a:extLst>
                      <a:ext uri="{FF2B5EF4-FFF2-40B4-BE49-F238E27FC236}">
                        <a16:creationId xmlns:a16="http://schemas.microsoft.com/office/drawing/2014/main" id="{4249D3DE-CF30-87AB-3AFE-6F653BAC8E0F}"/>
                      </a:ext>
                    </a:extLst>
                  </p:cNvPr>
                  <p:cNvSpPr/>
                  <p:nvPr/>
                </p:nvSpPr>
                <p:spPr>
                  <a:xfrm>
                    <a:off x="970437" y="2030191"/>
                    <a:ext cx="972000" cy="94647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遥控分系统</a:t>
                    </a:r>
                  </a:p>
                </p:txBody>
              </p:sp>
              <p:sp>
                <p:nvSpPr>
                  <p:cNvPr id="1287" name="矩形 1286">
                    <a:extLst>
                      <a:ext uri="{FF2B5EF4-FFF2-40B4-BE49-F238E27FC236}">
                        <a16:creationId xmlns:a16="http://schemas.microsoft.com/office/drawing/2014/main" id="{A38BDC8D-8C57-ABDA-6612-C44A46697F55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88" name="矩形 1287">
                    <a:extLst>
                      <a:ext uri="{FF2B5EF4-FFF2-40B4-BE49-F238E27FC236}">
                        <a16:creationId xmlns:a16="http://schemas.microsoft.com/office/drawing/2014/main" id="{F1470117-981F-2B28-D03A-39EF5B8B6476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89" name="矩形 1288">
                    <a:extLst>
                      <a:ext uri="{FF2B5EF4-FFF2-40B4-BE49-F238E27FC236}">
                        <a16:creationId xmlns:a16="http://schemas.microsoft.com/office/drawing/2014/main" id="{20B34B5B-D41D-EC2C-7FDD-EEE21EAB883D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90" name="矩形 1289">
                    <a:extLst>
                      <a:ext uri="{FF2B5EF4-FFF2-40B4-BE49-F238E27FC236}">
                        <a16:creationId xmlns:a16="http://schemas.microsoft.com/office/drawing/2014/main" id="{733CBF68-B18B-0871-FC15-9EF6B385ACE1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91" name="矩形 1290">
                    <a:extLst>
                      <a:ext uri="{FF2B5EF4-FFF2-40B4-BE49-F238E27FC236}">
                        <a16:creationId xmlns:a16="http://schemas.microsoft.com/office/drawing/2014/main" id="{984A57D4-C80F-D19D-7C33-39EC6A0B21F4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92" name="矩形 1291">
                    <a:extLst>
                      <a:ext uri="{FF2B5EF4-FFF2-40B4-BE49-F238E27FC236}">
                        <a16:creationId xmlns:a16="http://schemas.microsoft.com/office/drawing/2014/main" id="{7281F48B-E276-9D9D-8D91-F3D5240B1629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93" name="矩形 1292">
                    <a:extLst>
                      <a:ext uri="{FF2B5EF4-FFF2-40B4-BE49-F238E27FC236}">
                        <a16:creationId xmlns:a16="http://schemas.microsoft.com/office/drawing/2014/main" id="{3F3B0BAE-71E8-E996-4018-E2BD48A3BA46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94" name="矩形 1293">
                    <a:extLst>
                      <a:ext uri="{FF2B5EF4-FFF2-40B4-BE49-F238E27FC236}">
                        <a16:creationId xmlns:a16="http://schemas.microsoft.com/office/drawing/2014/main" id="{124686A4-F14E-F1BB-D501-9E194F7CBEE5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95" name="矩形 1294">
                    <a:extLst>
                      <a:ext uri="{FF2B5EF4-FFF2-40B4-BE49-F238E27FC236}">
                        <a16:creationId xmlns:a16="http://schemas.microsoft.com/office/drawing/2014/main" id="{DA480C59-7EFE-83EA-9576-9E387F5E47A2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296" name="直接箭头连接符 1295">
                    <a:extLst>
                      <a:ext uri="{FF2B5EF4-FFF2-40B4-BE49-F238E27FC236}">
                        <a16:creationId xmlns:a16="http://schemas.microsoft.com/office/drawing/2014/main" id="{702D507D-8098-8939-167C-09E1DE25D0A0}"/>
                      </a:ext>
                    </a:extLst>
                  </p:cNvPr>
                  <p:cNvCxnSpPr>
                    <a:cxnSpLocks/>
                    <a:endCxn id="1293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1" name="组合 60">
                  <a:extLst>
                    <a:ext uri="{FF2B5EF4-FFF2-40B4-BE49-F238E27FC236}">
                      <a16:creationId xmlns:a16="http://schemas.microsoft.com/office/drawing/2014/main" id="{B6EB695A-35CF-760D-B98F-DA0376AF856E}"/>
                    </a:ext>
                  </a:extLst>
                </p:cNvPr>
                <p:cNvGrpSpPr/>
                <p:nvPr/>
              </p:nvGrpSpPr>
              <p:grpSpPr>
                <a:xfrm>
                  <a:off x="5797484" y="3667027"/>
                  <a:ext cx="3114798" cy="3190973"/>
                  <a:chOff x="973171" y="2080173"/>
                  <a:chExt cx="974429" cy="658766"/>
                </a:xfrm>
              </p:grpSpPr>
              <p:sp>
                <p:nvSpPr>
                  <p:cNvPr id="1275" name="矩形 1274">
                    <a:extLst>
                      <a:ext uri="{FF2B5EF4-FFF2-40B4-BE49-F238E27FC236}">
                        <a16:creationId xmlns:a16="http://schemas.microsoft.com/office/drawing/2014/main" id="{9252EB3A-6630-C61D-58FA-3DBDEDE4DBB6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276" name="矩形 1275">
                    <a:extLst>
                      <a:ext uri="{FF2B5EF4-FFF2-40B4-BE49-F238E27FC236}">
                        <a16:creationId xmlns:a16="http://schemas.microsoft.com/office/drawing/2014/main" id="{22DF4B35-7249-3C94-6D14-48FE14BD8078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77" name="矩形 1276">
                    <a:extLst>
                      <a:ext uri="{FF2B5EF4-FFF2-40B4-BE49-F238E27FC236}">
                        <a16:creationId xmlns:a16="http://schemas.microsoft.com/office/drawing/2014/main" id="{48B5126C-0FE2-827C-FEA3-14D130CA9E65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78" name="矩形 1277">
                    <a:extLst>
                      <a:ext uri="{FF2B5EF4-FFF2-40B4-BE49-F238E27FC236}">
                        <a16:creationId xmlns:a16="http://schemas.microsoft.com/office/drawing/2014/main" id="{C42C27CA-D57A-49CB-5CE6-087CD9991CB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79" name="矩形 1278">
                    <a:extLst>
                      <a:ext uri="{FF2B5EF4-FFF2-40B4-BE49-F238E27FC236}">
                        <a16:creationId xmlns:a16="http://schemas.microsoft.com/office/drawing/2014/main" id="{9F5FAA46-FED5-D1CC-DF63-FAC82BE68316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80" name="矩形 1279">
                    <a:extLst>
                      <a:ext uri="{FF2B5EF4-FFF2-40B4-BE49-F238E27FC236}">
                        <a16:creationId xmlns:a16="http://schemas.microsoft.com/office/drawing/2014/main" id="{CF5E1231-EF6E-E67B-E7A9-8066AB80AF76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81" name="矩形 1280">
                    <a:extLst>
                      <a:ext uri="{FF2B5EF4-FFF2-40B4-BE49-F238E27FC236}">
                        <a16:creationId xmlns:a16="http://schemas.microsoft.com/office/drawing/2014/main" id="{3AD5EDA4-3D46-9549-D9AD-014933B76467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82" name="矩形 1281">
                    <a:extLst>
                      <a:ext uri="{FF2B5EF4-FFF2-40B4-BE49-F238E27FC236}">
                        <a16:creationId xmlns:a16="http://schemas.microsoft.com/office/drawing/2014/main" id="{3A157B7D-07D4-950E-200D-C07A8BD8E9AD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83" name="矩形 1282">
                    <a:extLst>
                      <a:ext uri="{FF2B5EF4-FFF2-40B4-BE49-F238E27FC236}">
                        <a16:creationId xmlns:a16="http://schemas.microsoft.com/office/drawing/2014/main" id="{68E0F6B5-519E-58F0-F1E5-E29538108AEB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84" name="矩形 1283">
                    <a:extLst>
                      <a:ext uri="{FF2B5EF4-FFF2-40B4-BE49-F238E27FC236}">
                        <a16:creationId xmlns:a16="http://schemas.microsoft.com/office/drawing/2014/main" id="{9C1E90CA-8677-8834-F287-B7B8CACA981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285" name="直接箭头连接符 1284">
                    <a:extLst>
                      <a:ext uri="{FF2B5EF4-FFF2-40B4-BE49-F238E27FC236}">
                        <a16:creationId xmlns:a16="http://schemas.microsoft.com/office/drawing/2014/main" id="{842C3041-2733-4808-7057-F933315BA1AF}"/>
                      </a:ext>
                    </a:extLst>
                  </p:cNvPr>
                  <p:cNvCxnSpPr>
                    <a:cxnSpLocks/>
                    <a:endCxn id="1282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452208AE-CFD5-6421-F054-10630F5DFA6F}"/>
                    </a:ext>
                  </a:extLst>
                </p:cNvPr>
                <p:cNvGrpSpPr/>
                <p:nvPr/>
              </p:nvGrpSpPr>
              <p:grpSpPr>
                <a:xfrm>
                  <a:off x="5833901" y="3734784"/>
                  <a:ext cx="1232670" cy="222747"/>
                  <a:chOff x="828179" y="1682245"/>
                  <a:chExt cx="1211830" cy="1056694"/>
                </a:xfrm>
              </p:grpSpPr>
              <p:sp>
                <p:nvSpPr>
                  <p:cNvPr id="1264" name="矩形 1263">
                    <a:extLst>
                      <a:ext uri="{FF2B5EF4-FFF2-40B4-BE49-F238E27FC236}">
                        <a16:creationId xmlns:a16="http://schemas.microsoft.com/office/drawing/2014/main" id="{4B243BAD-6992-9760-62EA-94B22A1C0970}"/>
                      </a:ext>
                    </a:extLst>
                  </p:cNvPr>
                  <p:cNvSpPr/>
                  <p:nvPr/>
                </p:nvSpPr>
                <p:spPr>
                  <a:xfrm>
                    <a:off x="828179" y="1682245"/>
                    <a:ext cx="1211830" cy="105593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推进分系统</a:t>
                    </a:r>
                  </a:p>
                </p:txBody>
              </p:sp>
              <p:sp>
                <p:nvSpPr>
                  <p:cNvPr id="1265" name="矩形 1264">
                    <a:extLst>
                      <a:ext uri="{FF2B5EF4-FFF2-40B4-BE49-F238E27FC236}">
                        <a16:creationId xmlns:a16="http://schemas.microsoft.com/office/drawing/2014/main" id="{EA8B3081-C3F2-EC72-F667-434ACC8DBE59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66" name="矩形 1265">
                    <a:extLst>
                      <a:ext uri="{FF2B5EF4-FFF2-40B4-BE49-F238E27FC236}">
                        <a16:creationId xmlns:a16="http://schemas.microsoft.com/office/drawing/2014/main" id="{43ECD3C2-08D9-C5AB-DE28-F18793A6AA7B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67" name="矩形 1266">
                    <a:extLst>
                      <a:ext uri="{FF2B5EF4-FFF2-40B4-BE49-F238E27FC236}">
                        <a16:creationId xmlns:a16="http://schemas.microsoft.com/office/drawing/2014/main" id="{DA56DAF1-C6D1-80AD-B935-50DF7E78F308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68" name="矩形 1267">
                    <a:extLst>
                      <a:ext uri="{FF2B5EF4-FFF2-40B4-BE49-F238E27FC236}">
                        <a16:creationId xmlns:a16="http://schemas.microsoft.com/office/drawing/2014/main" id="{7E25E64C-F58F-DC5B-0E39-14DEC81FFFFF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69" name="矩形 1268">
                    <a:extLst>
                      <a:ext uri="{FF2B5EF4-FFF2-40B4-BE49-F238E27FC236}">
                        <a16:creationId xmlns:a16="http://schemas.microsoft.com/office/drawing/2014/main" id="{0E5E65EC-8D76-F496-7F85-F7E413296238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70" name="矩形 1269">
                    <a:extLst>
                      <a:ext uri="{FF2B5EF4-FFF2-40B4-BE49-F238E27FC236}">
                        <a16:creationId xmlns:a16="http://schemas.microsoft.com/office/drawing/2014/main" id="{3ADCAE00-7616-AC7A-A9AC-A5E97271FC3F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71" name="矩形 1270">
                    <a:extLst>
                      <a:ext uri="{FF2B5EF4-FFF2-40B4-BE49-F238E27FC236}">
                        <a16:creationId xmlns:a16="http://schemas.microsoft.com/office/drawing/2014/main" id="{88F85031-7614-F4F6-760C-942CB0789E7E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72" name="矩形 1271">
                    <a:extLst>
                      <a:ext uri="{FF2B5EF4-FFF2-40B4-BE49-F238E27FC236}">
                        <a16:creationId xmlns:a16="http://schemas.microsoft.com/office/drawing/2014/main" id="{A47CDDCB-E1A3-716D-2600-A102BFEEB657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73" name="矩形 1272">
                    <a:extLst>
                      <a:ext uri="{FF2B5EF4-FFF2-40B4-BE49-F238E27FC236}">
                        <a16:creationId xmlns:a16="http://schemas.microsoft.com/office/drawing/2014/main" id="{A2C62A95-916F-BD96-B82E-97553BD76888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274" name="直接箭头连接符 1273">
                    <a:extLst>
                      <a:ext uri="{FF2B5EF4-FFF2-40B4-BE49-F238E27FC236}">
                        <a16:creationId xmlns:a16="http://schemas.microsoft.com/office/drawing/2014/main" id="{7CBE7FF4-4561-BC79-B847-771A91BE8530}"/>
                      </a:ext>
                    </a:extLst>
                  </p:cNvPr>
                  <p:cNvCxnSpPr>
                    <a:cxnSpLocks/>
                    <a:endCxn id="1271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3" name="组合 62">
                  <a:extLst>
                    <a:ext uri="{FF2B5EF4-FFF2-40B4-BE49-F238E27FC236}">
                      <a16:creationId xmlns:a16="http://schemas.microsoft.com/office/drawing/2014/main" id="{3EA10623-8B1F-8C3C-CE60-8DF0824CAD4B}"/>
                    </a:ext>
                  </a:extLst>
                </p:cNvPr>
                <p:cNvGrpSpPr/>
                <p:nvPr/>
              </p:nvGrpSpPr>
              <p:grpSpPr>
                <a:xfrm>
                  <a:off x="2362199" y="-97383"/>
                  <a:ext cx="9829799" cy="3000839"/>
                  <a:chOff x="2362199" y="-97383"/>
                  <a:chExt cx="9829799" cy="3000839"/>
                </a:xfrm>
              </p:grpSpPr>
              <p:grpSp>
                <p:nvGrpSpPr>
                  <p:cNvPr id="748" name="组合 747">
                    <a:extLst>
                      <a:ext uri="{FF2B5EF4-FFF2-40B4-BE49-F238E27FC236}">
                        <a16:creationId xmlns:a16="http://schemas.microsoft.com/office/drawing/2014/main" id="{1A634263-E484-E429-ED71-09E1EC345E9D}"/>
                      </a:ext>
                    </a:extLst>
                  </p:cNvPr>
                  <p:cNvGrpSpPr/>
                  <p:nvPr/>
                </p:nvGrpSpPr>
                <p:grpSpPr>
                  <a:xfrm>
                    <a:off x="2920413" y="525719"/>
                    <a:ext cx="813484" cy="282575"/>
                    <a:chOff x="975600" y="1892614"/>
                    <a:chExt cx="972000" cy="846325"/>
                  </a:xfrm>
                </p:grpSpPr>
                <p:sp>
                  <p:nvSpPr>
                    <p:cNvPr id="1253" name="矩形 1252">
                      <a:extLst>
                        <a:ext uri="{FF2B5EF4-FFF2-40B4-BE49-F238E27FC236}">
                          <a16:creationId xmlns:a16="http://schemas.microsoft.com/office/drawing/2014/main" id="{2E510EC6-0D9F-2C14-B2EE-A6D551477D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1892614"/>
                      <a:ext cx="972000" cy="64799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PD</a:t>
                      </a:r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控制器</a:t>
                      </a:r>
                    </a:p>
                  </p:txBody>
                </p:sp>
                <p:sp>
                  <p:nvSpPr>
                    <p:cNvPr id="1254" name="矩形 1253">
                      <a:extLst>
                        <a:ext uri="{FF2B5EF4-FFF2-40B4-BE49-F238E27FC236}">
                          <a16:creationId xmlns:a16="http://schemas.microsoft.com/office/drawing/2014/main" id="{F28EA085-F363-E717-A39A-D8AB39FFF7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55" name="矩形 1254">
                      <a:extLst>
                        <a:ext uri="{FF2B5EF4-FFF2-40B4-BE49-F238E27FC236}">
                          <a16:creationId xmlns:a16="http://schemas.microsoft.com/office/drawing/2014/main" id="{D6A50265-DBF9-A9A8-2059-A225E1C308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56" name="矩形 1255">
                      <a:extLst>
                        <a:ext uri="{FF2B5EF4-FFF2-40B4-BE49-F238E27FC236}">
                          <a16:creationId xmlns:a16="http://schemas.microsoft.com/office/drawing/2014/main" id="{885D8630-5697-C9D3-0F1C-5CEFBC620D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57" name="矩形 1256">
                      <a:extLst>
                        <a:ext uri="{FF2B5EF4-FFF2-40B4-BE49-F238E27FC236}">
                          <a16:creationId xmlns:a16="http://schemas.microsoft.com/office/drawing/2014/main" id="{0FEBC51C-3EB1-EE41-C2F3-17C33FDCD4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58" name="矩形 1257">
                      <a:extLst>
                        <a:ext uri="{FF2B5EF4-FFF2-40B4-BE49-F238E27FC236}">
                          <a16:creationId xmlns:a16="http://schemas.microsoft.com/office/drawing/2014/main" id="{324B9973-933A-CCE1-517A-63EA114931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59" name="矩形 1258">
                      <a:extLst>
                        <a:ext uri="{FF2B5EF4-FFF2-40B4-BE49-F238E27FC236}">
                          <a16:creationId xmlns:a16="http://schemas.microsoft.com/office/drawing/2014/main" id="{D717B89E-FDE6-6D8F-C148-19DFB92700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60" name="矩形 1259">
                      <a:extLst>
                        <a:ext uri="{FF2B5EF4-FFF2-40B4-BE49-F238E27FC236}">
                          <a16:creationId xmlns:a16="http://schemas.microsoft.com/office/drawing/2014/main" id="{4B2C71B4-9B84-E85F-7DDB-D8E9DA8D7D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61" name="矩形 1260">
                      <a:extLst>
                        <a:ext uri="{FF2B5EF4-FFF2-40B4-BE49-F238E27FC236}">
                          <a16:creationId xmlns:a16="http://schemas.microsoft.com/office/drawing/2014/main" id="{B5382284-4EE0-C4A2-83F9-9E51D3439E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62" name="矩形 1261">
                      <a:extLst>
                        <a:ext uri="{FF2B5EF4-FFF2-40B4-BE49-F238E27FC236}">
                          <a16:creationId xmlns:a16="http://schemas.microsoft.com/office/drawing/2014/main" id="{06932375-ADB7-E3C4-2EE2-16354923BD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263" name="直接箭头连接符 1262">
                      <a:extLst>
                        <a:ext uri="{FF2B5EF4-FFF2-40B4-BE49-F238E27FC236}">
                          <a16:creationId xmlns:a16="http://schemas.microsoft.com/office/drawing/2014/main" id="{28615661-E24A-011A-1360-EED05DDD7EAC}"/>
                        </a:ext>
                      </a:extLst>
                    </p:cNvPr>
                    <p:cNvCxnSpPr>
                      <a:cxnSpLocks/>
                      <a:endCxn id="1260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49" name="组合 748">
                    <a:extLst>
                      <a:ext uri="{FF2B5EF4-FFF2-40B4-BE49-F238E27FC236}">
                        <a16:creationId xmlns:a16="http://schemas.microsoft.com/office/drawing/2014/main" id="{C18E13F5-9AAB-E0DC-2E31-F3F3E7EB9325}"/>
                      </a:ext>
                    </a:extLst>
                  </p:cNvPr>
                  <p:cNvGrpSpPr/>
                  <p:nvPr/>
                </p:nvGrpSpPr>
                <p:grpSpPr>
                  <a:xfrm>
                    <a:off x="2362199" y="0"/>
                    <a:ext cx="9829799" cy="2903456"/>
                    <a:chOff x="973171" y="2080173"/>
                    <a:chExt cx="974429" cy="658766"/>
                  </a:xfrm>
                </p:grpSpPr>
                <p:sp>
                  <p:nvSpPr>
                    <p:cNvPr id="1242" name="矩形 1241">
                      <a:extLst>
                        <a:ext uri="{FF2B5EF4-FFF2-40B4-BE49-F238E27FC236}">
                          <a16:creationId xmlns:a16="http://schemas.microsoft.com/office/drawing/2014/main" id="{1629A777-8A92-E95C-5498-35B152AFF9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3171" y="2080173"/>
                      <a:ext cx="972000" cy="64800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243" name="矩形 1242">
                      <a:extLst>
                        <a:ext uri="{FF2B5EF4-FFF2-40B4-BE49-F238E27FC236}">
                          <a16:creationId xmlns:a16="http://schemas.microsoft.com/office/drawing/2014/main" id="{D480D3AA-9B47-3F2D-E92E-44C9948EFA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44" name="矩形 1243">
                      <a:extLst>
                        <a:ext uri="{FF2B5EF4-FFF2-40B4-BE49-F238E27FC236}">
                          <a16:creationId xmlns:a16="http://schemas.microsoft.com/office/drawing/2014/main" id="{EAB58CBA-AF6C-EA82-B588-242374378F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45" name="矩形 1244">
                      <a:extLst>
                        <a:ext uri="{FF2B5EF4-FFF2-40B4-BE49-F238E27FC236}">
                          <a16:creationId xmlns:a16="http://schemas.microsoft.com/office/drawing/2014/main" id="{891F888C-3911-6981-9EAA-6135E7EA6B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46" name="矩形 1245">
                      <a:extLst>
                        <a:ext uri="{FF2B5EF4-FFF2-40B4-BE49-F238E27FC236}">
                          <a16:creationId xmlns:a16="http://schemas.microsoft.com/office/drawing/2014/main" id="{4231A1E9-36AE-AE03-8AE1-E115D4397A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47" name="矩形 1246">
                      <a:extLst>
                        <a:ext uri="{FF2B5EF4-FFF2-40B4-BE49-F238E27FC236}">
                          <a16:creationId xmlns:a16="http://schemas.microsoft.com/office/drawing/2014/main" id="{3B7BCE11-AEFF-1E9A-19F7-F49C327318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48" name="矩形 1247">
                      <a:extLst>
                        <a:ext uri="{FF2B5EF4-FFF2-40B4-BE49-F238E27FC236}">
                          <a16:creationId xmlns:a16="http://schemas.microsoft.com/office/drawing/2014/main" id="{3B4A4638-160D-AA9A-0909-5E017D973F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49" name="矩形 1248">
                      <a:extLst>
                        <a:ext uri="{FF2B5EF4-FFF2-40B4-BE49-F238E27FC236}">
                          <a16:creationId xmlns:a16="http://schemas.microsoft.com/office/drawing/2014/main" id="{246C2842-0687-90A8-9F24-FCB2CEF5F1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50" name="矩形 1249">
                      <a:extLst>
                        <a:ext uri="{FF2B5EF4-FFF2-40B4-BE49-F238E27FC236}">
                          <a16:creationId xmlns:a16="http://schemas.microsoft.com/office/drawing/2014/main" id="{50D6457E-94AF-B8D6-DF50-5E92E26981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51" name="矩形 1250">
                      <a:extLst>
                        <a:ext uri="{FF2B5EF4-FFF2-40B4-BE49-F238E27FC236}">
                          <a16:creationId xmlns:a16="http://schemas.microsoft.com/office/drawing/2014/main" id="{016440F7-4FCD-C363-A8FC-6BAC84C413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252" name="直接箭头连接符 1251">
                      <a:extLst>
                        <a:ext uri="{FF2B5EF4-FFF2-40B4-BE49-F238E27FC236}">
                          <a16:creationId xmlns:a16="http://schemas.microsoft.com/office/drawing/2014/main" id="{EFD239B0-E94F-2974-53FB-58C412858CBA}"/>
                        </a:ext>
                      </a:extLst>
                    </p:cNvPr>
                    <p:cNvCxnSpPr>
                      <a:cxnSpLocks/>
                      <a:endCxn id="1249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50" name="组合 749">
                    <a:extLst>
                      <a:ext uri="{FF2B5EF4-FFF2-40B4-BE49-F238E27FC236}">
                        <a16:creationId xmlns:a16="http://schemas.microsoft.com/office/drawing/2014/main" id="{EBA4BA73-4809-FCB6-3C22-EF789C01C8C8}"/>
                      </a:ext>
                    </a:extLst>
                  </p:cNvPr>
                  <p:cNvGrpSpPr/>
                  <p:nvPr/>
                </p:nvGrpSpPr>
                <p:grpSpPr>
                  <a:xfrm>
                    <a:off x="2508029" y="-97383"/>
                    <a:ext cx="2459542" cy="439239"/>
                    <a:chOff x="970437" y="2080173"/>
                    <a:chExt cx="977163" cy="896491"/>
                  </a:xfrm>
                </p:grpSpPr>
                <p:sp>
                  <p:nvSpPr>
                    <p:cNvPr id="1231" name="矩形 1230">
                      <a:extLst>
                        <a:ext uri="{FF2B5EF4-FFF2-40B4-BE49-F238E27FC236}">
                          <a16:creationId xmlns:a16="http://schemas.microsoft.com/office/drawing/2014/main" id="{028907AD-5171-7A43-E844-1B89FBF478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0437" y="2328665"/>
                      <a:ext cx="972000" cy="647999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轨道解算与姿态控制分系统</a:t>
                      </a:r>
                    </a:p>
                  </p:txBody>
                </p:sp>
                <p:sp>
                  <p:nvSpPr>
                    <p:cNvPr id="1232" name="矩形 1231">
                      <a:extLst>
                        <a:ext uri="{FF2B5EF4-FFF2-40B4-BE49-F238E27FC236}">
                          <a16:creationId xmlns:a16="http://schemas.microsoft.com/office/drawing/2014/main" id="{AB712FB9-C0D5-F9AA-637A-1EC3FD922C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33" name="矩形 1232">
                      <a:extLst>
                        <a:ext uri="{FF2B5EF4-FFF2-40B4-BE49-F238E27FC236}">
                          <a16:creationId xmlns:a16="http://schemas.microsoft.com/office/drawing/2014/main" id="{0F3E6B33-BFD4-0A3F-FCA6-2CB092F9A7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34" name="矩形 1233">
                      <a:extLst>
                        <a:ext uri="{FF2B5EF4-FFF2-40B4-BE49-F238E27FC236}">
                          <a16:creationId xmlns:a16="http://schemas.microsoft.com/office/drawing/2014/main" id="{0FB7D46C-BEFD-EA8A-F8F9-83A6E92C72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35" name="矩形 1234">
                      <a:extLst>
                        <a:ext uri="{FF2B5EF4-FFF2-40B4-BE49-F238E27FC236}">
                          <a16:creationId xmlns:a16="http://schemas.microsoft.com/office/drawing/2014/main" id="{C5A32C19-41D4-74BE-EC2D-F8EB28E381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36" name="矩形 1235">
                      <a:extLst>
                        <a:ext uri="{FF2B5EF4-FFF2-40B4-BE49-F238E27FC236}">
                          <a16:creationId xmlns:a16="http://schemas.microsoft.com/office/drawing/2014/main" id="{028F53FB-12A9-82DB-F1BA-9025AB4D4E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37" name="矩形 1236">
                      <a:extLst>
                        <a:ext uri="{FF2B5EF4-FFF2-40B4-BE49-F238E27FC236}">
                          <a16:creationId xmlns:a16="http://schemas.microsoft.com/office/drawing/2014/main" id="{CB4F8779-583A-2AFD-0E2D-255360C234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38" name="矩形 1237">
                      <a:extLst>
                        <a:ext uri="{FF2B5EF4-FFF2-40B4-BE49-F238E27FC236}">
                          <a16:creationId xmlns:a16="http://schemas.microsoft.com/office/drawing/2014/main" id="{7A9118B2-72AB-3DBC-3380-CCA17EC010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39" name="矩形 1238">
                      <a:extLst>
                        <a:ext uri="{FF2B5EF4-FFF2-40B4-BE49-F238E27FC236}">
                          <a16:creationId xmlns:a16="http://schemas.microsoft.com/office/drawing/2014/main" id="{E32BEA19-EA17-64B9-963F-AD2A0A4958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40" name="矩形 1239">
                      <a:extLst>
                        <a:ext uri="{FF2B5EF4-FFF2-40B4-BE49-F238E27FC236}">
                          <a16:creationId xmlns:a16="http://schemas.microsoft.com/office/drawing/2014/main" id="{B3C26E51-0805-1D06-9000-010069FBA4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241" name="直接箭头连接符 1240">
                      <a:extLst>
                        <a:ext uri="{FF2B5EF4-FFF2-40B4-BE49-F238E27FC236}">
                          <a16:creationId xmlns:a16="http://schemas.microsoft.com/office/drawing/2014/main" id="{7C7C8661-23B9-B04A-6A24-F5D116E7A193}"/>
                        </a:ext>
                      </a:extLst>
                    </p:cNvPr>
                    <p:cNvCxnSpPr>
                      <a:cxnSpLocks/>
                      <a:endCxn id="1238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751" name="直接箭头连接符 750">
                    <a:extLst>
                      <a:ext uri="{FF2B5EF4-FFF2-40B4-BE49-F238E27FC236}">
                        <a16:creationId xmlns:a16="http://schemas.microsoft.com/office/drawing/2014/main" id="{0CDC7899-0AE2-324D-BB20-6CB6A04D05B3}"/>
                      </a:ext>
                    </a:extLst>
                  </p:cNvPr>
                  <p:cNvCxnSpPr>
                    <a:cxnSpLocks/>
                    <a:stCxn id="752" idx="6"/>
                    <a:endCxn id="1253" idx="1"/>
                  </p:cNvCxnSpPr>
                  <p:nvPr/>
                </p:nvCxnSpPr>
                <p:spPr>
                  <a:xfrm>
                    <a:off x="2734525" y="633898"/>
                    <a:ext cx="185888" cy="0"/>
                  </a:xfrm>
                  <a:prstGeom prst="straightConnector1">
                    <a:avLst/>
                  </a:prstGeom>
                  <a:ln w="12700" cmpd="sng">
                    <a:tailEnd type="triangle"/>
                  </a:ln>
                </p:spPr>
                <p:style>
                  <a:lnRef idx="3">
                    <a:schemeClr val="dk1"/>
                  </a:lnRef>
                  <a:fillRef idx="0">
                    <a:schemeClr val="dk1"/>
                  </a:fillRef>
                  <a:effectRef idx="2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52" name="流程图: 接点 751">
                    <a:extLst>
                      <a:ext uri="{FF2B5EF4-FFF2-40B4-BE49-F238E27FC236}">
                        <a16:creationId xmlns:a16="http://schemas.microsoft.com/office/drawing/2014/main" id="{3C2AB7BA-2A1E-8DAF-1660-1FF264B492DB}"/>
                      </a:ext>
                    </a:extLst>
                  </p:cNvPr>
                  <p:cNvSpPr/>
                  <p:nvPr/>
                </p:nvSpPr>
                <p:spPr>
                  <a:xfrm>
                    <a:off x="2626525" y="579898"/>
                    <a:ext cx="108000" cy="10800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grpSp>
                <p:nvGrpSpPr>
                  <p:cNvPr id="753" name="组合 752">
                    <a:extLst>
                      <a:ext uri="{FF2B5EF4-FFF2-40B4-BE49-F238E27FC236}">
                        <a16:creationId xmlns:a16="http://schemas.microsoft.com/office/drawing/2014/main" id="{D471C417-8054-A108-61C5-40D83E392C7F}"/>
                      </a:ext>
                    </a:extLst>
                  </p:cNvPr>
                  <p:cNvGrpSpPr/>
                  <p:nvPr/>
                </p:nvGrpSpPr>
                <p:grpSpPr>
                  <a:xfrm>
                    <a:off x="3899872" y="342431"/>
                    <a:ext cx="604520" cy="558507"/>
                    <a:chOff x="6054362" y="1750243"/>
                    <a:chExt cx="604520" cy="558507"/>
                  </a:xfrm>
                </p:grpSpPr>
                <p:grpSp>
                  <p:nvGrpSpPr>
                    <p:cNvPr id="1206" name="组合 1205">
                      <a:extLst>
                        <a:ext uri="{FF2B5EF4-FFF2-40B4-BE49-F238E27FC236}">
                          <a16:creationId xmlns:a16="http://schemas.microsoft.com/office/drawing/2014/main" id="{28418D4C-29FB-9411-66B0-04486CB829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054362" y="1751140"/>
                      <a:ext cx="604520" cy="557610"/>
                      <a:chOff x="973171" y="2080173"/>
                      <a:chExt cx="974429" cy="658766"/>
                    </a:xfrm>
                  </p:grpSpPr>
                  <p:sp>
                    <p:nvSpPr>
                      <p:cNvPr id="1221" name="矩形 1220">
                        <a:extLst>
                          <a:ext uri="{FF2B5EF4-FFF2-40B4-BE49-F238E27FC236}">
                            <a16:creationId xmlns:a16="http://schemas.microsoft.com/office/drawing/2014/main" id="{351D47DA-7C44-7892-A731-9E3645F4F3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222" name="矩形 1221">
                        <a:extLst>
                          <a:ext uri="{FF2B5EF4-FFF2-40B4-BE49-F238E27FC236}">
                            <a16:creationId xmlns:a16="http://schemas.microsoft.com/office/drawing/2014/main" id="{D3F33611-B96B-893F-C0FD-2B5AD7ED703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223" name="矩形 1222">
                        <a:extLst>
                          <a:ext uri="{FF2B5EF4-FFF2-40B4-BE49-F238E27FC236}">
                            <a16:creationId xmlns:a16="http://schemas.microsoft.com/office/drawing/2014/main" id="{B68253F2-DF3E-70D0-2160-20BC11E471D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224" name="矩形 1223">
                        <a:extLst>
                          <a:ext uri="{FF2B5EF4-FFF2-40B4-BE49-F238E27FC236}">
                            <a16:creationId xmlns:a16="http://schemas.microsoft.com/office/drawing/2014/main" id="{F1FA8FEB-2082-9098-0C10-B7B405E420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225" name="矩形 1224">
                        <a:extLst>
                          <a:ext uri="{FF2B5EF4-FFF2-40B4-BE49-F238E27FC236}">
                            <a16:creationId xmlns:a16="http://schemas.microsoft.com/office/drawing/2014/main" id="{CB1C0C03-B4DA-83A8-B75A-423BC9D80F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226" name="矩形 1225">
                        <a:extLst>
                          <a:ext uri="{FF2B5EF4-FFF2-40B4-BE49-F238E27FC236}">
                            <a16:creationId xmlns:a16="http://schemas.microsoft.com/office/drawing/2014/main" id="{7F4C4C13-E65F-33DF-1156-996772BC447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227" name="矩形 1226">
                        <a:extLst>
                          <a:ext uri="{FF2B5EF4-FFF2-40B4-BE49-F238E27FC236}">
                            <a16:creationId xmlns:a16="http://schemas.microsoft.com/office/drawing/2014/main" id="{E8E5AFDA-F2B0-BBD4-ED7E-026862FC7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228" name="矩形 1227">
                        <a:extLst>
                          <a:ext uri="{FF2B5EF4-FFF2-40B4-BE49-F238E27FC236}">
                            <a16:creationId xmlns:a16="http://schemas.microsoft.com/office/drawing/2014/main" id="{FB1DB6AC-C44C-DCB1-7A4E-AF8858F14E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229" name="矩形 1228">
                        <a:extLst>
                          <a:ext uri="{FF2B5EF4-FFF2-40B4-BE49-F238E27FC236}">
                            <a16:creationId xmlns:a16="http://schemas.microsoft.com/office/drawing/2014/main" id="{D3B1EEAE-3842-F03F-1C47-96912BA2EF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230" name="矩形 1229">
                        <a:extLst>
                          <a:ext uri="{FF2B5EF4-FFF2-40B4-BE49-F238E27FC236}">
                            <a16:creationId xmlns:a16="http://schemas.microsoft.com/office/drawing/2014/main" id="{2E62382D-FDB1-8702-B22A-9301042DEC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3171" y="2080173"/>
                        <a:ext cx="972000" cy="6480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p:grpSp>
                <p:cxnSp>
                  <p:nvCxnSpPr>
                    <p:cNvPr id="1207" name="直接箭头连接符 1206">
                      <a:extLst>
                        <a:ext uri="{FF2B5EF4-FFF2-40B4-BE49-F238E27FC236}">
                          <a16:creationId xmlns:a16="http://schemas.microsoft.com/office/drawing/2014/main" id="{E9D7DB38-C302-EAB2-B500-6DE705FE48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300787" y="1770272"/>
                      <a:ext cx="0" cy="327609"/>
                    </a:xfrm>
                    <a:prstGeom prst="straightConnector1">
                      <a:avLst/>
                    </a:prstGeom>
                    <a:ln w="6350">
                      <a:headEnd type="none"/>
                      <a:tailEnd type="triangle" w="sm" len="sm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08" name="直接箭头连接符 1207">
                      <a:extLst>
                        <a:ext uri="{FF2B5EF4-FFF2-40B4-BE49-F238E27FC236}">
                          <a16:creationId xmlns:a16="http://schemas.microsoft.com/office/drawing/2014/main" id="{32ACB1A6-098C-8D7B-C6C8-3C06C16BBE5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14400000" flipV="1">
                      <a:off x="6201349" y="2038589"/>
                      <a:ext cx="0" cy="243292"/>
                    </a:xfrm>
                    <a:prstGeom prst="straightConnector1">
                      <a:avLst/>
                    </a:prstGeom>
                    <a:ln>
                      <a:headEnd type="none"/>
                      <a:tailEnd type="triangle" w="sm" len="sm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09" name="直接箭头连接符 1208">
                      <a:extLst>
                        <a:ext uri="{FF2B5EF4-FFF2-40B4-BE49-F238E27FC236}">
                          <a16:creationId xmlns:a16="http://schemas.microsoft.com/office/drawing/2014/main" id="{2CDC4C17-AB24-EA71-9CCC-71262C64AB6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00787" y="2097881"/>
                      <a:ext cx="316707" cy="0"/>
                    </a:xfrm>
                    <a:prstGeom prst="straightConnector1">
                      <a:avLst/>
                    </a:prstGeom>
                    <a:ln>
                      <a:headEnd type="none"/>
                      <a:tailEnd type="triangle" w="sm" len="sm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10" name="直接箭头连接符 1209">
                      <a:extLst>
                        <a:ext uri="{FF2B5EF4-FFF2-40B4-BE49-F238E27FC236}">
                          <a16:creationId xmlns:a16="http://schemas.microsoft.com/office/drawing/2014/main" id="{2EC62533-078D-92E4-744A-578BC7EBA46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2700000" flipV="1">
                      <a:off x="6417745" y="1816553"/>
                      <a:ext cx="0" cy="327609"/>
                    </a:xfrm>
                    <a:prstGeom prst="straightConnector1">
                      <a:avLst/>
                    </a:prstGeom>
                    <a:ln w="6350">
                      <a:headEnd type="none"/>
                      <a:tailEnd type="triangle" w="sm" len="sm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11" name="矩形 1210">
                      <a:extLst>
                        <a:ext uri="{FF2B5EF4-FFF2-40B4-BE49-F238E27FC236}">
                          <a16:creationId xmlns:a16="http://schemas.microsoft.com/office/drawing/2014/main" id="{14C05F96-E5A2-4E07-E7BB-EE4E4D7119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33516" y="1858940"/>
                      <a:ext cx="140441" cy="74371"/>
                    </a:xfrm>
                    <a:prstGeom prst="rect">
                      <a:avLst/>
                    </a:prstGeom>
                    <a:ln w="6350"/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lIns="18000" tIns="46800" rIns="18000" rtlCol="0" anchor="ctr"/>
                    <a:lstStyle/>
                    <a:p>
                      <a:pPr>
                        <a:lnSpc>
                          <a:spcPts val="500"/>
                        </a:lnSpc>
                      </a:pPr>
                      <a:r>
                        <a:rPr lang="en-US" altLang="zh-CN" sz="500" dirty="0">
                          <a:latin typeface="Times New Roman" panose="02020603050405020304" pitchFamily="18" charset="0"/>
                        </a:rPr>
                        <a:t>W3</a:t>
                      </a:r>
                      <a:endParaRPr lang="zh-CN" altLang="en-US" sz="500" dirty="0">
                        <a:latin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212" name="矩形 1211">
                      <a:extLst>
                        <a:ext uri="{FF2B5EF4-FFF2-40B4-BE49-F238E27FC236}">
                          <a16:creationId xmlns:a16="http://schemas.microsoft.com/office/drawing/2014/main" id="{805FFA0A-30C5-8D09-1652-EE6A52E9A103}"/>
                        </a:ext>
                      </a:extLst>
                    </p:cNvPr>
                    <p:cNvSpPr/>
                    <p:nvPr/>
                  </p:nvSpPr>
                  <p:spPr>
                    <a:xfrm rot="14400000">
                      <a:off x="6137901" y="2115237"/>
                      <a:ext cx="140441" cy="74371"/>
                    </a:xfrm>
                    <a:prstGeom prst="rect">
                      <a:avLst/>
                    </a:prstGeom>
                    <a:ln w="6350"/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lIns="18000" tIns="46800" rIns="18000" rtlCol="0" anchor="ctr"/>
                    <a:lstStyle/>
                    <a:p>
                      <a:pPr>
                        <a:lnSpc>
                          <a:spcPts val="500"/>
                        </a:lnSpc>
                      </a:pPr>
                      <a:r>
                        <a:rPr lang="en-US" altLang="zh-CN" sz="500" dirty="0">
                          <a:latin typeface="Times New Roman" panose="02020603050405020304" pitchFamily="18" charset="0"/>
                        </a:rPr>
                        <a:t>W1</a:t>
                      </a:r>
                      <a:endParaRPr lang="zh-CN" altLang="en-US" sz="500" dirty="0">
                        <a:latin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213" name="矩形 1212">
                      <a:extLst>
                        <a:ext uri="{FF2B5EF4-FFF2-40B4-BE49-F238E27FC236}">
                          <a16:creationId xmlns:a16="http://schemas.microsoft.com/office/drawing/2014/main" id="{E853D105-64D0-A542-8943-84285F9B3BA0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6424866" y="2073181"/>
                      <a:ext cx="140441" cy="74371"/>
                    </a:xfrm>
                    <a:prstGeom prst="rect">
                      <a:avLst/>
                    </a:prstGeom>
                    <a:ln w="6350"/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lIns="18000" tIns="46800" rIns="18000" rtlCol="0" anchor="ctr"/>
                    <a:lstStyle/>
                    <a:p>
                      <a:pPr>
                        <a:lnSpc>
                          <a:spcPts val="500"/>
                        </a:lnSpc>
                      </a:pPr>
                      <a:r>
                        <a:rPr lang="en-US" altLang="zh-CN" sz="500" dirty="0">
                          <a:latin typeface="Times New Roman" panose="02020603050405020304" pitchFamily="18" charset="0"/>
                        </a:rPr>
                        <a:t>W2</a:t>
                      </a:r>
                      <a:endParaRPr lang="zh-CN" altLang="en-US" sz="500" dirty="0">
                        <a:latin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214" name="矩形 1213">
                      <a:extLst>
                        <a:ext uri="{FF2B5EF4-FFF2-40B4-BE49-F238E27FC236}">
                          <a16:creationId xmlns:a16="http://schemas.microsoft.com/office/drawing/2014/main" id="{AB378288-EADF-248E-3AE0-6077CA928005}"/>
                        </a:ext>
                      </a:extLst>
                    </p:cNvPr>
                    <p:cNvSpPr/>
                    <p:nvPr/>
                  </p:nvSpPr>
                  <p:spPr>
                    <a:xfrm rot="2700000">
                      <a:off x="6388232" y="1916811"/>
                      <a:ext cx="140441" cy="74371"/>
                    </a:xfrm>
                    <a:prstGeom prst="rect">
                      <a:avLst/>
                    </a:prstGeom>
                    <a:ln w="6350"/>
                  </p:spPr>
                  <p:style>
                    <a:lnRef idx="2">
                      <a:schemeClr val="dk1"/>
                    </a:lnRef>
                    <a:fillRef idx="1">
                      <a:schemeClr val="lt1"/>
                    </a:fillRef>
                    <a:effectRef idx="0">
                      <a:schemeClr val="dk1"/>
                    </a:effectRef>
                    <a:fontRef idx="minor">
                      <a:schemeClr val="dk1"/>
                    </a:fontRef>
                  </p:style>
                  <p:txBody>
                    <a:bodyPr lIns="18000" tIns="46800" rIns="18000" rtlCol="0" anchor="ctr"/>
                    <a:lstStyle/>
                    <a:p>
                      <a:pPr>
                        <a:lnSpc>
                          <a:spcPts val="500"/>
                        </a:lnSpc>
                      </a:pPr>
                      <a:r>
                        <a:rPr lang="en-US" altLang="zh-CN" sz="500" dirty="0">
                          <a:latin typeface="Times New Roman" panose="02020603050405020304" pitchFamily="18" charset="0"/>
                        </a:rPr>
                        <a:t>W4</a:t>
                      </a:r>
                      <a:endParaRPr lang="zh-CN" altLang="en-US" sz="500" dirty="0">
                        <a:latin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215" name="文本框 1214">
                      <a:extLst>
                        <a:ext uri="{FF2B5EF4-FFF2-40B4-BE49-F238E27FC236}">
                          <a16:creationId xmlns:a16="http://schemas.microsoft.com/office/drawing/2014/main" id="{43385659-7E89-9812-47E1-359F3CB3965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39869" y="1750243"/>
                      <a:ext cx="38472" cy="769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r>
                        <a:rPr lang="en-US" altLang="zh-CN" sz="500" dirty="0">
                          <a:latin typeface="Times New Roman" panose="02020603050405020304" pitchFamily="18" charset="0"/>
                        </a:rPr>
                        <a:t>Z</a:t>
                      </a:r>
                      <a:endParaRPr lang="zh-CN" altLang="en-US" sz="500" dirty="0">
                        <a:latin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216" name="文本框 1215">
                      <a:extLst>
                        <a:ext uri="{FF2B5EF4-FFF2-40B4-BE49-F238E27FC236}">
                          <a16:creationId xmlns:a16="http://schemas.microsoft.com/office/drawing/2014/main" id="{66D8902E-6493-3970-2108-376AD9359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30898" y="2208981"/>
                      <a:ext cx="46488" cy="769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r>
                        <a:rPr lang="en-US" altLang="zh-CN" sz="500" dirty="0">
                          <a:latin typeface="Times New Roman" panose="02020603050405020304" pitchFamily="18" charset="0"/>
                        </a:rPr>
                        <a:t>X</a:t>
                      </a:r>
                      <a:endParaRPr lang="zh-CN" altLang="en-US" sz="500" dirty="0">
                        <a:latin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217" name="文本框 1216">
                      <a:extLst>
                        <a:ext uri="{FF2B5EF4-FFF2-40B4-BE49-F238E27FC236}">
                          <a16:creationId xmlns:a16="http://schemas.microsoft.com/office/drawing/2014/main" id="{F67BE8C5-F93E-2A99-C3CA-E32399A8095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557013" y="2140390"/>
                      <a:ext cx="46488" cy="769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r>
                        <a:rPr lang="en-US" altLang="zh-CN" sz="500" dirty="0">
                          <a:latin typeface="Times New Roman" panose="02020603050405020304" pitchFamily="18" charset="0"/>
                        </a:rPr>
                        <a:t>Y</a:t>
                      </a:r>
                      <a:endParaRPr lang="zh-CN" altLang="en-US" sz="500" dirty="0">
                        <a:latin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218" name="文本框 1217">
                      <a:extLst>
                        <a:ext uri="{FF2B5EF4-FFF2-40B4-BE49-F238E27FC236}">
                          <a16:creationId xmlns:a16="http://schemas.microsoft.com/office/drawing/2014/main" id="{10F85B88-212F-A913-B5FF-C67F83B527A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535516" y="1884159"/>
                      <a:ext cx="38472" cy="769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r>
                        <a:rPr lang="en-US" altLang="zh-CN" sz="500" dirty="0">
                          <a:latin typeface="Times New Roman" panose="02020603050405020304" pitchFamily="18" charset="0"/>
                        </a:rPr>
                        <a:t>L</a:t>
                      </a:r>
                      <a:endParaRPr lang="zh-CN" altLang="en-US" sz="500" dirty="0">
                        <a:latin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219" name="弧形 1218">
                      <a:extLst>
                        <a:ext uri="{FF2B5EF4-FFF2-40B4-BE49-F238E27FC236}">
                          <a16:creationId xmlns:a16="http://schemas.microsoft.com/office/drawing/2014/main" id="{1AA20384-F47C-5C54-6F85-E8616E7417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65420" y="2021979"/>
                      <a:ext cx="81087" cy="49129"/>
                    </a:xfrm>
                    <a:prstGeom prst="arc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20" name="文本框 1219">
                      <a:extLst>
                        <a:ext uri="{FF2B5EF4-FFF2-40B4-BE49-F238E27FC236}">
                          <a16:creationId xmlns:a16="http://schemas.microsoft.com/office/drawing/2014/main" id="{A5F40A22-4C44-E9B4-F69C-A7F3409BC8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05963" y="1962079"/>
                      <a:ext cx="100990" cy="4616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r>
                        <a:rPr lang="en-US" altLang="zh-CN" sz="300" dirty="0">
                          <a:latin typeface="Times New Roman" panose="02020603050405020304" pitchFamily="18" charset="0"/>
                        </a:rPr>
                        <a:t>54.74°</a:t>
                      </a:r>
                      <a:endParaRPr lang="zh-CN" altLang="en-US" sz="300" dirty="0">
                        <a:latin typeface="Times New Roman" panose="02020603050405020304" pitchFamily="18" charset="0"/>
                      </a:endParaRPr>
                    </a:p>
                  </p:txBody>
                </p:sp>
              </p:grpSp>
              <p:grpSp>
                <p:nvGrpSpPr>
                  <p:cNvPr id="754" name="组合 753">
                    <a:extLst>
                      <a:ext uri="{FF2B5EF4-FFF2-40B4-BE49-F238E27FC236}">
                        <a16:creationId xmlns:a16="http://schemas.microsoft.com/office/drawing/2014/main" id="{4B6042D4-6604-7D02-7010-F007CED7DF89}"/>
                      </a:ext>
                    </a:extLst>
                  </p:cNvPr>
                  <p:cNvGrpSpPr/>
                  <p:nvPr/>
                </p:nvGrpSpPr>
                <p:grpSpPr>
                  <a:xfrm>
                    <a:off x="4966378" y="413463"/>
                    <a:ext cx="987541" cy="227260"/>
                    <a:chOff x="975600" y="2080173"/>
                    <a:chExt cx="1050640" cy="680654"/>
                  </a:xfrm>
                </p:grpSpPr>
                <p:sp>
                  <p:nvSpPr>
                    <p:cNvPr id="1195" name="矩形 1194">
                      <a:extLst>
                        <a:ext uri="{FF2B5EF4-FFF2-40B4-BE49-F238E27FC236}">
                          <a16:creationId xmlns:a16="http://schemas.microsoft.com/office/drawing/2014/main" id="{DB69A563-0BB0-6931-9999-8748038FC3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4240" y="2112828"/>
                      <a:ext cx="972000" cy="64799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转速调节器</a:t>
                      </a:r>
                    </a:p>
                  </p:txBody>
                </p:sp>
                <p:sp>
                  <p:nvSpPr>
                    <p:cNvPr id="1196" name="矩形 1195">
                      <a:extLst>
                        <a:ext uri="{FF2B5EF4-FFF2-40B4-BE49-F238E27FC236}">
                          <a16:creationId xmlns:a16="http://schemas.microsoft.com/office/drawing/2014/main" id="{7243D6C1-323B-6D7F-72D4-3853293628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97" name="矩形 1196">
                      <a:extLst>
                        <a:ext uri="{FF2B5EF4-FFF2-40B4-BE49-F238E27FC236}">
                          <a16:creationId xmlns:a16="http://schemas.microsoft.com/office/drawing/2014/main" id="{56C2230A-BFB8-39C4-1EFA-FA0CB03869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98" name="矩形 1197">
                      <a:extLst>
                        <a:ext uri="{FF2B5EF4-FFF2-40B4-BE49-F238E27FC236}">
                          <a16:creationId xmlns:a16="http://schemas.microsoft.com/office/drawing/2014/main" id="{DA26D66E-17CF-8A4F-E3E2-479FC10283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99" name="矩形 1198">
                      <a:extLst>
                        <a:ext uri="{FF2B5EF4-FFF2-40B4-BE49-F238E27FC236}">
                          <a16:creationId xmlns:a16="http://schemas.microsoft.com/office/drawing/2014/main" id="{48AE9EC4-0E72-578B-6CC8-8C80E32942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00" name="矩形 1199">
                      <a:extLst>
                        <a:ext uri="{FF2B5EF4-FFF2-40B4-BE49-F238E27FC236}">
                          <a16:creationId xmlns:a16="http://schemas.microsoft.com/office/drawing/2014/main" id="{6979086C-0A0E-2BF5-56BA-A02B0D91EC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01" name="矩形 1200">
                      <a:extLst>
                        <a:ext uri="{FF2B5EF4-FFF2-40B4-BE49-F238E27FC236}">
                          <a16:creationId xmlns:a16="http://schemas.microsoft.com/office/drawing/2014/main" id="{69E1A24B-98B7-05A3-0F1E-7C7EB1E4D9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02" name="矩形 1201">
                      <a:extLst>
                        <a:ext uri="{FF2B5EF4-FFF2-40B4-BE49-F238E27FC236}">
                          <a16:creationId xmlns:a16="http://schemas.microsoft.com/office/drawing/2014/main" id="{C84A36FD-ADC4-4C61-8821-36B137873B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03" name="矩形 1202">
                      <a:extLst>
                        <a:ext uri="{FF2B5EF4-FFF2-40B4-BE49-F238E27FC236}">
                          <a16:creationId xmlns:a16="http://schemas.microsoft.com/office/drawing/2014/main" id="{B151AFCE-65E1-8970-EBD8-91D313E2D1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04" name="矩形 1203">
                      <a:extLst>
                        <a:ext uri="{FF2B5EF4-FFF2-40B4-BE49-F238E27FC236}">
                          <a16:creationId xmlns:a16="http://schemas.microsoft.com/office/drawing/2014/main" id="{333BE6FA-9263-CAA1-105E-31FF95E136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205" name="直接箭头连接符 1204">
                      <a:extLst>
                        <a:ext uri="{FF2B5EF4-FFF2-40B4-BE49-F238E27FC236}">
                          <a16:creationId xmlns:a16="http://schemas.microsoft.com/office/drawing/2014/main" id="{DF98659F-B107-234C-E3A6-BFA3F7E97C34}"/>
                        </a:ext>
                      </a:extLst>
                    </p:cNvPr>
                    <p:cNvCxnSpPr>
                      <a:cxnSpLocks/>
                      <a:endCxn id="1202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755" name="流程图: 接点 754">
                    <a:extLst>
                      <a:ext uri="{FF2B5EF4-FFF2-40B4-BE49-F238E27FC236}">
                        <a16:creationId xmlns:a16="http://schemas.microsoft.com/office/drawing/2014/main" id="{649C6FAF-D749-E7B6-D3D8-579838D279EE}"/>
                      </a:ext>
                    </a:extLst>
                  </p:cNvPr>
                  <p:cNvSpPr/>
                  <p:nvPr/>
                </p:nvSpPr>
                <p:spPr>
                  <a:xfrm>
                    <a:off x="4767490" y="480342"/>
                    <a:ext cx="108000" cy="108000"/>
                  </a:xfrm>
                  <a:prstGeom prst="flowChartConnector">
                    <a:avLst/>
                  </a:prstGeom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grpSp>
                <p:nvGrpSpPr>
                  <p:cNvPr id="756" name="组合 755">
                    <a:extLst>
                      <a:ext uri="{FF2B5EF4-FFF2-40B4-BE49-F238E27FC236}">
                        <a16:creationId xmlns:a16="http://schemas.microsoft.com/office/drawing/2014/main" id="{8E21C0A4-B24A-42C0-5560-D302C96CCD24}"/>
                      </a:ext>
                    </a:extLst>
                  </p:cNvPr>
                  <p:cNvGrpSpPr/>
                  <p:nvPr/>
                </p:nvGrpSpPr>
                <p:grpSpPr>
                  <a:xfrm>
                    <a:off x="6045878" y="424366"/>
                    <a:ext cx="1012800" cy="219952"/>
                    <a:chOff x="975600" y="2080173"/>
                    <a:chExt cx="1077513" cy="658766"/>
                  </a:xfrm>
                </p:grpSpPr>
                <p:sp>
                  <p:nvSpPr>
                    <p:cNvPr id="1184" name="矩形 1183">
                      <a:extLst>
                        <a:ext uri="{FF2B5EF4-FFF2-40B4-BE49-F238E27FC236}">
                          <a16:creationId xmlns:a16="http://schemas.microsoft.com/office/drawing/2014/main" id="{8FEA60EB-6C68-1EB6-6123-6CD4DF1973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81113" y="2080173"/>
                      <a:ext cx="972000" cy="64799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电流调节器</a:t>
                      </a:r>
                    </a:p>
                  </p:txBody>
                </p:sp>
                <p:sp>
                  <p:nvSpPr>
                    <p:cNvPr id="1185" name="矩形 1184">
                      <a:extLst>
                        <a:ext uri="{FF2B5EF4-FFF2-40B4-BE49-F238E27FC236}">
                          <a16:creationId xmlns:a16="http://schemas.microsoft.com/office/drawing/2014/main" id="{9BCFEA99-B9EF-66FE-C219-BEE827A24D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86" name="矩形 1185">
                      <a:extLst>
                        <a:ext uri="{FF2B5EF4-FFF2-40B4-BE49-F238E27FC236}">
                          <a16:creationId xmlns:a16="http://schemas.microsoft.com/office/drawing/2014/main" id="{A8E8CEC6-A0B2-090D-6E5E-8EB462A234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87" name="矩形 1186">
                      <a:extLst>
                        <a:ext uri="{FF2B5EF4-FFF2-40B4-BE49-F238E27FC236}">
                          <a16:creationId xmlns:a16="http://schemas.microsoft.com/office/drawing/2014/main" id="{3A7EF0C6-1E54-5631-0C72-D288C1DBAA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88" name="矩形 1187">
                      <a:extLst>
                        <a:ext uri="{FF2B5EF4-FFF2-40B4-BE49-F238E27FC236}">
                          <a16:creationId xmlns:a16="http://schemas.microsoft.com/office/drawing/2014/main" id="{DA9F1FEF-2127-D4C9-14B0-5BCE98C6CA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89" name="矩形 1188">
                      <a:extLst>
                        <a:ext uri="{FF2B5EF4-FFF2-40B4-BE49-F238E27FC236}">
                          <a16:creationId xmlns:a16="http://schemas.microsoft.com/office/drawing/2014/main" id="{5AFAA429-B0B4-8C99-8CF8-F029667772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90" name="矩形 1189">
                      <a:extLst>
                        <a:ext uri="{FF2B5EF4-FFF2-40B4-BE49-F238E27FC236}">
                          <a16:creationId xmlns:a16="http://schemas.microsoft.com/office/drawing/2014/main" id="{A1C43EE5-6400-8AFB-67D7-965F945DFC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91" name="矩形 1190">
                      <a:extLst>
                        <a:ext uri="{FF2B5EF4-FFF2-40B4-BE49-F238E27FC236}">
                          <a16:creationId xmlns:a16="http://schemas.microsoft.com/office/drawing/2014/main" id="{7BAF9629-4CCE-87C7-3749-82050449C8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92" name="矩形 1191">
                      <a:extLst>
                        <a:ext uri="{FF2B5EF4-FFF2-40B4-BE49-F238E27FC236}">
                          <a16:creationId xmlns:a16="http://schemas.microsoft.com/office/drawing/2014/main" id="{9E4135AE-F367-8A6D-1037-52938284E4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93" name="矩形 1192">
                      <a:extLst>
                        <a:ext uri="{FF2B5EF4-FFF2-40B4-BE49-F238E27FC236}">
                          <a16:creationId xmlns:a16="http://schemas.microsoft.com/office/drawing/2014/main" id="{E257593F-B1AF-024B-9292-C760B959DC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194" name="直接箭头连接符 1193">
                      <a:extLst>
                        <a:ext uri="{FF2B5EF4-FFF2-40B4-BE49-F238E27FC236}">
                          <a16:creationId xmlns:a16="http://schemas.microsoft.com/office/drawing/2014/main" id="{53EA76A1-1A60-15C5-E226-5A5CF3F37F52}"/>
                        </a:ext>
                      </a:extLst>
                    </p:cNvPr>
                    <p:cNvCxnSpPr>
                      <a:cxnSpLocks/>
                      <a:endCxn id="1191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57" name="组合 756">
                    <a:extLst>
                      <a:ext uri="{FF2B5EF4-FFF2-40B4-BE49-F238E27FC236}">
                        <a16:creationId xmlns:a16="http://schemas.microsoft.com/office/drawing/2014/main" id="{7C8E32C0-3FF0-AC79-E92C-3B4FEFF0CE73}"/>
                      </a:ext>
                    </a:extLst>
                  </p:cNvPr>
                  <p:cNvGrpSpPr/>
                  <p:nvPr/>
                </p:nvGrpSpPr>
                <p:grpSpPr>
                  <a:xfrm>
                    <a:off x="7144428" y="424366"/>
                    <a:ext cx="1063460" cy="219952"/>
                    <a:chOff x="975600" y="2080173"/>
                    <a:chExt cx="1131410" cy="658766"/>
                  </a:xfrm>
                </p:grpSpPr>
                <p:sp>
                  <p:nvSpPr>
                    <p:cNvPr id="1173" name="矩形 1172">
                      <a:extLst>
                        <a:ext uri="{FF2B5EF4-FFF2-40B4-BE49-F238E27FC236}">
                          <a16:creationId xmlns:a16="http://schemas.microsoft.com/office/drawing/2014/main" id="{D55D69E2-971E-C623-0DFF-6FAE7C289D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35010" y="2089730"/>
                      <a:ext cx="972000" cy="647999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功率放大器</a:t>
                      </a:r>
                    </a:p>
                  </p:txBody>
                </p:sp>
                <p:sp>
                  <p:nvSpPr>
                    <p:cNvPr id="1174" name="矩形 1173">
                      <a:extLst>
                        <a:ext uri="{FF2B5EF4-FFF2-40B4-BE49-F238E27FC236}">
                          <a16:creationId xmlns:a16="http://schemas.microsoft.com/office/drawing/2014/main" id="{63CF9F38-C9EC-3E58-5474-9D7996C4EE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75" name="矩形 1174">
                      <a:extLst>
                        <a:ext uri="{FF2B5EF4-FFF2-40B4-BE49-F238E27FC236}">
                          <a16:creationId xmlns:a16="http://schemas.microsoft.com/office/drawing/2014/main" id="{5CAAC298-F6EF-7190-7562-894A668F59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76" name="矩形 1175">
                      <a:extLst>
                        <a:ext uri="{FF2B5EF4-FFF2-40B4-BE49-F238E27FC236}">
                          <a16:creationId xmlns:a16="http://schemas.microsoft.com/office/drawing/2014/main" id="{8781786A-509C-2956-B888-AAF3DA7050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77" name="矩形 1176">
                      <a:extLst>
                        <a:ext uri="{FF2B5EF4-FFF2-40B4-BE49-F238E27FC236}">
                          <a16:creationId xmlns:a16="http://schemas.microsoft.com/office/drawing/2014/main" id="{352EC8D9-0E9D-9B67-0649-8D051E6A59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78" name="矩形 1177">
                      <a:extLst>
                        <a:ext uri="{FF2B5EF4-FFF2-40B4-BE49-F238E27FC236}">
                          <a16:creationId xmlns:a16="http://schemas.microsoft.com/office/drawing/2014/main" id="{6E88F21A-D976-F5C5-CA71-65E1172B15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79" name="矩形 1178">
                      <a:extLst>
                        <a:ext uri="{FF2B5EF4-FFF2-40B4-BE49-F238E27FC236}">
                          <a16:creationId xmlns:a16="http://schemas.microsoft.com/office/drawing/2014/main" id="{B714EA1D-AE56-B015-7F90-4CAED68BD6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80" name="矩形 1179">
                      <a:extLst>
                        <a:ext uri="{FF2B5EF4-FFF2-40B4-BE49-F238E27FC236}">
                          <a16:creationId xmlns:a16="http://schemas.microsoft.com/office/drawing/2014/main" id="{439BCBCA-6B1E-CBA1-5E7D-024DE79E10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81" name="矩形 1180">
                      <a:extLst>
                        <a:ext uri="{FF2B5EF4-FFF2-40B4-BE49-F238E27FC236}">
                          <a16:creationId xmlns:a16="http://schemas.microsoft.com/office/drawing/2014/main" id="{6EBF5120-BD66-041D-61C4-B81B154A55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82" name="矩形 1181">
                      <a:extLst>
                        <a:ext uri="{FF2B5EF4-FFF2-40B4-BE49-F238E27FC236}">
                          <a16:creationId xmlns:a16="http://schemas.microsoft.com/office/drawing/2014/main" id="{2B0652A7-2149-A258-6E3E-300AB1B01C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183" name="直接箭头连接符 1182">
                      <a:extLst>
                        <a:ext uri="{FF2B5EF4-FFF2-40B4-BE49-F238E27FC236}">
                          <a16:creationId xmlns:a16="http://schemas.microsoft.com/office/drawing/2014/main" id="{929A99B8-240C-9BD5-D50A-7A3C36B906CC}"/>
                        </a:ext>
                      </a:extLst>
                    </p:cNvPr>
                    <p:cNvCxnSpPr>
                      <a:cxnSpLocks/>
                      <a:endCxn id="1180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58" name="组合 757">
                    <a:extLst>
                      <a:ext uri="{FF2B5EF4-FFF2-40B4-BE49-F238E27FC236}">
                        <a16:creationId xmlns:a16="http://schemas.microsoft.com/office/drawing/2014/main" id="{19985241-86D2-4713-FEF5-5CC132D999A6}"/>
                      </a:ext>
                    </a:extLst>
                  </p:cNvPr>
                  <p:cNvGrpSpPr/>
                  <p:nvPr/>
                </p:nvGrpSpPr>
                <p:grpSpPr>
                  <a:xfrm>
                    <a:off x="8346794" y="386167"/>
                    <a:ext cx="604238" cy="283959"/>
                    <a:chOff x="975600" y="2080173"/>
                    <a:chExt cx="1168474" cy="674588"/>
                  </a:xfrm>
                </p:grpSpPr>
                <p:sp>
                  <p:nvSpPr>
                    <p:cNvPr id="1162" name="矩形 1161">
                      <a:extLst>
                        <a:ext uri="{FF2B5EF4-FFF2-40B4-BE49-F238E27FC236}">
                          <a16:creationId xmlns:a16="http://schemas.microsoft.com/office/drawing/2014/main" id="{34023031-96F6-DCDC-725F-B0A1250D6F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72074" y="2106761"/>
                      <a:ext cx="972000" cy="648000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飞轮</a:t>
                      </a:r>
                    </a:p>
                  </p:txBody>
                </p:sp>
                <p:sp>
                  <p:nvSpPr>
                    <p:cNvPr id="1163" name="矩形 1162">
                      <a:extLst>
                        <a:ext uri="{FF2B5EF4-FFF2-40B4-BE49-F238E27FC236}">
                          <a16:creationId xmlns:a16="http://schemas.microsoft.com/office/drawing/2014/main" id="{22C006C1-F281-504F-AB85-A2F8C9DE81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64" name="矩形 1163">
                      <a:extLst>
                        <a:ext uri="{FF2B5EF4-FFF2-40B4-BE49-F238E27FC236}">
                          <a16:creationId xmlns:a16="http://schemas.microsoft.com/office/drawing/2014/main" id="{84F1625F-73D0-C368-8F5B-240BF57AB0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65" name="矩形 1164">
                      <a:extLst>
                        <a:ext uri="{FF2B5EF4-FFF2-40B4-BE49-F238E27FC236}">
                          <a16:creationId xmlns:a16="http://schemas.microsoft.com/office/drawing/2014/main" id="{1FD463FC-5808-338E-428C-CAB801CCC8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66" name="矩形 1165">
                      <a:extLst>
                        <a:ext uri="{FF2B5EF4-FFF2-40B4-BE49-F238E27FC236}">
                          <a16:creationId xmlns:a16="http://schemas.microsoft.com/office/drawing/2014/main" id="{6F90F6C6-FC03-B612-3E16-ABD9F6FB1E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67" name="矩形 1166">
                      <a:extLst>
                        <a:ext uri="{FF2B5EF4-FFF2-40B4-BE49-F238E27FC236}">
                          <a16:creationId xmlns:a16="http://schemas.microsoft.com/office/drawing/2014/main" id="{1A2D3E12-14D7-B12A-0390-D7F24BC48F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68" name="矩形 1167">
                      <a:extLst>
                        <a:ext uri="{FF2B5EF4-FFF2-40B4-BE49-F238E27FC236}">
                          <a16:creationId xmlns:a16="http://schemas.microsoft.com/office/drawing/2014/main" id="{C5C75553-16FA-8E2B-DBAD-7B3E8E59A9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69" name="矩形 1168">
                      <a:extLst>
                        <a:ext uri="{FF2B5EF4-FFF2-40B4-BE49-F238E27FC236}">
                          <a16:creationId xmlns:a16="http://schemas.microsoft.com/office/drawing/2014/main" id="{B52939D0-A32A-637A-B9FB-CF596E0877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70" name="矩形 1169">
                      <a:extLst>
                        <a:ext uri="{FF2B5EF4-FFF2-40B4-BE49-F238E27FC236}">
                          <a16:creationId xmlns:a16="http://schemas.microsoft.com/office/drawing/2014/main" id="{A8973754-DB7D-1B40-167E-B148A412BA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71" name="矩形 1170">
                      <a:extLst>
                        <a:ext uri="{FF2B5EF4-FFF2-40B4-BE49-F238E27FC236}">
                          <a16:creationId xmlns:a16="http://schemas.microsoft.com/office/drawing/2014/main" id="{A0BAD45D-5273-D55A-E6F6-C1CC195ED6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172" name="直接箭头连接符 1171">
                      <a:extLst>
                        <a:ext uri="{FF2B5EF4-FFF2-40B4-BE49-F238E27FC236}">
                          <a16:creationId xmlns:a16="http://schemas.microsoft.com/office/drawing/2014/main" id="{F99FDAD1-54A5-F0C9-F44C-61648E90D73B}"/>
                        </a:ext>
                      </a:extLst>
                    </p:cNvPr>
                    <p:cNvCxnSpPr>
                      <a:cxnSpLocks/>
                      <a:endCxn id="1169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59" name="组合 758">
                    <a:extLst>
                      <a:ext uri="{FF2B5EF4-FFF2-40B4-BE49-F238E27FC236}">
                        <a16:creationId xmlns:a16="http://schemas.microsoft.com/office/drawing/2014/main" id="{00165B29-AC88-E0C0-3839-0D89698EBD65}"/>
                      </a:ext>
                    </a:extLst>
                  </p:cNvPr>
                  <p:cNvGrpSpPr/>
                  <p:nvPr/>
                </p:nvGrpSpPr>
                <p:grpSpPr>
                  <a:xfrm>
                    <a:off x="9537298" y="300461"/>
                    <a:ext cx="603013" cy="557610"/>
                    <a:chOff x="975600" y="2080173"/>
                    <a:chExt cx="972000" cy="658766"/>
                  </a:xfrm>
                </p:grpSpPr>
                <p:sp>
                  <p:nvSpPr>
                    <p:cNvPr id="1153" name="矩形 1152">
                      <a:extLst>
                        <a:ext uri="{FF2B5EF4-FFF2-40B4-BE49-F238E27FC236}">
                          <a16:creationId xmlns:a16="http://schemas.microsoft.com/office/drawing/2014/main" id="{AC6C95F3-9888-CCE9-BC3A-5CDD4AAC9F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54" name="矩形 1153">
                      <a:extLst>
                        <a:ext uri="{FF2B5EF4-FFF2-40B4-BE49-F238E27FC236}">
                          <a16:creationId xmlns:a16="http://schemas.microsoft.com/office/drawing/2014/main" id="{6684E736-531B-5B2C-9EBA-56EFC2934A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55" name="矩形 1154">
                      <a:extLst>
                        <a:ext uri="{FF2B5EF4-FFF2-40B4-BE49-F238E27FC236}">
                          <a16:creationId xmlns:a16="http://schemas.microsoft.com/office/drawing/2014/main" id="{227BB407-26D4-3C26-97A3-8F9FA5C002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56" name="矩形 1155">
                      <a:extLst>
                        <a:ext uri="{FF2B5EF4-FFF2-40B4-BE49-F238E27FC236}">
                          <a16:creationId xmlns:a16="http://schemas.microsoft.com/office/drawing/2014/main" id="{8285FC4C-EA51-4ACD-86EC-91A851CD81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57" name="矩形 1156">
                      <a:extLst>
                        <a:ext uri="{FF2B5EF4-FFF2-40B4-BE49-F238E27FC236}">
                          <a16:creationId xmlns:a16="http://schemas.microsoft.com/office/drawing/2014/main" id="{C676C0F5-DFFF-D2EF-7C34-B9975BDDBC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58" name="矩形 1157">
                      <a:extLst>
                        <a:ext uri="{FF2B5EF4-FFF2-40B4-BE49-F238E27FC236}">
                          <a16:creationId xmlns:a16="http://schemas.microsoft.com/office/drawing/2014/main" id="{C405C2C1-501B-45BE-D4BB-C7517E207F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59" name="矩形 1158">
                      <a:extLst>
                        <a:ext uri="{FF2B5EF4-FFF2-40B4-BE49-F238E27FC236}">
                          <a16:creationId xmlns:a16="http://schemas.microsoft.com/office/drawing/2014/main" id="{8D3AE5BA-33D5-9E2D-7A1E-2CC3068396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60" name="矩形 1159">
                      <a:extLst>
                        <a:ext uri="{FF2B5EF4-FFF2-40B4-BE49-F238E27FC236}">
                          <a16:creationId xmlns:a16="http://schemas.microsoft.com/office/drawing/2014/main" id="{89972798-5DDE-3F9B-6859-A883DB5494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61" name="矩形 1160">
                      <a:extLst>
                        <a:ext uri="{FF2B5EF4-FFF2-40B4-BE49-F238E27FC236}">
                          <a16:creationId xmlns:a16="http://schemas.microsoft.com/office/drawing/2014/main" id="{A37B1658-4454-0627-9B78-BE1E10F678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760" name="组合 759">
                    <a:extLst>
                      <a:ext uri="{FF2B5EF4-FFF2-40B4-BE49-F238E27FC236}">
                        <a16:creationId xmlns:a16="http://schemas.microsoft.com/office/drawing/2014/main" id="{CE87049D-5D9B-BA76-D569-8F7DB9F4DEAC}"/>
                      </a:ext>
                    </a:extLst>
                  </p:cNvPr>
                  <p:cNvGrpSpPr/>
                  <p:nvPr/>
                </p:nvGrpSpPr>
                <p:grpSpPr>
                  <a:xfrm>
                    <a:off x="10860974" y="97797"/>
                    <a:ext cx="1159873" cy="1305447"/>
                    <a:chOff x="9832157" y="0"/>
                    <a:chExt cx="1159873" cy="1305447"/>
                  </a:xfrm>
                </p:grpSpPr>
                <p:grpSp>
                  <p:nvGrpSpPr>
                    <p:cNvPr id="1093" name="组合 1092">
                      <a:extLst>
                        <a:ext uri="{FF2B5EF4-FFF2-40B4-BE49-F238E27FC236}">
                          <a16:creationId xmlns:a16="http://schemas.microsoft.com/office/drawing/2014/main" id="{1561AE7D-3FB2-C0BA-326C-D67A3C20F56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993131" y="0"/>
                      <a:ext cx="915907" cy="370878"/>
                      <a:chOff x="973171" y="1628143"/>
                      <a:chExt cx="974429" cy="1110796"/>
                    </a:xfrm>
                  </p:grpSpPr>
                  <p:sp>
                    <p:nvSpPr>
                      <p:cNvPr id="1142" name="矩形 1141">
                        <a:extLst>
                          <a:ext uri="{FF2B5EF4-FFF2-40B4-BE49-F238E27FC236}">
                            <a16:creationId xmlns:a16="http://schemas.microsoft.com/office/drawing/2014/main" id="{4B48D77A-593A-3493-5676-81218C3958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3171" y="1628143"/>
                        <a:ext cx="972000" cy="64799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zh-CN" altLang="en-US" sz="1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轨道动力学</a:t>
                        </a:r>
                      </a:p>
                    </p:txBody>
                  </p:sp>
                  <p:sp>
                    <p:nvSpPr>
                      <p:cNvPr id="1143" name="矩形 1142">
                        <a:extLst>
                          <a:ext uri="{FF2B5EF4-FFF2-40B4-BE49-F238E27FC236}">
                            <a16:creationId xmlns:a16="http://schemas.microsoft.com/office/drawing/2014/main" id="{E7355D32-33E8-EF54-C610-A7907D1551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44" name="矩形 1143">
                        <a:extLst>
                          <a:ext uri="{FF2B5EF4-FFF2-40B4-BE49-F238E27FC236}">
                            <a16:creationId xmlns:a16="http://schemas.microsoft.com/office/drawing/2014/main" id="{A18DF70D-AB77-D381-C843-4D155F5FE1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45" name="矩形 1144">
                        <a:extLst>
                          <a:ext uri="{FF2B5EF4-FFF2-40B4-BE49-F238E27FC236}">
                            <a16:creationId xmlns:a16="http://schemas.microsoft.com/office/drawing/2014/main" id="{13ED47E6-9EFA-6274-F78B-D3B18C2201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46" name="矩形 1145">
                        <a:extLst>
                          <a:ext uri="{FF2B5EF4-FFF2-40B4-BE49-F238E27FC236}">
                            <a16:creationId xmlns:a16="http://schemas.microsoft.com/office/drawing/2014/main" id="{69A60376-3B6B-7A42-C405-AD24C539A9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47" name="矩形 1146">
                        <a:extLst>
                          <a:ext uri="{FF2B5EF4-FFF2-40B4-BE49-F238E27FC236}">
                            <a16:creationId xmlns:a16="http://schemas.microsoft.com/office/drawing/2014/main" id="{DA926FDB-7811-7301-9C88-F09E1469544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48" name="矩形 1147">
                        <a:extLst>
                          <a:ext uri="{FF2B5EF4-FFF2-40B4-BE49-F238E27FC236}">
                            <a16:creationId xmlns:a16="http://schemas.microsoft.com/office/drawing/2014/main" id="{C73B82C1-8A1F-30B5-737F-23175468D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49" name="矩形 1148">
                        <a:extLst>
                          <a:ext uri="{FF2B5EF4-FFF2-40B4-BE49-F238E27FC236}">
                            <a16:creationId xmlns:a16="http://schemas.microsoft.com/office/drawing/2014/main" id="{12D9DAC0-2671-A0B0-B9CB-9449DBE17B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50" name="矩形 1149">
                        <a:extLst>
                          <a:ext uri="{FF2B5EF4-FFF2-40B4-BE49-F238E27FC236}">
                            <a16:creationId xmlns:a16="http://schemas.microsoft.com/office/drawing/2014/main" id="{4D1882C3-35BD-278D-B259-61EF666386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51" name="矩形 1150">
                        <a:extLst>
                          <a:ext uri="{FF2B5EF4-FFF2-40B4-BE49-F238E27FC236}">
                            <a16:creationId xmlns:a16="http://schemas.microsoft.com/office/drawing/2014/main" id="{A85091E2-5BFB-FC08-B6BD-FC7F57A8A98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1152" name="直接箭头连接符 1151">
                        <a:extLst>
                          <a:ext uri="{FF2B5EF4-FFF2-40B4-BE49-F238E27FC236}">
                            <a16:creationId xmlns:a16="http://schemas.microsoft.com/office/drawing/2014/main" id="{08C37B4E-A49F-F7B3-37C2-38C44C6A8445}"/>
                          </a:ext>
                        </a:extLst>
                      </p:cNvPr>
                      <p:cNvCxnSpPr>
                        <a:cxnSpLocks/>
                        <a:endCxn id="1149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094" name="组合 1093">
                      <a:extLst>
                        <a:ext uri="{FF2B5EF4-FFF2-40B4-BE49-F238E27FC236}">
                          <a16:creationId xmlns:a16="http://schemas.microsoft.com/office/drawing/2014/main" id="{E430830D-0FD3-4B8C-D732-5ED9911D732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832157" y="1"/>
                      <a:ext cx="1159873" cy="1300896"/>
                      <a:chOff x="973171" y="2080173"/>
                      <a:chExt cx="974429" cy="658766"/>
                    </a:xfrm>
                  </p:grpSpPr>
                  <p:sp>
                    <p:nvSpPr>
                      <p:cNvPr id="1131" name="矩形 1130">
                        <a:extLst>
                          <a:ext uri="{FF2B5EF4-FFF2-40B4-BE49-F238E27FC236}">
                            <a16:creationId xmlns:a16="http://schemas.microsoft.com/office/drawing/2014/main" id="{2670B71E-EC6C-2857-A014-1DC2D1708E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3171" y="2080173"/>
                        <a:ext cx="972000" cy="648000"/>
                      </a:xfrm>
                      <a:prstGeom prst="rect">
                        <a:avLst/>
                      </a:prstGeom>
                      <a:noFill/>
                      <a:ln w="19050">
                        <a:solidFill>
                          <a:schemeClr val="tx1"/>
                        </a:solidFill>
                        <a:prstDash val="dashDot"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  <p:sp>
                    <p:nvSpPr>
                      <p:cNvPr id="1132" name="矩形 1131">
                        <a:extLst>
                          <a:ext uri="{FF2B5EF4-FFF2-40B4-BE49-F238E27FC236}">
                            <a16:creationId xmlns:a16="http://schemas.microsoft.com/office/drawing/2014/main" id="{A24A6A11-DC03-62DB-3798-AD894986B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33" name="矩形 1132">
                        <a:extLst>
                          <a:ext uri="{FF2B5EF4-FFF2-40B4-BE49-F238E27FC236}">
                            <a16:creationId xmlns:a16="http://schemas.microsoft.com/office/drawing/2014/main" id="{69AAB36A-CBEF-1885-C220-14EE2F572D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34" name="矩形 1133">
                        <a:extLst>
                          <a:ext uri="{FF2B5EF4-FFF2-40B4-BE49-F238E27FC236}">
                            <a16:creationId xmlns:a16="http://schemas.microsoft.com/office/drawing/2014/main" id="{04CD536D-C865-9102-5714-D529F2FB063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35" name="矩形 1134">
                        <a:extLst>
                          <a:ext uri="{FF2B5EF4-FFF2-40B4-BE49-F238E27FC236}">
                            <a16:creationId xmlns:a16="http://schemas.microsoft.com/office/drawing/2014/main" id="{A0D35596-A047-6EEC-B806-5043730B85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36" name="矩形 1135">
                        <a:extLst>
                          <a:ext uri="{FF2B5EF4-FFF2-40B4-BE49-F238E27FC236}">
                            <a16:creationId xmlns:a16="http://schemas.microsoft.com/office/drawing/2014/main" id="{8E745583-9D48-CB0B-EC05-56581EC2B6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37" name="矩形 1136">
                        <a:extLst>
                          <a:ext uri="{FF2B5EF4-FFF2-40B4-BE49-F238E27FC236}">
                            <a16:creationId xmlns:a16="http://schemas.microsoft.com/office/drawing/2014/main" id="{FC9B5436-D69F-B691-1BA4-927557124A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38" name="矩形 1137">
                        <a:extLst>
                          <a:ext uri="{FF2B5EF4-FFF2-40B4-BE49-F238E27FC236}">
                            <a16:creationId xmlns:a16="http://schemas.microsoft.com/office/drawing/2014/main" id="{393D0CF4-B7F9-9656-3D8E-2C248BAF72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39" name="矩形 1138">
                        <a:extLst>
                          <a:ext uri="{FF2B5EF4-FFF2-40B4-BE49-F238E27FC236}">
                            <a16:creationId xmlns:a16="http://schemas.microsoft.com/office/drawing/2014/main" id="{0098B4FF-A0D4-D398-4A52-3F1FA80DBD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40" name="矩形 1139">
                        <a:extLst>
                          <a:ext uri="{FF2B5EF4-FFF2-40B4-BE49-F238E27FC236}">
                            <a16:creationId xmlns:a16="http://schemas.microsoft.com/office/drawing/2014/main" id="{DF2CE689-CB42-857D-D98B-EF6C42F4C0D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1141" name="直接箭头连接符 1140">
                        <a:extLst>
                          <a:ext uri="{FF2B5EF4-FFF2-40B4-BE49-F238E27FC236}">
                            <a16:creationId xmlns:a16="http://schemas.microsoft.com/office/drawing/2014/main" id="{9AF1CB9F-FCD4-506F-8FD4-226DF2EB28FB}"/>
                          </a:ext>
                        </a:extLst>
                      </p:cNvPr>
                      <p:cNvCxnSpPr>
                        <a:cxnSpLocks/>
                        <a:endCxn id="1138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095" name="组合 1094">
                      <a:extLst>
                        <a:ext uri="{FF2B5EF4-FFF2-40B4-BE49-F238E27FC236}">
                          <a16:creationId xmlns:a16="http://schemas.microsoft.com/office/drawing/2014/main" id="{CD2D5470-4C30-7E70-15FA-4B416B69E2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663913" y="211939"/>
                      <a:ext cx="239496" cy="1093508"/>
                      <a:chOff x="974386" y="2018025"/>
                      <a:chExt cx="973214" cy="720914"/>
                    </a:xfrm>
                  </p:grpSpPr>
                  <p:sp>
                    <p:nvSpPr>
                      <p:cNvPr id="1120" name="矩形 1119">
                        <a:extLst>
                          <a:ext uri="{FF2B5EF4-FFF2-40B4-BE49-F238E27FC236}">
                            <a16:creationId xmlns:a16="http://schemas.microsoft.com/office/drawing/2014/main" id="{57CFD548-5F59-BBB2-59B6-C9731F5A91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4386" y="2018025"/>
                        <a:ext cx="971999" cy="648000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zh-CN" altLang="en-US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太阳光压摄动</a:t>
                        </a:r>
                      </a:p>
                    </p:txBody>
                  </p:sp>
                  <p:sp>
                    <p:nvSpPr>
                      <p:cNvPr id="1121" name="矩形 1120">
                        <a:extLst>
                          <a:ext uri="{FF2B5EF4-FFF2-40B4-BE49-F238E27FC236}">
                            <a16:creationId xmlns:a16="http://schemas.microsoft.com/office/drawing/2014/main" id="{04E04147-4967-173E-8F1D-C12FB8CBE9B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22" name="矩形 1121">
                        <a:extLst>
                          <a:ext uri="{FF2B5EF4-FFF2-40B4-BE49-F238E27FC236}">
                            <a16:creationId xmlns:a16="http://schemas.microsoft.com/office/drawing/2014/main" id="{087CE97D-F3B9-1AAB-F3A1-FA34A12DB5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23" name="矩形 1122">
                        <a:extLst>
                          <a:ext uri="{FF2B5EF4-FFF2-40B4-BE49-F238E27FC236}">
                            <a16:creationId xmlns:a16="http://schemas.microsoft.com/office/drawing/2014/main" id="{434F8B57-639D-3D36-774F-349242CE8D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24" name="矩形 1123">
                        <a:extLst>
                          <a:ext uri="{FF2B5EF4-FFF2-40B4-BE49-F238E27FC236}">
                            <a16:creationId xmlns:a16="http://schemas.microsoft.com/office/drawing/2014/main" id="{FA657C36-D8CD-3D97-AEE1-475CBE9D9E0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25" name="矩形 1124">
                        <a:extLst>
                          <a:ext uri="{FF2B5EF4-FFF2-40B4-BE49-F238E27FC236}">
                            <a16:creationId xmlns:a16="http://schemas.microsoft.com/office/drawing/2014/main" id="{B9AAF97F-B965-B7D0-9A29-641E67501D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26" name="矩形 1125">
                        <a:extLst>
                          <a:ext uri="{FF2B5EF4-FFF2-40B4-BE49-F238E27FC236}">
                            <a16:creationId xmlns:a16="http://schemas.microsoft.com/office/drawing/2014/main" id="{38FD0FB0-B14F-C695-BFD2-152784C9E2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27" name="矩形 1126">
                        <a:extLst>
                          <a:ext uri="{FF2B5EF4-FFF2-40B4-BE49-F238E27FC236}">
                            <a16:creationId xmlns:a16="http://schemas.microsoft.com/office/drawing/2014/main" id="{DF8E66C1-2D7C-59AD-F2AF-3EEC9DAD8B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28" name="矩形 1127">
                        <a:extLst>
                          <a:ext uri="{FF2B5EF4-FFF2-40B4-BE49-F238E27FC236}">
                            <a16:creationId xmlns:a16="http://schemas.microsoft.com/office/drawing/2014/main" id="{8DEFD512-710F-B593-D8D5-6B099F1160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29" name="矩形 1128">
                        <a:extLst>
                          <a:ext uri="{FF2B5EF4-FFF2-40B4-BE49-F238E27FC236}">
                            <a16:creationId xmlns:a16="http://schemas.microsoft.com/office/drawing/2014/main" id="{225E012A-CEC3-087A-8230-0D17203706D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1130" name="直接箭头连接符 1129">
                        <a:extLst>
                          <a:ext uri="{FF2B5EF4-FFF2-40B4-BE49-F238E27FC236}">
                            <a16:creationId xmlns:a16="http://schemas.microsoft.com/office/drawing/2014/main" id="{BF61F112-52B5-3769-F7D0-0642E76DD20D}"/>
                          </a:ext>
                        </a:extLst>
                      </p:cNvPr>
                      <p:cNvCxnSpPr>
                        <a:cxnSpLocks/>
                        <a:endCxn id="1127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096" name="组合 1095">
                      <a:extLst>
                        <a:ext uri="{FF2B5EF4-FFF2-40B4-BE49-F238E27FC236}">
                          <a16:creationId xmlns:a16="http://schemas.microsoft.com/office/drawing/2014/main" id="{8AD5C700-D77B-FF29-08FA-60D054DB18F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48805" y="230788"/>
                      <a:ext cx="261753" cy="962109"/>
                      <a:chOff x="936079" y="2071395"/>
                      <a:chExt cx="1011521" cy="757328"/>
                    </a:xfrm>
                  </p:grpSpPr>
                  <p:sp>
                    <p:nvSpPr>
                      <p:cNvPr id="1109" name="矩形 1108">
                        <a:extLst>
                          <a:ext uri="{FF2B5EF4-FFF2-40B4-BE49-F238E27FC236}">
                            <a16:creationId xmlns:a16="http://schemas.microsoft.com/office/drawing/2014/main" id="{AE3025F6-9A8E-D8F6-B991-8051E365DD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6079" y="2071395"/>
                        <a:ext cx="971999" cy="757328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zh-CN" altLang="en-US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大气阻力摄动</a:t>
                        </a:r>
                      </a:p>
                    </p:txBody>
                  </p:sp>
                  <p:sp>
                    <p:nvSpPr>
                      <p:cNvPr id="1110" name="矩形 1109">
                        <a:extLst>
                          <a:ext uri="{FF2B5EF4-FFF2-40B4-BE49-F238E27FC236}">
                            <a16:creationId xmlns:a16="http://schemas.microsoft.com/office/drawing/2014/main" id="{AEE48229-BEB6-B057-2674-A1122F7C42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11" name="矩形 1110">
                        <a:extLst>
                          <a:ext uri="{FF2B5EF4-FFF2-40B4-BE49-F238E27FC236}">
                            <a16:creationId xmlns:a16="http://schemas.microsoft.com/office/drawing/2014/main" id="{823D58F7-9F5A-048D-F3FD-F355571345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12" name="矩形 1111">
                        <a:extLst>
                          <a:ext uri="{FF2B5EF4-FFF2-40B4-BE49-F238E27FC236}">
                            <a16:creationId xmlns:a16="http://schemas.microsoft.com/office/drawing/2014/main" id="{A84E8163-9AD6-996F-29D7-87EF1A7298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13" name="矩形 1112">
                        <a:extLst>
                          <a:ext uri="{FF2B5EF4-FFF2-40B4-BE49-F238E27FC236}">
                            <a16:creationId xmlns:a16="http://schemas.microsoft.com/office/drawing/2014/main" id="{D782B897-984D-380B-B19B-3ED7CAC58F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14" name="矩形 1113">
                        <a:extLst>
                          <a:ext uri="{FF2B5EF4-FFF2-40B4-BE49-F238E27FC236}">
                            <a16:creationId xmlns:a16="http://schemas.microsoft.com/office/drawing/2014/main" id="{0FB2AC44-958F-29B1-80C0-DCDBE3A1CD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15" name="矩形 1114">
                        <a:extLst>
                          <a:ext uri="{FF2B5EF4-FFF2-40B4-BE49-F238E27FC236}">
                            <a16:creationId xmlns:a16="http://schemas.microsoft.com/office/drawing/2014/main" id="{43A6F28F-195A-84CF-0D89-00CC204BFE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16" name="矩形 1115">
                        <a:extLst>
                          <a:ext uri="{FF2B5EF4-FFF2-40B4-BE49-F238E27FC236}">
                            <a16:creationId xmlns:a16="http://schemas.microsoft.com/office/drawing/2014/main" id="{4248A5C6-07DD-097C-D9BD-0CFB8CDB81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17" name="矩形 1116">
                        <a:extLst>
                          <a:ext uri="{FF2B5EF4-FFF2-40B4-BE49-F238E27FC236}">
                            <a16:creationId xmlns:a16="http://schemas.microsoft.com/office/drawing/2014/main" id="{6AF02D3D-CD0F-B7AE-C129-D607D3F3E5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18" name="矩形 1117">
                        <a:extLst>
                          <a:ext uri="{FF2B5EF4-FFF2-40B4-BE49-F238E27FC236}">
                            <a16:creationId xmlns:a16="http://schemas.microsoft.com/office/drawing/2014/main" id="{1C79E098-3E19-4F54-5DA7-5FAE15C0EA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1119" name="直接箭头连接符 1118">
                        <a:extLst>
                          <a:ext uri="{FF2B5EF4-FFF2-40B4-BE49-F238E27FC236}">
                            <a16:creationId xmlns:a16="http://schemas.microsoft.com/office/drawing/2014/main" id="{D4291E7B-246B-1125-F21B-FFB85072E67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097" name="组合 1096">
                      <a:extLst>
                        <a:ext uri="{FF2B5EF4-FFF2-40B4-BE49-F238E27FC236}">
                          <a16:creationId xmlns:a16="http://schemas.microsoft.com/office/drawing/2014/main" id="{C0467F10-0957-4409-7204-F2E842789ED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020018" y="217839"/>
                      <a:ext cx="336111" cy="1003598"/>
                      <a:chOff x="950211" y="2068736"/>
                      <a:chExt cx="997389" cy="756933"/>
                    </a:xfrm>
                  </p:grpSpPr>
                  <p:sp>
                    <p:nvSpPr>
                      <p:cNvPr id="1098" name="矩形 1097">
                        <a:extLst>
                          <a:ext uri="{FF2B5EF4-FFF2-40B4-BE49-F238E27FC236}">
                            <a16:creationId xmlns:a16="http://schemas.microsoft.com/office/drawing/2014/main" id="{7C41D165-C98E-E5C1-CD7D-A14022257F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50211" y="2068736"/>
                        <a:ext cx="781591" cy="734842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zh-CN" altLang="en-US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非球形摄动</a:t>
                        </a:r>
                      </a:p>
                    </p:txBody>
                  </p:sp>
                  <p:sp>
                    <p:nvSpPr>
                      <p:cNvPr id="1099" name="矩形 1098">
                        <a:extLst>
                          <a:ext uri="{FF2B5EF4-FFF2-40B4-BE49-F238E27FC236}">
                            <a16:creationId xmlns:a16="http://schemas.microsoft.com/office/drawing/2014/main" id="{88611711-6659-A1EA-A659-AB70B7FC32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00" name="矩形 1099">
                        <a:extLst>
                          <a:ext uri="{FF2B5EF4-FFF2-40B4-BE49-F238E27FC236}">
                            <a16:creationId xmlns:a16="http://schemas.microsoft.com/office/drawing/2014/main" id="{F230A092-931F-46B5-50F5-CBE15952C2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01" name="矩形 1100">
                        <a:extLst>
                          <a:ext uri="{FF2B5EF4-FFF2-40B4-BE49-F238E27FC236}">
                            <a16:creationId xmlns:a16="http://schemas.microsoft.com/office/drawing/2014/main" id="{E297F7C5-2023-FB23-D445-8DB55808C4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02" name="矩形 1101">
                        <a:extLst>
                          <a:ext uri="{FF2B5EF4-FFF2-40B4-BE49-F238E27FC236}">
                            <a16:creationId xmlns:a16="http://schemas.microsoft.com/office/drawing/2014/main" id="{738ADB84-9823-2B6A-4902-BA4F4FAF62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03" name="矩形 1102">
                        <a:extLst>
                          <a:ext uri="{FF2B5EF4-FFF2-40B4-BE49-F238E27FC236}">
                            <a16:creationId xmlns:a16="http://schemas.microsoft.com/office/drawing/2014/main" id="{04DEE2EA-8EC0-B7C5-31D1-54649E57BD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04" name="矩形 1103">
                        <a:extLst>
                          <a:ext uri="{FF2B5EF4-FFF2-40B4-BE49-F238E27FC236}">
                            <a16:creationId xmlns:a16="http://schemas.microsoft.com/office/drawing/2014/main" id="{A576A2E1-1B55-139C-69CD-96A691DA5B3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05" name="矩形 1104">
                        <a:extLst>
                          <a:ext uri="{FF2B5EF4-FFF2-40B4-BE49-F238E27FC236}">
                            <a16:creationId xmlns:a16="http://schemas.microsoft.com/office/drawing/2014/main" id="{D01A38FD-C6C1-6FF9-E5E2-9048E78604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06" name="矩形 1105">
                        <a:extLst>
                          <a:ext uri="{FF2B5EF4-FFF2-40B4-BE49-F238E27FC236}">
                            <a16:creationId xmlns:a16="http://schemas.microsoft.com/office/drawing/2014/main" id="{8623EDDE-E7D7-527A-49C8-61CD5DBA87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107" name="矩形 1106">
                        <a:extLst>
                          <a:ext uri="{FF2B5EF4-FFF2-40B4-BE49-F238E27FC236}">
                            <a16:creationId xmlns:a16="http://schemas.microsoft.com/office/drawing/2014/main" id="{1702BFDF-0EE2-272C-791D-E231F8B6BD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1108" name="直接箭头连接符 1107">
                        <a:extLst>
                          <a:ext uri="{FF2B5EF4-FFF2-40B4-BE49-F238E27FC236}">
                            <a16:creationId xmlns:a16="http://schemas.microsoft.com/office/drawing/2014/main" id="{C82E5C2C-61D5-61EA-EC7F-011A88938A3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761" name="组合 760">
                    <a:extLst>
                      <a:ext uri="{FF2B5EF4-FFF2-40B4-BE49-F238E27FC236}">
                        <a16:creationId xmlns:a16="http://schemas.microsoft.com/office/drawing/2014/main" id="{CBE0238A-8585-9FF0-A404-576A92D890C4}"/>
                      </a:ext>
                    </a:extLst>
                  </p:cNvPr>
                  <p:cNvGrpSpPr/>
                  <p:nvPr/>
                </p:nvGrpSpPr>
                <p:grpSpPr>
                  <a:xfrm>
                    <a:off x="9086769" y="1313609"/>
                    <a:ext cx="1555030" cy="476509"/>
                    <a:chOff x="875671" y="2069734"/>
                    <a:chExt cx="1071929" cy="669205"/>
                  </a:xfrm>
                </p:grpSpPr>
                <p:sp>
                  <p:nvSpPr>
                    <p:cNvPr id="1082" name="矩形 1081">
                      <a:extLst>
                        <a:ext uri="{FF2B5EF4-FFF2-40B4-BE49-F238E27FC236}">
                          <a16:creationId xmlns:a16="http://schemas.microsoft.com/office/drawing/2014/main" id="{75697562-E851-F62B-3E99-A671EC4125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5671" y="2069734"/>
                      <a:ext cx="1041444" cy="648000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姿态运动学</a:t>
                      </a:r>
                      <a:r>
                        <a:rPr lang="en-US" altLang="zh-CN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/</a:t>
                      </a:r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动力学模型</a:t>
                      </a:r>
                    </a:p>
                  </p:txBody>
                </p:sp>
                <p:sp>
                  <p:nvSpPr>
                    <p:cNvPr id="1083" name="矩形 1082">
                      <a:extLst>
                        <a:ext uri="{FF2B5EF4-FFF2-40B4-BE49-F238E27FC236}">
                          <a16:creationId xmlns:a16="http://schemas.microsoft.com/office/drawing/2014/main" id="{B7422295-E135-11D7-4E71-954D6B2F13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84" name="矩形 1083">
                      <a:extLst>
                        <a:ext uri="{FF2B5EF4-FFF2-40B4-BE49-F238E27FC236}">
                          <a16:creationId xmlns:a16="http://schemas.microsoft.com/office/drawing/2014/main" id="{10FCEBF0-31D3-26AB-F9A3-77670F2BA8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85" name="矩形 1084">
                      <a:extLst>
                        <a:ext uri="{FF2B5EF4-FFF2-40B4-BE49-F238E27FC236}">
                          <a16:creationId xmlns:a16="http://schemas.microsoft.com/office/drawing/2014/main" id="{6A8EF577-CA85-941B-A31E-BA3B97E613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86" name="矩形 1085">
                      <a:extLst>
                        <a:ext uri="{FF2B5EF4-FFF2-40B4-BE49-F238E27FC236}">
                          <a16:creationId xmlns:a16="http://schemas.microsoft.com/office/drawing/2014/main" id="{EF3551A5-9A37-0865-63D6-0078446776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87" name="矩形 1086">
                      <a:extLst>
                        <a:ext uri="{FF2B5EF4-FFF2-40B4-BE49-F238E27FC236}">
                          <a16:creationId xmlns:a16="http://schemas.microsoft.com/office/drawing/2014/main" id="{F99A1D6C-A2BC-49B9-9252-C308C93BFE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88" name="矩形 1087">
                      <a:extLst>
                        <a:ext uri="{FF2B5EF4-FFF2-40B4-BE49-F238E27FC236}">
                          <a16:creationId xmlns:a16="http://schemas.microsoft.com/office/drawing/2014/main" id="{2CED3366-49AA-D07E-3CB9-2AED28438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89" name="矩形 1088">
                      <a:extLst>
                        <a:ext uri="{FF2B5EF4-FFF2-40B4-BE49-F238E27FC236}">
                          <a16:creationId xmlns:a16="http://schemas.microsoft.com/office/drawing/2014/main" id="{4268983E-1C47-F109-DA28-2A96459437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90" name="矩形 1089">
                      <a:extLst>
                        <a:ext uri="{FF2B5EF4-FFF2-40B4-BE49-F238E27FC236}">
                          <a16:creationId xmlns:a16="http://schemas.microsoft.com/office/drawing/2014/main" id="{E13531F4-35BE-7945-C051-DBB03B7AE0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91" name="矩形 1090">
                      <a:extLst>
                        <a:ext uri="{FF2B5EF4-FFF2-40B4-BE49-F238E27FC236}">
                          <a16:creationId xmlns:a16="http://schemas.microsoft.com/office/drawing/2014/main" id="{99B404BB-5AF7-3FE5-0DB7-AB0F44E1C0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092" name="直接箭头连接符 1091">
                      <a:extLst>
                        <a:ext uri="{FF2B5EF4-FFF2-40B4-BE49-F238E27FC236}">
                          <a16:creationId xmlns:a16="http://schemas.microsoft.com/office/drawing/2014/main" id="{91ABE453-BBA9-D918-FCEC-49BA93C8C5ED}"/>
                        </a:ext>
                      </a:extLst>
                    </p:cNvPr>
                    <p:cNvCxnSpPr>
                      <a:cxnSpLocks/>
                      <a:endCxn id="1089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62" name="组合 761">
                    <a:extLst>
                      <a:ext uri="{FF2B5EF4-FFF2-40B4-BE49-F238E27FC236}">
                        <a16:creationId xmlns:a16="http://schemas.microsoft.com/office/drawing/2014/main" id="{E5F163AB-4A1A-2840-A447-0DBD318FAFA8}"/>
                      </a:ext>
                    </a:extLst>
                  </p:cNvPr>
                  <p:cNvGrpSpPr/>
                  <p:nvPr/>
                </p:nvGrpSpPr>
                <p:grpSpPr>
                  <a:xfrm>
                    <a:off x="8345844" y="1076224"/>
                    <a:ext cx="517218" cy="603544"/>
                    <a:chOff x="975600" y="2080173"/>
                    <a:chExt cx="1000195" cy="1433811"/>
                  </a:xfrm>
                </p:grpSpPr>
                <p:sp>
                  <p:nvSpPr>
                    <p:cNvPr id="1071" name="矩形 1070">
                      <a:extLst>
                        <a:ext uri="{FF2B5EF4-FFF2-40B4-BE49-F238E27FC236}">
                          <a16:creationId xmlns:a16="http://schemas.microsoft.com/office/drawing/2014/main" id="{C7E62CAE-085B-5EB8-874C-41C3688599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03795" y="2865984"/>
                      <a:ext cx="972000" cy="648000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陀螺</a:t>
                      </a:r>
                    </a:p>
                  </p:txBody>
                </p:sp>
                <p:sp>
                  <p:nvSpPr>
                    <p:cNvPr id="1072" name="矩形 1071">
                      <a:extLst>
                        <a:ext uri="{FF2B5EF4-FFF2-40B4-BE49-F238E27FC236}">
                          <a16:creationId xmlns:a16="http://schemas.microsoft.com/office/drawing/2014/main" id="{83A6A940-D5EF-E54D-1A6B-15821BE139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73" name="矩形 1072">
                      <a:extLst>
                        <a:ext uri="{FF2B5EF4-FFF2-40B4-BE49-F238E27FC236}">
                          <a16:creationId xmlns:a16="http://schemas.microsoft.com/office/drawing/2014/main" id="{898119BF-482B-A80F-BBEA-C2A9B5139E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74" name="矩形 1073">
                      <a:extLst>
                        <a:ext uri="{FF2B5EF4-FFF2-40B4-BE49-F238E27FC236}">
                          <a16:creationId xmlns:a16="http://schemas.microsoft.com/office/drawing/2014/main" id="{13CADBF1-0651-08D4-0335-B0BA2342AB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75" name="矩形 1074">
                      <a:extLst>
                        <a:ext uri="{FF2B5EF4-FFF2-40B4-BE49-F238E27FC236}">
                          <a16:creationId xmlns:a16="http://schemas.microsoft.com/office/drawing/2014/main" id="{47A7F892-8024-ADB7-D5BF-DFB4E8836F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76" name="矩形 1075">
                      <a:extLst>
                        <a:ext uri="{FF2B5EF4-FFF2-40B4-BE49-F238E27FC236}">
                          <a16:creationId xmlns:a16="http://schemas.microsoft.com/office/drawing/2014/main" id="{8F3BD112-904E-8369-B01B-45DE4E9843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77" name="矩形 1076">
                      <a:extLst>
                        <a:ext uri="{FF2B5EF4-FFF2-40B4-BE49-F238E27FC236}">
                          <a16:creationId xmlns:a16="http://schemas.microsoft.com/office/drawing/2014/main" id="{8A8BBB7D-13E9-933C-A652-1CD216423A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78" name="矩形 1077">
                      <a:extLst>
                        <a:ext uri="{FF2B5EF4-FFF2-40B4-BE49-F238E27FC236}">
                          <a16:creationId xmlns:a16="http://schemas.microsoft.com/office/drawing/2014/main" id="{BDF74AF1-8160-671C-0160-E3F9FE4B13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79" name="矩形 1078">
                      <a:extLst>
                        <a:ext uri="{FF2B5EF4-FFF2-40B4-BE49-F238E27FC236}">
                          <a16:creationId xmlns:a16="http://schemas.microsoft.com/office/drawing/2014/main" id="{599E901D-20E0-548D-EE65-AC3A51FDCC5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80" name="矩形 1079">
                      <a:extLst>
                        <a:ext uri="{FF2B5EF4-FFF2-40B4-BE49-F238E27FC236}">
                          <a16:creationId xmlns:a16="http://schemas.microsoft.com/office/drawing/2014/main" id="{332EEEB1-32F5-A084-300C-7DB406DEB2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081" name="直接箭头连接符 1080">
                      <a:extLst>
                        <a:ext uri="{FF2B5EF4-FFF2-40B4-BE49-F238E27FC236}">
                          <a16:creationId xmlns:a16="http://schemas.microsoft.com/office/drawing/2014/main" id="{0D668CEB-12A2-CED2-3B12-57EAE968FEF5}"/>
                        </a:ext>
                      </a:extLst>
                    </p:cNvPr>
                    <p:cNvCxnSpPr>
                      <a:cxnSpLocks/>
                      <a:endCxn id="1078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63" name="组合 762">
                    <a:extLst>
                      <a:ext uri="{FF2B5EF4-FFF2-40B4-BE49-F238E27FC236}">
                        <a16:creationId xmlns:a16="http://schemas.microsoft.com/office/drawing/2014/main" id="{FF00C3AD-F6D8-14E6-5A9B-73C194323D2F}"/>
                      </a:ext>
                    </a:extLst>
                  </p:cNvPr>
                  <p:cNvGrpSpPr/>
                  <p:nvPr/>
                </p:nvGrpSpPr>
                <p:grpSpPr>
                  <a:xfrm>
                    <a:off x="8364793" y="1496355"/>
                    <a:ext cx="502639" cy="549704"/>
                    <a:chOff x="975598" y="2080173"/>
                    <a:chExt cx="972002" cy="1305906"/>
                  </a:xfrm>
                </p:grpSpPr>
                <p:sp>
                  <p:nvSpPr>
                    <p:cNvPr id="1060" name="矩形 1059">
                      <a:extLst>
                        <a:ext uri="{FF2B5EF4-FFF2-40B4-BE49-F238E27FC236}">
                          <a16:creationId xmlns:a16="http://schemas.microsoft.com/office/drawing/2014/main" id="{5B346438-342F-C2FB-036B-EF67213115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598" y="2738079"/>
                      <a:ext cx="972000" cy="648000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星敏</a:t>
                      </a:r>
                    </a:p>
                  </p:txBody>
                </p:sp>
                <p:sp>
                  <p:nvSpPr>
                    <p:cNvPr id="1061" name="矩形 1060">
                      <a:extLst>
                        <a:ext uri="{FF2B5EF4-FFF2-40B4-BE49-F238E27FC236}">
                          <a16:creationId xmlns:a16="http://schemas.microsoft.com/office/drawing/2014/main" id="{9EA70B33-155C-CFB2-86D8-4F1405E23C5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2" name="矩形 1061">
                      <a:extLst>
                        <a:ext uri="{FF2B5EF4-FFF2-40B4-BE49-F238E27FC236}">
                          <a16:creationId xmlns:a16="http://schemas.microsoft.com/office/drawing/2014/main" id="{C4F1AC1A-B3B1-0BE9-979E-855D787A3F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3" name="矩形 1062">
                      <a:extLst>
                        <a:ext uri="{FF2B5EF4-FFF2-40B4-BE49-F238E27FC236}">
                          <a16:creationId xmlns:a16="http://schemas.microsoft.com/office/drawing/2014/main" id="{CD3878D4-A71F-DC13-8158-9F2266B646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4" name="矩形 1063">
                      <a:extLst>
                        <a:ext uri="{FF2B5EF4-FFF2-40B4-BE49-F238E27FC236}">
                          <a16:creationId xmlns:a16="http://schemas.microsoft.com/office/drawing/2014/main" id="{E18E29C1-5258-B810-21A2-CCE9449AB5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5" name="矩形 1064">
                      <a:extLst>
                        <a:ext uri="{FF2B5EF4-FFF2-40B4-BE49-F238E27FC236}">
                          <a16:creationId xmlns:a16="http://schemas.microsoft.com/office/drawing/2014/main" id="{648BE078-496A-3FF6-6FF2-189F861D3E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6" name="矩形 1065">
                      <a:extLst>
                        <a:ext uri="{FF2B5EF4-FFF2-40B4-BE49-F238E27FC236}">
                          <a16:creationId xmlns:a16="http://schemas.microsoft.com/office/drawing/2014/main" id="{F5D04A12-9C64-C1AD-FDA4-9378875CBC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7" name="矩形 1066">
                      <a:extLst>
                        <a:ext uri="{FF2B5EF4-FFF2-40B4-BE49-F238E27FC236}">
                          <a16:creationId xmlns:a16="http://schemas.microsoft.com/office/drawing/2014/main" id="{2AC821A9-5091-5B95-BEF2-4E444E2C2C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8" name="矩形 1067">
                      <a:extLst>
                        <a:ext uri="{FF2B5EF4-FFF2-40B4-BE49-F238E27FC236}">
                          <a16:creationId xmlns:a16="http://schemas.microsoft.com/office/drawing/2014/main" id="{DAA25017-90A5-2676-D531-40176FEDA8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9" name="矩形 1068">
                      <a:extLst>
                        <a:ext uri="{FF2B5EF4-FFF2-40B4-BE49-F238E27FC236}">
                          <a16:creationId xmlns:a16="http://schemas.microsoft.com/office/drawing/2014/main" id="{8D84B583-15B6-24F8-693F-D9AC987C2D5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070" name="直接箭头连接符 1069">
                      <a:extLst>
                        <a:ext uri="{FF2B5EF4-FFF2-40B4-BE49-F238E27FC236}">
                          <a16:creationId xmlns:a16="http://schemas.microsoft.com/office/drawing/2014/main" id="{A8316EF8-7A04-5815-46C3-37DE789794D4}"/>
                        </a:ext>
                      </a:extLst>
                    </p:cNvPr>
                    <p:cNvCxnSpPr>
                      <a:cxnSpLocks/>
                      <a:endCxn id="1067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64" name="组合 763">
                    <a:extLst>
                      <a:ext uri="{FF2B5EF4-FFF2-40B4-BE49-F238E27FC236}">
                        <a16:creationId xmlns:a16="http://schemas.microsoft.com/office/drawing/2014/main" id="{944BC903-6AF9-121A-4658-D8AED7F22E10}"/>
                      </a:ext>
                    </a:extLst>
                  </p:cNvPr>
                  <p:cNvGrpSpPr/>
                  <p:nvPr/>
                </p:nvGrpSpPr>
                <p:grpSpPr>
                  <a:xfrm>
                    <a:off x="10868025" y="1477725"/>
                    <a:ext cx="1171774" cy="1305446"/>
                    <a:chOff x="9820257" y="0"/>
                    <a:chExt cx="1171774" cy="1305446"/>
                  </a:xfrm>
                </p:grpSpPr>
                <p:grpSp>
                  <p:nvGrpSpPr>
                    <p:cNvPr id="999" name="组合 998">
                      <a:extLst>
                        <a:ext uri="{FF2B5EF4-FFF2-40B4-BE49-F238E27FC236}">
                          <a16:creationId xmlns:a16="http://schemas.microsoft.com/office/drawing/2014/main" id="{5F632B5D-E3F3-9618-7E2F-C5BF8AFD82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993131" y="0"/>
                      <a:ext cx="915907" cy="370878"/>
                      <a:chOff x="973171" y="1628143"/>
                      <a:chExt cx="974429" cy="1110796"/>
                    </a:xfrm>
                  </p:grpSpPr>
                  <p:sp>
                    <p:nvSpPr>
                      <p:cNvPr id="1049" name="矩形 1048">
                        <a:extLst>
                          <a:ext uri="{FF2B5EF4-FFF2-40B4-BE49-F238E27FC236}">
                            <a16:creationId xmlns:a16="http://schemas.microsoft.com/office/drawing/2014/main" id="{232D84FA-777E-8B06-3A72-F9D9B4BC8C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3171" y="1628143"/>
                        <a:ext cx="972000" cy="64799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zh-CN" altLang="en-US" sz="10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环境扰动</a:t>
                        </a:r>
                      </a:p>
                    </p:txBody>
                  </p:sp>
                  <p:sp>
                    <p:nvSpPr>
                      <p:cNvPr id="1050" name="矩形 1049">
                        <a:extLst>
                          <a:ext uri="{FF2B5EF4-FFF2-40B4-BE49-F238E27FC236}">
                            <a16:creationId xmlns:a16="http://schemas.microsoft.com/office/drawing/2014/main" id="{FFCE8132-20B9-F983-7BC8-D70477711B6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51" name="矩形 1050">
                        <a:extLst>
                          <a:ext uri="{FF2B5EF4-FFF2-40B4-BE49-F238E27FC236}">
                            <a16:creationId xmlns:a16="http://schemas.microsoft.com/office/drawing/2014/main" id="{BBBFF6C9-046B-E1DA-0752-FFC7215CA4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52" name="矩形 1051">
                        <a:extLst>
                          <a:ext uri="{FF2B5EF4-FFF2-40B4-BE49-F238E27FC236}">
                            <a16:creationId xmlns:a16="http://schemas.microsoft.com/office/drawing/2014/main" id="{AD9A91B8-9966-F97A-BE95-599D9AAC3D9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53" name="矩形 1052">
                        <a:extLst>
                          <a:ext uri="{FF2B5EF4-FFF2-40B4-BE49-F238E27FC236}">
                            <a16:creationId xmlns:a16="http://schemas.microsoft.com/office/drawing/2014/main" id="{A2BACF78-1EF8-AAD0-14EF-107527E215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54" name="矩形 1053">
                        <a:extLst>
                          <a:ext uri="{FF2B5EF4-FFF2-40B4-BE49-F238E27FC236}">
                            <a16:creationId xmlns:a16="http://schemas.microsoft.com/office/drawing/2014/main" id="{53066208-0B20-7B19-CC57-306DEB8CE6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55" name="矩形 1054">
                        <a:extLst>
                          <a:ext uri="{FF2B5EF4-FFF2-40B4-BE49-F238E27FC236}">
                            <a16:creationId xmlns:a16="http://schemas.microsoft.com/office/drawing/2014/main" id="{62C22C92-2EC2-0141-34FB-95D3ACF1674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56" name="矩形 1055">
                        <a:extLst>
                          <a:ext uri="{FF2B5EF4-FFF2-40B4-BE49-F238E27FC236}">
                            <a16:creationId xmlns:a16="http://schemas.microsoft.com/office/drawing/2014/main" id="{42E6612B-9A45-EDE2-6686-EC8C1C04F9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57" name="矩形 1056">
                        <a:extLst>
                          <a:ext uri="{FF2B5EF4-FFF2-40B4-BE49-F238E27FC236}">
                            <a16:creationId xmlns:a16="http://schemas.microsoft.com/office/drawing/2014/main" id="{26351F36-6D21-D3B0-DABB-BF36EE5766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58" name="矩形 1057">
                        <a:extLst>
                          <a:ext uri="{FF2B5EF4-FFF2-40B4-BE49-F238E27FC236}">
                            <a16:creationId xmlns:a16="http://schemas.microsoft.com/office/drawing/2014/main" id="{CA92D55C-3ED3-2861-DEFF-9F8BB4D21BB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1059" name="直接箭头连接符 1058">
                        <a:extLst>
                          <a:ext uri="{FF2B5EF4-FFF2-40B4-BE49-F238E27FC236}">
                            <a16:creationId xmlns:a16="http://schemas.microsoft.com/office/drawing/2014/main" id="{2879FFEB-0198-4B37-C2BD-ED8783A9C97E}"/>
                          </a:ext>
                        </a:extLst>
                      </p:cNvPr>
                      <p:cNvCxnSpPr>
                        <a:cxnSpLocks/>
                        <a:endCxn id="1056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000" name="组合 999">
                      <a:extLst>
                        <a:ext uri="{FF2B5EF4-FFF2-40B4-BE49-F238E27FC236}">
                          <a16:creationId xmlns:a16="http://schemas.microsoft.com/office/drawing/2014/main" id="{4E4D9E68-27E7-1C6A-684E-9E2F22A3263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820257" y="1"/>
                      <a:ext cx="1171774" cy="1300896"/>
                      <a:chOff x="963173" y="2080173"/>
                      <a:chExt cx="984427" cy="658766"/>
                    </a:xfrm>
                  </p:grpSpPr>
                  <p:sp>
                    <p:nvSpPr>
                      <p:cNvPr id="1038" name="矩形 1037">
                        <a:extLst>
                          <a:ext uri="{FF2B5EF4-FFF2-40B4-BE49-F238E27FC236}">
                            <a16:creationId xmlns:a16="http://schemas.microsoft.com/office/drawing/2014/main" id="{55F0690F-C3DE-4208-F7B1-884913A4A6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63173" y="2080173"/>
                        <a:ext cx="981998" cy="648000"/>
                      </a:xfrm>
                      <a:prstGeom prst="rect">
                        <a:avLst/>
                      </a:prstGeom>
                      <a:noFill/>
                      <a:ln w="19050">
                        <a:solidFill>
                          <a:schemeClr val="tx1"/>
                        </a:solidFill>
                        <a:prstDash val="dashDot"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  <p:sp>
                    <p:nvSpPr>
                      <p:cNvPr id="1039" name="矩形 1038">
                        <a:extLst>
                          <a:ext uri="{FF2B5EF4-FFF2-40B4-BE49-F238E27FC236}">
                            <a16:creationId xmlns:a16="http://schemas.microsoft.com/office/drawing/2014/main" id="{88A1507D-09FB-2666-F61F-04FA6EF018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40" name="矩形 1039">
                        <a:extLst>
                          <a:ext uri="{FF2B5EF4-FFF2-40B4-BE49-F238E27FC236}">
                            <a16:creationId xmlns:a16="http://schemas.microsoft.com/office/drawing/2014/main" id="{4BE6B856-B87B-A433-E838-3309295645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41" name="矩形 1040">
                        <a:extLst>
                          <a:ext uri="{FF2B5EF4-FFF2-40B4-BE49-F238E27FC236}">
                            <a16:creationId xmlns:a16="http://schemas.microsoft.com/office/drawing/2014/main" id="{8E53D925-2ACA-94C4-55BC-74FA759FFA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42" name="矩形 1041">
                        <a:extLst>
                          <a:ext uri="{FF2B5EF4-FFF2-40B4-BE49-F238E27FC236}">
                            <a16:creationId xmlns:a16="http://schemas.microsoft.com/office/drawing/2014/main" id="{A68DD07C-D935-3D5B-54EA-9D59F57C90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43" name="矩形 1042">
                        <a:extLst>
                          <a:ext uri="{FF2B5EF4-FFF2-40B4-BE49-F238E27FC236}">
                            <a16:creationId xmlns:a16="http://schemas.microsoft.com/office/drawing/2014/main" id="{4E45552A-58BF-DF83-E6A0-EA0A69C428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44" name="矩形 1043">
                        <a:extLst>
                          <a:ext uri="{FF2B5EF4-FFF2-40B4-BE49-F238E27FC236}">
                            <a16:creationId xmlns:a16="http://schemas.microsoft.com/office/drawing/2014/main" id="{6C9BBAF4-6460-5B54-1B60-873BE2B36A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45" name="矩形 1044">
                        <a:extLst>
                          <a:ext uri="{FF2B5EF4-FFF2-40B4-BE49-F238E27FC236}">
                            <a16:creationId xmlns:a16="http://schemas.microsoft.com/office/drawing/2014/main" id="{169B5952-FD2F-A4FB-E012-E13E360B4C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46" name="矩形 1045">
                        <a:extLst>
                          <a:ext uri="{FF2B5EF4-FFF2-40B4-BE49-F238E27FC236}">
                            <a16:creationId xmlns:a16="http://schemas.microsoft.com/office/drawing/2014/main" id="{8847C6D6-2F4C-18E7-08B4-59A237124C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47" name="矩形 1046">
                        <a:extLst>
                          <a:ext uri="{FF2B5EF4-FFF2-40B4-BE49-F238E27FC236}">
                            <a16:creationId xmlns:a16="http://schemas.microsoft.com/office/drawing/2014/main" id="{1F8732A6-07D0-77C9-16A2-EA2C552E16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1048" name="直接箭头连接符 1047">
                        <a:extLst>
                          <a:ext uri="{FF2B5EF4-FFF2-40B4-BE49-F238E27FC236}">
                            <a16:creationId xmlns:a16="http://schemas.microsoft.com/office/drawing/2014/main" id="{45D43AE4-92DF-4BBA-FC03-AC235327963A}"/>
                          </a:ext>
                        </a:extLst>
                      </p:cNvPr>
                      <p:cNvCxnSpPr>
                        <a:cxnSpLocks/>
                        <a:endCxn id="1045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001" name="组合 1000">
                      <a:extLst>
                        <a:ext uri="{FF2B5EF4-FFF2-40B4-BE49-F238E27FC236}">
                          <a16:creationId xmlns:a16="http://schemas.microsoft.com/office/drawing/2014/main" id="{B08A66D4-A881-0A30-99BC-76847B88E4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664212" y="216701"/>
                      <a:ext cx="272236" cy="1088745"/>
                      <a:chOff x="975600" y="2021165"/>
                      <a:chExt cx="1106257" cy="717774"/>
                    </a:xfrm>
                  </p:grpSpPr>
                  <p:sp>
                    <p:nvSpPr>
                      <p:cNvPr id="1027" name="矩形 1026">
                        <a:extLst>
                          <a:ext uri="{FF2B5EF4-FFF2-40B4-BE49-F238E27FC236}">
                            <a16:creationId xmlns:a16="http://schemas.microsoft.com/office/drawing/2014/main" id="{D2C9127C-2B68-88E6-8E1D-942521FE29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09858" y="2021165"/>
                        <a:ext cx="971999" cy="648000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zh-CN" altLang="en-US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重力梯度力矩</a:t>
                        </a:r>
                      </a:p>
                    </p:txBody>
                  </p:sp>
                  <p:sp>
                    <p:nvSpPr>
                      <p:cNvPr id="1028" name="矩形 1027">
                        <a:extLst>
                          <a:ext uri="{FF2B5EF4-FFF2-40B4-BE49-F238E27FC236}">
                            <a16:creationId xmlns:a16="http://schemas.microsoft.com/office/drawing/2014/main" id="{AC9E02CC-8D87-60A4-BD6D-C3F584C3574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29" name="矩形 1028">
                        <a:extLst>
                          <a:ext uri="{FF2B5EF4-FFF2-40B4-BE49-F238E27FC236}">
                            <a16:creationId xmlns:a16="http://schemas.microsoft.com/office/drawing/2014/main" id="{3DD089A4-2D7F-E764-D0E4-B56314E705C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30" name="矩形 1029">
                        <a:extLst>
                          <a:ext uri="{FF2B5EF4-FFF2-40B4-BE49-F238E27FC236}">
                            <a16:creationId xmlns:a16="http://schemas.microsoft.com/office/drawing/2014/main" id="{3C0BD6CF-8B43-9A94-1801-474370DBDA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31" name="矩形 1030">
                        <a:extLst>
                          <a:ext uri="{FF2B5EF4-FFF2-40B4-BE49-F238E27FC236}">
                            <a16:creationId xmlns:a16="http://schemas.microsoft.com/office/drawing/2014/main" id="{E3347C77-CD4E-4EAF-8E97-746CF9C1DA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32" name="矩形 1031">
                        <a:extLst>
                          <a:ext uri="{FF2B5EF4-FFF2-40B4-BE49-F238E27FC236}">
                            <a16:creationId xmlns:a16="http://schemas.microsoft.com/office/drawing/2014/main" id="{58691AE0-5378-C2AF-9B29-95C0DB7035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33" name="矩形 1032">
                        <a:extLst>
                          <a:ext uri="{FF2B5EF4-FFF2-40B4-BE49-F238E27FC236}">
                            <a16:creationId xmlns:a16="http://schemas.microsoft.com/office/drawing/2014/main" id="{53EA68E4-F18D-9BF8-A052-C8AACE4130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34" name="矩形 1033">
                        <a:extLst>
                          <a:ext uri="{FF2B5EF4-FFF2-40B4-BE49-F238E27FC236}">
                            <a16:creationId xmlns:a16="http://schemas.microsoft.com/office/drawing/2014/main" id="{A5A3331D-1F97-298D-2833-5BC183E49C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35" name="矩形 1034">
                        <a:extLst>
                          <a:ext uri="{FF2B5EF4-FFF2-40B4-BE49-F238E27FC236}">
                            <a16:creationId xmlns:a16="http://schemas.microsoft.com/office/drawing/2014/main" id="{D9F1ACD9-80EC-E4A4-1E76-376CDA72F0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36" name="矩形 1035">
                        <a:extLst>
                          <a:ext uri="{FF2B5EF4-FFF2-40B4-BE49-F238E27FC236}">
                            <a16:creationId xmlns:a16="http://schemas.microsoft.com/office/drawing/2014/main" id="{5F9CF3FC-E20E-734F-F521-3C8A1A4368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1037" name="直接箭头连接符 1036">
                        <a:extLst>
                          <a:ext uri="{FF2B5EF4-FFF2-40B4-BE49-F238E27FC236}">
                            <a16:creationId xmlns:a16="http://schemas.microsoft.com/office/drawing/2014/main" id="{6A5C4B02-958F-289C-A72A-8CF33C19C327}"/>
                          </a:ext>
                        </a:extLst>
                      </p:cNvPr>
                      <p:cNvCxnSpPr>
                        <a:cxnSpLocks/>
                        <a:endCxn id="1034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002" name="组合 1001">
                      <a:extLst>
                        <a:ext uri="{FF2B5EF4-FFF2-40B4-BE49-F238E27FC236}">
                          <a16:creationId xmlns:a16="http://schemas.microsoft.com/office/drawing/2014/main" id="{03CCFB55-10FF-08C0-D26B-ADA5A9E5EA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59032" y="216499"/>
                      <a:ext cx="303212" cy="972517"/>
                      <a:chOff x="975600" y="2060148"/>
                      <a:chExt cx="1171736" cy="765521"/>
                    </a:xfrm>
                  </p:grpSpPr>
                  <p:sp>
                    <p:nvSpPr>
                      <p:cNvPr id="1016" name="矩形 1015">
                        <a:extLst>
                          <a:ext uri="{FF2B5EF4-FFF2-40B4-BE49-F238E27FC236}">
                            <a16:creationId xmlns:a16="http://schemas.microsoft.com/office/drawing/2014/main" id="{F8A88024-9866-79B6-6689-20CC2A97AE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75336" y="2060148"/>
                        <a:ext cx="972000" cy="757328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zh-CN" altLang="en-US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热辐射力矩</a:t>
                        </a:r>
                      </a:p>
                    </p:txBody>
                  </p:sp>
                  <p:sp>
                    <p:nvSpPr>
                      <p:cNvPr id="1017" name="矩形 1016">
                        <a:extLst>
                          <a:ext uri="{FF2B5EF4-FFF2-40B4-BE49-F238E27FC236}">
                            <a16:creationId xmlns:a16="http://schemas.microsoft.com/office/drawing/2014/main" id="{25804826-B9A3-525A-62A0-06ACDC3AA2C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18" name="矩形 1017">
                        <a:extLst>
                          <a:ext uri="{FF2B5EF4-FFF2-40B4-BE49-F238E27FC236}">
                            <a16:creationId xmlns:a16="http://schemas.microsoft.com/office/drawing/2014/main" id="{F681742D-8A30-B2CB-82BA-3C772FEEAC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19" name="矩形 1018">
                        <a:extLst>
                          <a:ext uri="{FF2B5EF4-FFF2-40B4-BE49-F238E27FC236}">
                            <a16:creationId xmlns:a16="http://schemas.microsoft.com/office/drawing/2014/main" id="{19487FE4-E30E-6146-F109-6B63C78166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20" name="矩形 1019">
                        <a:extLst>
                          <a:ext uri="{FF2B5EF4-FFF2-40B4-BE49-F238E27FC236}">
                            <a16:creationId xmlns:a16="http://schemas.microsoft.com/office/drawing/2014/main" id="{D158DA3C-6E62-CB2E-0C53-4711B8407D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21" name="矩形 1020">
                        <a:extLst>
                          <a:ext uri="{FF2B5EF4-FFF2-40B4-BE49-F238E27FC236}">
                            <a16:creationId xmlns:a16="http://schemas.microsoft.com/office/drawing/2014/main" id="{5F6936F1-E636-70CE-983D-2DDCB31C98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22" name="矩形 1021">
                        <a:extLst>
                          <a:ext uri="{FF2B5EF4-FFF2-40B4-BE49-F238E27FC236}">
                            <a16:creationId xmlns:a16="http://schemas.microsoft.com/office/drawing/2014/main" id="{D2819773-1572-180F-3B41-6756E597DC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23" name="矩形 1022">
                        <a:extLst>
                          <a:ext uri="{FF2B5EF4-FFF2-40B4-BE49-F238E27FC236}">
                            <a16:creationId xmlns:a16="http://schemas.microsoft.com/office/drawing/2014/main" id="{9CB57B33-9544-41C1-C817-1E382B6B9E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24" name="矩形 1023">
                        <a:extLst>
                          <a:ext uri="{FF2B5EF4-FFF2-40B4-BE49-F238E27FC236}">
                            <a16:creationId xmlns:a16="http://schemas.microsoft.com/office/drawing/2014/main" id="{F46126BB-F7E6-8AC8-AE85-4C1993B9AB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25" name="矩形 1024">
                        <a:extLst>
                          <a:ext uri="{FF2B5EF4-FFF2-40B4-BE49-F238E27FC236}">
                            <a16:creationId xmlns:a16="http://schemas.microsoft.com/office/drawing/2014/main" id="{52A29A18-3302-7527-19F6-40639CAC855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1026" name="直接箭头连接符 1025">
                        <a:extLst>
                          <a:ext uri="{FF2B5EF4-FFF2-40B4-BE49-F238E27FC236}">
                            <a16:creationId xmlns:a16="http://schemas.microsoft.com/office/drawing/2014/main" id="{3427542C-2705-7DC5-BFE6-4A039D0E9C0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1003" name="组合 1002">
                      <a:extLst>
                        <a:ext uri="{FF2B5EF4-FFF2-40B4-BE49-F238E27FC236}">
                          <a16:creationId xmlns:a16="http://schemas.microsoft.com/office/drawing/2014/main" id="{30B6A602-F547-DBCD-3839-C539B043941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886933" y="223100"/>
                      <a:ext cx="486962" cy="998337"/>
                      <a:chOff x="555288" y="2072704"/>
                      <a:chExt cx="1445032" cy="752965"/>
                    </a:xfrm>
                  </p:grpSpPr>
                  <p:sp>
                    <p:nvSpPr>
                      <p:cNvPr id="1004" name="矩形 1003">
                        <a:extLst>
                          <a:ext uri="{FF2B5EF4-FFF2-40B4-BE49-F238E27FC236}">
                            <a16:creationId xmlns:a16="http://schemas.microsoft.com/office/drawing/2014/main" id="{8A1D99EB-DF6C-7FDB-D069-92D1836D834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18728" y="2072704"/>
                        <a:ext cx="781592" cy="723692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zh-CN" altLang="en-US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地磁力矩</a:t>
                        </a:r>
                      </a:p>
                    </p:txBody>
                  </p:sp>
                  <p:sp>
                    <p:nvSpPr>
                      <p:cNvPr id="1005" name="矩形 1004">
                        <a:extLst>
                          <a:ext uri="{FF2B5EF4-FFF2-40B4-BE49-F238E27FC236}">
                            <a16:creationId xmlns:a16="http://schemas.microsoft.com/office/drawing/2014/main" id="{DDEF6EFF-DE43-627D-710E-20B2771798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06" name="矩形 1005">
                        <a:extLst>
                          <a:ext uri="{FF2B5EF4-FFF2-40B4-BE49-F238E27FC236}">
                            <a16:creationId xmlns:a16="http://schemas.microsoft.com/office/drawing/2014/main" id="{BF67EA0D-037C-73FA-A5D8-21A0EC13D8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07" name="矩形 1006">
                        <a:extLst>
                          <a:ext uri="{FF2B5EF4-FFF2-40B4-BE49-F238E27FC236}">
                            <a16:creationId xmlns:a16="http://schemas.microsoft.com/office/drawing/2014/main" id="{F0522C89-CC86-2EEE-A798-DBCF75891AB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08" name="矩形 1007">
                        <a:extLst>
                          <a:ext uri="{FF2B5EF4-FFF2-40B4-BE49-F238E27FC236}">
                            <a16:creationId xmlns:a16="http://schemas.microsoft.com/office/drawing/2014/main" id="{EA445322-2D8D-B612-1381-A469C6C4D2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09" name="矩形 1008">
                        <a:extLst>
                          <a:ext uri="{FF2B5EF4-FFF2-40B4-BE49-F238E27FC236}">
                            <a16:creationId xmlns:a16="http://schemas.microsoft.com/office/drawing/2014/main" id="{0822F930-C735-6395-9C52-687E4C041D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10" name="矩形 1009">
                        <a:extLst>
                          <a:ext uri="{FF2B5EF4-FFF2-40B4-BE49-F238E27FC236}">
                            <a16:creationId xmlns:a16="http://schemas.microsoft.com/office/drawing/2014/main" id="{03440C2B-081B-AAD2-61E3-485CE31CBE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11" name="矩形 1010">
                        <a:extLst>
                          <a:ext uri="{FF2B5EF4-FFF2-40B4-BE49-F238E27FC236}">
                            <a16:creationId xmlns:a16="http://schemas.microsoft.com/office/drawing/2014/main" id="{AE435A86-547E-4BE5-918B-2CE6F2320F0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12" name="矩形 1011">
                        <a:extLst>
                          <a:ext uri="{FF2B5EF4-FFF2-40B4-BE49-F238E27FC236}">
                            <a16:creationId xmlns:a16="http://schemas.microsoft.com/office/drawing/2014/main" id="{2A78F6E8-B295-6D89-C4E0-4D94864947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1013" name="矩形 1012">
                        <a:extLst>
                          <a:ext uri="{FF2B5EF4-FFF2-40B4-BE49-F238E27FC236}">
                            <a16:creationId xmlns:a16="http://schemas.microsoft.com/office/drawing/2014/main" id="{952FAB04-1C5F-B576-743F-AAD8DA84C2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1014" name="直接箭头连接符 1013">
                        <a:extLst>
                          <a:ext uri="{FF2B5EF4-FFF2-40B4-BE49-F238E27FC236}">
                            <a16:creationId xmlns:a16="http://schemas.microsoft.com/office/drawing/2014/main" id="{05C32F75-2ACE-2D7C-9979-BCF6E3EC104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15" name="矩形 1014">
                        <a:extLst>
                          <a:ext uri="{FF2B5EF4-FFF2-40B4-BE49-F238E27FC236}">
                            <a16:creationId xmlns:a16="http://schemas.microsoft.com/office/drawing/2014/main" id="{154F2B6F-8D5D-7EA8-083E-EAEF000779D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5288" y="2076296"/>
                        <a:ext cx="526424" cy="723692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>
                          <a:lnSpc>
                            <a:spcPts val="500"/>
                          </a:lnSpc>
                        </a:pPr>
                        <a:r>
                          <a:rPr lang="en-US" altLang="zh-CN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.</a:t>
                        </a:r>
                      </a:p>
                      <a:p>
                        <a:pPr algn="ctr">
                          <a:lnSpc>
                            <a:spcPts val="500"/>
                          </a:lnSpc>
                        </a:pPr>
                        <a:r>
                          <a:rPr lang="en-US" altLang="zh-CN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.</a:t>
                        </a:r>
                      </a:p>
                      <a:p>
                        <a:pPr algn="ctr">
                          <a:lnSpc>
                            <a:spcPts val="500"/>
                          </a:lnSpc>
                        </a:pPr>
                        <a:r>
                          <a:rPr lang="en-US" altLang="zh-CN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.</a:t>
                        </a:r>
                      </a:p>
                      <a:p>
                        <a:pPr algn="ctr">
                          <a:lnSpc>
                            <a:spcPts val="500"/>
                          </a:lnSpc>
                        </a:pPr>
                        <a:r>
                          <a:rPr lang="en-US" altLang="zh-CN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.</a:t>
                        </a:r>
                      </a:p>
                      <a:p>
                        <a:pPr algn="ctr">
                          <a:lnSpc>
                            <a:spcPts val="500"/>
                          </a:lnSpc>
                        </a:pPr>
                        <a:r>
                          <a:rPr lang="en-US" altLang="zh-CN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.</a:t>
                        </a:r>
                      </a:p>
                      <a:p>
                        <a:pPr algn="ctr">
                          <a:lnSpc>
                            <a:spcPts val="500"/>
                          </a:lnSpc>
                        </a:pPr>
                        <a:r>
                          <a:rPr lang="en-US" altLang="zh-CN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.</a:t>
                        </a:r>
                        <a:endParaRPr lang="zh-CN" altLang="en-US" sz="1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p:grpSp>
              </p:grpSp>
              <p:grpSp>
                <p:nvGrpSpPr>
                  <p:cNvPr id="765" name="组合 764">
                    <a:extLst>
                      <a:ext uri="{FF2B5EF4-FFF2-40B4-BE49-F238E27FC236}">
                        <a16:creationId xmlns:a16="http://schemas.microsoft.com/office/drawing/2014/main" id="{6A0F5466-759A-C7E9-0EC9-DB465A245FF3}"/>
                      </a:ext>
                    </a:extLst>
                  </p:cNvPr>
                  <p:cNvGrpSpPr/>
                  <p:nvPr/>
                </p:nvGrpSpPr>
                <p:grpSpPr>
                  <a:xfrm>
                    <a:off x="8360424" y="1927891"/>
                    <a:ext cx="502638" cy="463480"/>
                    <a:chOff x="975600" y="2080173"/>
                    <a:chExt cx="972000" cy="1101068"/>
                  </a:xfrm>
                </p:grpSpPr>
                <p:sp>
                  <p:nvSpPr>
                    <p:cNvPr id="988" name="矩形 987">
                      <a:extLst>
                        <a:ext uri="{FF2B5EF4-FFF2-40B4-BE49-F238E27FC236}">
                          <a16:creationId xmlns:a16="http://schemas.microsoft.com/office/drawing/2014/main" id="{CBA51A73-B948-E65D-9B74-5FA756057A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33241"/>
                      <a:ext cx="972000" cy="648000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太敏</a:t>
                      </a:r>
                    </a:p>
                  </p:txBody>
                </p:sp>
                <p:sp>
                  <p:nvSpPr>
                    <p:cNvPr id="989" name="矩形 988">
                      <a:extLst>
                        <a:ext uri="{FF2B5EF4-FFF2-40B4-BE49-F238E27FC236}">
                          <a16:creationId xmlns:a16="http://schemas.microsoft.com/office/drawing/2014/main" id="{DC0B5E84-9B37-591C-3302-FE625474A1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90" name="矩形 989">
                      <a:extLst>
                        <a:ext uri="{FF2B5EF4-FFF2-40B4-BE49-F238E27FC236}">
                          <a16:creationId xmlns:a16="http://schemas.microsoft.com/office/drawing/2014/main" id="{6A3BCD41-E87B-4D31-67AB-1D0799B7B0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91" name="矩形 990">
                      <a:extLst>
                        <a:ext uri="{FF2B5EF4-FFF2-40B4-BE49-F238E27FC236}">
                          <a16:creationId xmlns:a16="http://schemas.microsoft.com/office/drawing/2014/main" id="{BF12DD19-6646-85DC-9A63-D8E635182B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92" name="矩形 991">
                      <a:extLst>
                        <a:ext uri="{FF2B5EF4-FFF2-40B4-BE49-F238E27FC236}">
                          <a16:creationId xmlns:a16="http://schemas.microsoft.com/office/drawing/2014/main" id="{7504BE01-3E7D-42B0-A55F-E9B5B487E6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93" name="矩形 992">
                      <a:extLst>
                        <a:ext uri="{FF2B5EF4-FFF2-40B4-BE49-F238E27FC236}">
                          <a16:creationId xmlns:a16="http://schemas.microsoft.com/office/drawing/2014/main" id="{4A429FAF-B120-3E0C-A7BF-837A77C323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94" name="矩形 993">
                      <a:extLst>
                        <a:ext uri="{FF2B5EF4-FFF2-40B4-BE49-F238E27FC236}">
                          <a16:creationId xmlns:a16="http://schemas.microsoft.com/office/drawing/2014/main" id="{57F05929-A21E-D919-8BC9-3C9DC7E61E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95" name="矩形 994">
                      <a:extLst>
                        <a:ext uri="{FF2B5EF4-FFF2-40B4-BE49-F238E27FC236}">
                          <a16:creationId xmlns:a16="http://schemas.microsoft.com/office/drawing/2014/main" id="{E88CAE8F-CEFD-BD63-DBB4-1BB092A15A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96" name="矩形 995">
                      <a:extLst>
                        <a:ext uri="{FF2B5EF4-FFF2-40B4-BE49-F238E27FC236}">
                          <a16:creationId xmlns:a16="http://schemas.microsoft.com/office/drawing/2014/main" id="{ABFBD3EA-3F9F-2E9D-7CF7-468FCF9076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97" name="矩形 996">
                      <a:extLst>
                        <a:ext uri="{FF2B5EF4-FFF2-40B4-BE49-F238E27FC236}">
                          <a16:creationId xmlns:a16="http://schemas.microsoft.com/office/drawing/2014/main" id="{EFE98FDD-5759-6791-DDE5-5199B414C5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998" name="直接箭头连接符 997">
                      <a:extLst>
                        <a:ext uri="{FF2B5EF4-FFF2-40B4-BE49-F238E27FC236}">
                          <a16:creationId xmlns:a16="http://schemas.microsoft.com/office/drawing/2014/main" id="{29742F24-FABB-1878-EB83-3D3B7DEB5652}"/>
                        </a:ext>
                      </a:extLst>
                    </p:cNvPr>
                    <p:cNvCxnSpPr>
                      <a:cxnSpLocks/>
                      <a:endCxn id="995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66" name="组合 765">
                    <a:extLst>
                      <a:ext uri="{FF2B5EF4-FFF2-40B4-BE49-F238E27FC236}">
                        <a16:creationId xmlns:a16="http://schemas.microsoft.com/office/drawing/2014/main" id="{6B556FC2-4369-5674-5C70-5017CBD4A481}"/>
                      </a:ext>
                    </a:extLst>
                  </p:cNvPr>
                  <p:cNvGrpSpPr/>
                  <p:nvPr/>
                </p:nvGrpSpPr>
                <p:grpSpPr>
                  <a:xfrm>
                    <a:off x="8328141" y="2458941"/>
                    <a:ext cx="565952" cy="275589"/>
                    <a:chOff x="867498" y="1801395"/>
                    <a:chExt cx="1094437" cy="1509768"/>
                  </a:xfrm>
                </p:grpSpPr>
                <p:sp>
                  <p:nvSpPr>
                    <p:cNvPr id="977" name="矩形 976">
                      <a:extLst>
                        <a:ext uri="{FF2B5EF4-FFF2-40B4-BE49-F238E27FC236}">
                          <a16:creationId xmlns:a16="http://schemas.microsoft.com/office/drawing/2014/main" id="{3FEB9147-62D8-43F0-B6F2-AE3D5369F8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7498" y="1801395"/>
                      <a:ext cx="1094437" cy="1509768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地平仪</a:t>
                      </a:r>
                    </a:p>
                  </p:txBody>
                </p:sp>
                <p:sp>
                  <p:nvSpPr>
                    <p:cNvPr id="978" name="矩形 977">
                      <a:extLst>
                        <a:ext uri="{FF2B5EF4-FFF2-40B4-BE49-F238E27FC236}">
                          <a16:creationId xmlns:a16="http://schemas.microsoft.com/office/drawing/2014/main" id="{B6997584-C251-0902-C13C-BE1807FEE9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79" name="矩形 978">
                      <a:extLst>
                        <a:ext uri="{FF2B5EF4-FFF2-40B4-BE49-F238E27FC236}">
                          <a16:creationId xmlns:a16="http://schemas.microsoft.com/office/drawing/2014/main" id="{01160CBF-1293-0C15-E7E9-C5F5BEBF4D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80" name="矩形 979">
                      <a:extLst>
                        <a:ext uri="{FF2B5EF4-FFF2-40B4-BE49-F238E27FC236}">
                          <a16:creationId xmlns:a16="http://schemas.microsoft.com/office/drawing/2014/main" id="{DCA1E650-39AE-DDA0-BA45-C37931F3C6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81" name="矩形 980">
                      <a:extLst>
                        <a:ext uri="{FF2B5EF4-FFF2-40B4-BE49-F238E27FC236}">
                          <a16:creationId xmlns:a16="http://schemas.microsoft.com/office/drawing/2014/main" id="{19D9B564-2751-DDF4-033E-738BDE0FCD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82" name="矩形 981">
                      <a:extLst>
                        <a:ext uri="{FF2B5EF4-FFF2-40B4-BE49-F238E27FC236}">
                          <a16:creationId xmlns:a16="http://schemas.microsoft.com/office/drawing/2014/main" id="{B6942048-0C1E-A545-0621-275B5FB301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83" name="矩形 982">
                      <a:extLst>
                        <a:ext uri="{FF2B5EF4-FFF2-40B4-BE49-F238E27FC236}">
                          <a16:creationId xmlns:a16="http://schemas.microsoft.com/office/drawing/2014/main" id="{7B53BCE5-CC8C-1668-E634-55D5962FD9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84" name="矩形 983">
                      <a:extLst>
                        <a:ext uri="{FF2B5EF4-FFF2-40B4-BE49-F238E27FC236}">
                          <a16:creationId xmlns:a16="http://schemas.microsoft.com/office/drawing/2014/main" id="{B5A5D152-01F7-DC66-95C1-B950A75610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85" name="矩形 984">
                      <a:extLst>
                        <a:ext uri="{FF2B5EF4-FFF2-40B4-BE49-F238E27FC236}">
                          <a16:creationId xmlns:a16="http://schemas.microsoft.com/office/drawing/2014/main" id="{D0B9E9B2-6021-205D-9C82-E7AADF8FED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86" name="矩形 985">
                      <a:extLst>
                        <a:ext uri="{FF2B5EF4-FFF2-40B4-BE49-F238E27FC236}">
                          <a16:creationId xmlns:a16="http://schemas.microsoft.com/office/drawing/2014/main" id="{06F7C11A-40AC-94F8-3A4E-8BB072D20E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40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987" name="直接箭头连接符 986">
                      <a:extLst>
                        <a:ext uri="{FF2B5EF4-FFF2-40B4-BE49-F238E27FC236}">
                          <a16:creationId xmlns:a16="http://schemas.microsoft.com/office/drawing/2014/main" id="{91CE3A76-71AA-ED57-5CC1-EF5D77CF22FD}"/>
                        </a:ext>
                      </a:extLst>
                    </p:cNvPr>
                    <p:cNvCxnSpPr>
                      <a:cxnSpLocks/>
                      <a:endCxn id="984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67" name="组合 766">
                    <a:extLst>
                      <a:ext uri="{FF2B5EF4-FFF2-40B4-BE49-F238E27FC236}">
                        <a16:creationId xmlns:a16="http://schemas.microsoft.com/office/drawing/2014/main" id="{AC0DEF15-74A6-CB17-B206-91265820F791}"/>
                      </a:ext>
                    </a:extLst>
                  </p:cNvPr>
                  <p:cNvGrpSpPr/>
                  <p:nvPr/>
                </p:nvGrpSpPr>
                <p:grpSpPr>
                  <a:xfrm>
                    <a:off x="5532498" y="1077317"/>
                    <a:ext cx="261746" cy="999240"/>
                    <a:chOff x="975600" y="2080173"/>
                    <a:chExt cx="972000" cy="658766"/>
                  </a:xfrm>
                </p:grpSpPr>
                <p:sp>
                  <p:nvSpPr>
                    <p:cNvPr id="967" name="矩形 966">
                      <a:extLst>
                        <a:ext uri="{FF2B5EF4-FFF2-40B4-BE49-F238E27FC236}">
                          <a16:creationId xmlns:a16="http://schemas.microsoft.com/office/drawing/2014/main" id="{8F4332EA-A0F1-F27B-A5CC-D27410DC77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68" name="矩形 967">
                      <a:extLst>
                        <a:ext uri="{FF2B5EF4-FFF2-40B4-BE49-F238E27FC236}">
                          <a16:creationId xmlns:a16="http://schemas.microsoft.com/office/drawing/2014/main" id="{7C5870BA-3DF9-7DAD-8A18-943923DE00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69" name="矩形 968">
                      <a:extLst>
                        <a:ext uri="{FF2B5EF4-FFF2-40B4-BE49-F238E27FC236}">
                          <a16:creationId xmlns:a16="http://schemas.microsoft.com/office/drawing/2014/main" id="{113A87C3-0B85-6618-9ECF-506F3669BB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70" name="矩形 969">
                      <a:extLst>
                        <a:ext uri="{FF2B5EF4-FFF2-40B4-BE49-F238E27FC236}">
                          <a16:creationId xmlns:a16="http://schemas.microsoft.com/office/drawing/2014/main" id="{99C24FF2-D5BA-FEC5-842D-1B595F68B7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71" name="矩形 970">
                      <a:extLst>
                        <a:ext uri="{FF2B5EF4-FFF2-40B4-BE49-F238E27FC236}">
                          <a16:creationId xmlns:a16="http://schemas.microsoft.com/office/drawing/2014/main" id="{6823F0F0-43BB-12DC-73D4-0968335685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72" name="矩形 971">
                      <a:extLst>
                        <a:ext uri="{FF2B5EF4-FFF2-40B4-BE49-F238E27FC236}">
                          <a16:creationId xmlns:a16="http://schemas.microsoft.com/office/drawing/2014/main" id="{1F0F254F-DFC3-99F1-FD52-80B48464C4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73" name="矩形 972">
                      <a:extLst>
                        <a:ext uri="{FF2B5EF4-FFF2-40B4-BE49-F238E27FC236}">
                          <a16:creationId xmlns:a16="http://schemas.microsoft.com/office/drawing/2014/main" id="{D5635AD3-8134-0D78-5A77-DA4DBBD330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74" name="矩形 973">
                      <a:extLst>
                        <a:ext uri="{FF2B5EF4-FFF2-40B4-BE49-F238E27FC236}">
                          <a16:creationId xmlns:a16="http://schemas.microsoft.com/office/drawing/2014/main" id="{34895D36-CCF4-9929-CCC1-9E14109558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975" name="矩形 974">
                      <a:extLst>
                        <a:ext uri="{FF2B5EF4-FFF2-40B4-BE49-F238E27FC236}">
                          <a16:creationId xmlns:a16="http://schemas.microsoft.com/office/drawing/2014/main" id="{D33B211B-0BCF-F295-AE6E-D855C49EA3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976" name="直接箭头连接符 975">
                      <a:extLst>
                        <a:ext uri="{FF2B5EF4-FFF2-40B4-BE49-F238E27FC236}">
                          <a16:creationId xmlns:a16="http://schemas.microsoft.com/office/drawing/2014/main" id="{6CA38779-88D1-46B5-1F94-ACD77B77C475}"/>
                        </a:ext>
                      </a:extLst>
                    </p:cNvPr>
                    <p:cNvCxnSpPr>
                      <a:cxnSpLocks/>
                      <a:endCxn id="973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768" name="组合 767">
                    <a:extLst>
                      <a:ext uri="{FF2B5EF4-FFF2-40B4-BE49-F238E27FC236}">
                        <a16:creationId xmlns:a16="http://schemas.microsoft.com/office/drawing/2014/main" id="{B1032AA9-4AD6-BE80-34A9-8C23DBD47D20}"/>
                      </a:ext>
                    </a:extLst>
                  </p:cNvPr>
                  <p:cNvGrpSpPr/>
                  <p:nvPr/>
                </p:nvGrpSpPr>
                <p:grpSpPr>
                  <a:xfrm>
                    <a:off x="4538889" y="771109"/>
                    <a:ext cx="1557111" cy="1189019"/>
                    <a:chOff x="4538889" y="771109"/>
                    <a:chExt cx="1557111" cy="1189019"/>
                  </a:xfrm>
                </p:grpSpPr>
                <p:grpSp>
                  <p:nvGrpSpPr>
                    <p:cNvPr id="915" name="组合 914">
                      <a:extLst>
                        <a:ext uri="{FF2B5EF4-FFF2-40B4-BE49-F238E27FC236}">
                          <a16:creationId xmlns:a16="http://schemas.microsoft.com/office/drawing/2014/main" id="{D71E07AC-ACB1-66CD-C2A3-C1A045570C6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538889" y="790225"/>
                      <a:ext cx="1230849" cy="177315"/>
                      <a:chOff x="750916" y="1687681"/>
                      <a:chExt cx="1196684" cy="1108352"/>
                    </a:xfrm>
                  </p:grpSpPr>
                  <p:sp>
                    <p:nvSpPr>
                      <p:cNvPr id="956" name="矩形 955">
                        <a:extLst>
                          <a:ext uri="{FF2B5EF4-FFF2-40B4-BE49-F238E27FC236}">
                            <a16:creationId xmlns:a16="http://schemas.microsoft.com/office/drawing/2014/main" id="{D3E8B70B-06DD-29E6-D1AE-F369EE1A19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0916" y="1687681"/>
                        <a:ext cx="972000" cy="110835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zh-CN" altLang="en-US" sz="1000" b="1" dirty="0">
                            <a:solidFill>
                              <a:srgbClr val="C00000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负载功率计算</a:t>
                        </a:r>
                      </a:p>
                    </p:txBody>
                  </p:sp>
                  <p:sp>
                    <p:nvSpPr>
                      <p:cNvPr id="957" name="矩形 956">
                        <a:extLst>
                          <a:ext uri="{FF2B5EF4-FFF2-40B4-BE49-F238E27FC236}">
                            <a16:creationId xmlns:a16="http://schemas.microsoft.com/office/drawing/2014/main" id="{573A3BF1-1E5B-8BD4-AD79-2670F64D36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58" name="矩形 957">
                        <a:extLst>
                          <a:ext uri="{FF2B5EF4-FFF2-40B4-BE49-F238E27FC236}">
                            <a16:creationId xmlns:a16="http://schemas.microsoft.com/office/drawing/2014/main" id="{5913A435-4EBC-6C63-276C-AF4A8B49D4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59" name="矩形 958">
                        <a:extLst>
                          <a:ext uri="{FF2B5EF4-FFF2-40B4-BE49-F238E27FC236}">
                            <a16:creationId xmlns:a16="http://schemas.microsoft.com/office/drawing/2014/main" id="{C9D6D878-A8A5-562B-1DF2-A2622D4EA7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60" name="矩形 959">
                        <a:extLst>
                          <a:ext uri="{FF2B5EF4-FFF2-40B4-BE49-F238E27FC236}">
                            <a16:creationId xmlns:a16="http://schemas.microsoft.com/office/drawing/2014/main" id="{9EA3CDF0-7CB1-6A10-4B2B-B81DE4210E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61" name="矩形 960">
                        <a:extLst>
                          <a:ext uri="{FF2B5EF4-FFF2-40B4-BE49-F238E27FC236}">
                            <a16:creationId xmlns:a16="http://schemas.microsoft.com/office/drawing/2014/main" id="{ED5AFC23-768C-7533-D53A-093867C1FE9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62" name="矩形 961">
                        <a:extLst>
                          <a:ext uri="{FF2B5EF4-FFF2-40B4-BE49-F238E27FC236}">
                            <a16:creationId xmlns:a16="http://schemas.microsoft.com/office/drawing/2014/main" id="{4C1BE36D-8707-E74C-D335-6E8FAEE3656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63" name="矩形 962">
                        <a:extLst>
                          <a:ext uri="{FF2B5EF4-FFF2-40B4-BE49-F238E27FC236}">
                            <a16:creationId xmlns:a16="http://schemas.microsoft.com/office/drawing/2014/main" id="{FA1AA870-E349-B55E-C894-ADF552305A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64" name="矩形 963">
                        <a:extLst>
                          <a:ext uri="{FF2B5EF4-FFF2-40B4-BE49-F238E27FC236}">
                            <a16:creationId xmlns:a16="http://schemas.microsoft.com/office/drawing/2014/main" id="{922DC385-57B4-323F-2705-698EF2551D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65" name="矩形 964">
                        <a:extLst>
                          <a:ext uri="{FF2B5EF4-FFF2-40B4-BE49-F238E27FC236}">
                            <a16:creationId xmlns:a16="http://schemas.microsoft.com/office/drawing/2014/main" id="{EB5AF78E-DA23-84EB-7193-0AAFB15BC2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966" name="直接箭头连接符 965">
                        <a:extLst>
                          <a:ext uri="{FF2B5EF4-FFF2-40B4-BE49-F238E27FC236}">
                            <a16:creationId xmlns:a16="http://schemas.microsoft.com/office/drawing/2014/main" id="{F62DABBB-75DB-800C-7CAA-0538253D9ADF}"/>
                          </a:ext>
                        </a:extLst>
                      </p:cNvPr>
                      <p:cNvCxnSpPr>
                        <a:cxnSpLocks/>
                        <a:endCxn id="963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916" name="组合 915">
                      <a:extLst>
                        <a:ext uri="{FF2B5EF4-FFF2-40B4-BE49-F238E27FC236}">
                          <a16:creationId xmlns:a16="http://schemas.microsoft.com/office/drawing/2014/main" id="{670D4942-A0C9-867D-B8B0-E7385FCBB61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622004" y="771109"/>
                      <a:ext cx="1473996" cy="1114841"/>
                      <a:chOff x="973171" y="2080173"/>
                      <a:chExt cx="974429" cy="658766"/>
                    </a:xfrm>
                  </p:grpSpPr>
                  <p:sp>
                    <p:nvSpPr>
                      <p:cNvPr id="945" name="矩形 944">
                        <a:extLst>
                          <a:ext uri="{FF2B5EF4-FFF2-40B4-BE49-F238E27FC236}">
                            <a16:creationId xmlns:a16="http://schemas.microsoft.com/office/drawing/2014/main" id="{AFFD45FA-ADF4-DC28-98EF-C22EA0129B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3171" y="2080173"/>
                        <a:ext cx="972000" cy="648000"/>
                      </a:xfrm>
                      <a:prstGeom prst="rect">
                        <a:avLst/>
                      </a:prstGeom>
                      <a:noFill/>
                      <a:ln w="19050">
                        <a:solidFill>
                          <a:srgbClr val="C00000"/>
                        </a:solidFill>
                        <a:prstDash val="dashDot"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  <p:sp>
                    <p:nvSpPr>
                      <p:cNvPr id="946" name="矩形 945">
                        <a:extLst>
                          <a:ext uri="{FF2B5EF4-FFF2-40B4-BE49-F238E27FC236}">
                            <a16:creationId xmlns:a16="http://schemas.microsoft.com/office/drawing/2014/main" id="{6A4A589C-211C-0FA1-BC90-E8BB99536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47" name="矩形 946">
                        <a:extLst>
                          <a:ext uri="{FF2B5EF4-FFF2-40B4-BE49-F238E27FC236}">
                            <a16:creationId xmlns:a16="http://schemas.microsoft.com/office/drawing/2014/main" id="{94CCACAF-FD13-2B33-59D1-45053997E3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48" name="矩形 947">
                        <a:extLst>
                          <a:ext uri="{FF2B5EF4-FFF2-40B4-BE49-F238E27FC236}">
                            <a16:creationId xmlns:a16="http://schemas.microsoft.com/office/drawing/2014/main" id="{8776D2AC-F906-ECF4-BE8A-9E684DD255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49" name="矩形 948">
                        <a:extLst>
                          <a:ext uri="{FF2B5EF4-FFF2-40B4-BE49-F238E27FC236}">
                            <a16:creationId xmlns:a16="http://schemas.microsoft.com/office/drawing/2014/main" id="{B5B30570-D716-355D-DD76-A4D8F21C7B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50" name="矩形 949">
                        <a:extLst>
                          <a:ext uri="{FF2B5EF4-FFF2-40B4-BE49-F238E27FC236}">
                            <a16:creationId xmlns:a16="http://schemas.microsoft.com/office/drawing/2014/main" id="{A0F66199-AFD0-5978-3275-69D61B5139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51" name="矩形 950">
                        <a:extLst>
                          <a:ext uri="{FF2B5EF4-FFF2-40B4-BE49-F238E27FC236}">
                            <a16:creationId xmlns:a16="http://schemas.microsoft.com/office/drawing/2014/main" id="{00191E27-8758-57F0-203A-43C55B7652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52" name="矩形 951">
                        <a:extLst>
                          <a:ext uri="{FF2B5EF4-FFF2-40B4-BE49-F238E27FC236}">
                            <a16:creationId xmlns:a16="http://schemas.microsoft.com/office/drawing/2014/main" id="{E112CA94-663E-F26D-48EE-214FC2ABD7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53" name="矩形 952">
                        <a:extLst>
                          <a:ext uri="{FF2B5EF4-FFF2-40B4-BE49-F238E27FC236}">
                            <a16:creationId xmlns:a16="http://schemas.microsoft.com/office/drawing/2014/main" id="{D797AD00-4925-0F25-6E27-F7F425C4CE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54" name="矩形 953">
                        <a:extLst>
                          <a:ext uri="{FF2B5EF4-FFF2-40B4-BE49-F238E27FC236}">
                            <a16:creationId xmlns:a16="http://schemas.microsoft.com/office/drawing/2014/main" id="{1E218F61-1A29-288E-8DD1-03F19C0806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955" name="直接箭头连接符 954">
                        <a:extLst>
                          <a:ext uri="{FF2B5EF4-FFF2-40B4-BE49-F238E27FC236}">
                            <a16:creationId xmlns:a16="http://schemas.microsoft.com/office/drawing/2014/main" id="{66D5223C-9BD0-7CA5-CD7B-DB2DC4861DA1}"/>
                          </a:ext>
                        </a:extLst>
                      </p:cNvPr>
                      <p:cNvCxnSpPr>
                        <a:cxnSpLocks/>
                        <a:endCxn id="952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917" name="组合 916">
                      <a:extLst>
                        <a:ext uri="{FF2B5EF4-FFF2-40B4-BE49-F238E27FC236}">
                          <a16:creationId xmlns:a16="http://schemas.microsoft.com/office/drawing/2014/main" id="{559EA869-2B0F-8D73-F22D-EBEA536AE93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198544" y="1013050"/>
                      <a:ext cx="275237" cy="947078"/>
                      <a:chOff x="975600" y="2080173"/>
                      <a:chExt cx="972000" cy="745496"/>
                    </a:xfrm>
                  </p:grpSpPr>
                  <p:sp>
                    <p:nvSpPr>
                      <p:cNvPr id="935" name="矩形 934">
                        <a:extLst>
                          <a:ext uri="{FF2B5EF4-FFF2-40B4-BE49-F238E27FC236}">
                            <a16:creationId xmlns:a16="http://schemas.microsoft.com/office/drawing/2014/main" id="{56590CA2-B9BC-C955-9012-A214CAF9BB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36" name="矩形 935">
                        <a:extLst>
                          <a:ext uri="{FF2B5EF4-FFF2-40B4-BE49-F238E27FC236}">
                            <a16:creationId xmlns:a16="http://schemas.microsoft.com/office/drawing/2014/main" id="{682703ED-AA50-F030-D5AD-787E7C72DC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37" name="矩形 936">
                        <a:extLst>
                          <a:ext uri="{FF2B5EF4-FFF2-40B4-BE49-F238E27FC236}">
                            <a16:creationId xmlns:a16="http://schemas.microsoft.com/office/drawing/2014/main" id="{9FFCB06C-D684-B60D-3671-FBA3BB7869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38" name="矩形 937">
                        <a:extLst>
                          <a:ext uri="{FF2B5EF4-FFF2-40B4-BE49-F238E27FC236}">
                            <a16:creationId xmlns:a16="http://schemas.microsoft.com/office/drawing/2014/main" id="{700A3F0D-16C1-51BE-B4F1-82ABC28D72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39" name="矩形 938">
                        <a:extLst>
                          <a:ext uri="{FF2B5EF4-FFF2-40B4-BE49-F238E27FC236}">
                            <a16:creationId xmlns:a16="http://schemas.microsoft.com/office/drawing/2014/main" id="{20C7EA2C-9F32-5B3B-93AE-0977A722AC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40" name="矩形 939">
                        <a:extLst>
                          <a:ext uri="{FF2B5EF4-FFF2-40B4-BE49-F238E27FC236}">
                            <a16:creationId xmlns:a16="http://schemas.microsoft.com/office/drawing/2014/main" id="{C5A0DB8B-6069-FBF2-2ADD-DA3F37A219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41" name="矩形 940">
                        <a:extLst>
                          <a:ext uri="{FF2B5EF4-FFF2-40B4-BE49-F238E27FC236}">
                            <a16:creationId xmlns:a16="http://schemas.microsoft.com/office/drawing/2014/main" id="{EAF72BE6-0D97-5EDD-912B-9D967ED7B5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42" name="矩形 941">
                        <a:extLst>
                          <a:ext uri="{FF2B5EF4-FFF2-40B4-BE49-F238E27FC236}">
                            <a16:creationId xmlns:a16="http://schemas.microsoft.com/office/drawing/2014/main" id="{D223DD3C-4051-1AC8-FFB1-213045ABF4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43" name="矩形 942">
                        <a:extLst>
                          <a:ext uri="{FF2B5EF4-FFF2-40B4-BE49-F238E27FC236}">
                            <a16:creationId xmlns:a16="http://schemas.microsoft.com/office/drawing/2014/main" id="{66B2AA70-12EE-9138-146E-CDCFE30E16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944" name="直接箭头连接符 943">
                        <a:extLst>
                          <a:ext uri="{FF2B5EF4-FFF2-40B4-BE49-F238E27FC236}">
                            <a16:creationId xmlns:a16="http://schemas.microsoft.com/office/drawing/2014/main" id="{724EF23C-66CB-0138-0976-9522B344428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918" name="组合 917">
                      <a:extLst>
                        <a:ext uri="{FF2B5EF4-FFF2-40B4-BE49-F238E27FC236}">
                          <a16:creationId xmlns:a16="http://schemas.microsoft.com/office/drawing/2014/main" id="{28A7C94D-53AD-20AB-3881-CD8AE9DC6D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666073" y="1311913"/>
                      <a:ext cx="365247" cy="206263"/>
                      <a:chOff x="596942" y="2072407"/>
                      <a:chExt cx="1377925" cy="753262"/>
                    </a:xfrm>
                  </p:grpSpPr>
                  <p:sp>
                    <p:nvSpPr>
                      <p:cNvPr id="924" name="矩形 923">
                        <a:extLst>
                          <a:ext uri="{FF2B5EF4-FFF2-40B4-BE49-F238E27FC236}">
                            <a16:creationId xmlns:a16="http://schemas.microsoft.com/office/drawing/2014/main" id="{D02890AB-DB32-2D80-2070-52EDE04295E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942" y="2072407"/>
                        <a:ext cx="1377925" cy="750019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36000" tIns="36000" rIns="36000" bIns="36000" rtlCol="0" anchor="ctr"/>
                      <a:lstStyle/>
                      <a:p>
                        <a:pPr algn="ctr"/>
                        <a:r>
                          <a:rPr lang="zh-CN" altLang="en-US" sz="9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飞轮</a:t>
                        </a:r>
                      </a:p>
                    </p:txBody>
                  </p:sp>
                  <p:sp>
                    <p:nvSpPr>
                      <p:cNvPr id="925" name="矩形 924">
                        <a:extLst>
                          <a:ext uri="{FF2B5EF4-FFF2-40B4-BE49-F238E27FC236}">
                            <a16:creationId xmlns:a16="http://schemas.microsoft.com/office/drawing/2014/main" id="{CE27306D-D2D2-C24A-C137-D9F5E0F9454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26" name="矩形 925">
                        <a:extLst>
                          <a:ext uri="{FF2B5EF4-FFF2-40B4-BE49-F238E27FC236}">
                            <a16:creationId xmlns:a16="http://schemas.microsoft.com/office/drawing/2014/main" id="{80E987FD-C121-14E6-2189-87D6D63703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27" name="矩形 926">
                        <a:extLst>
                          <a:ext uri="{FF2B5EF4-FFF2-40B4-BE49-F238E27FC236}">
                            <a16:creationId xmlns:a16="http://schemas.microsoft.com/office/drawing/2014/main" id="{AB7170B1-F9EA-8CB2-555B-A52B50AE96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28" name="矩形 927">
                        <a:extLst>
                          <a:ext uri="{FF2B5EF4-FFF2-40B4-BE49-F238E27FC236}">
                            <a16:creationId xmlns:a16="http://schemas.microsoft.com/office/drawing/2014/main" id="{A253D90D-7FAA-0DA9-CF77-EA3DA00EE9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29" name="矩形 928">
                        <a:extLst>
                          <a:ext uri="{FF2B5EF4-FFF2-40B4-BE49-F238E27FC236}">
                            <a16:creationId xmlns:a16="http://schemas.microsoft.com/office/drawing/2014/main" id="{FE2C7CD1-EC5A-4301-A9C7-543C03B613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30" name="矩形 929">
                        <a:extLst>
                          <a:ext uri="{FF2B5EF4-FFF2-40B4-BE49-F238E27FC236}">
                            <a16:creationId xmlns:a16="http://schemas.microsoft.com/office/drawing/2014/main" id="{A3FAD92E-E958-FE30-8319-7810844315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31" name="矩形 930">
                        <a:extLst>
                          <a:ext uri="{FF2B5EF4-FFF2-40B4-BE49-F238E27FC236}">
                            <a16:creationId xmlns:a16="http://schemas.microsoft.com/office/drawing/2014/main" id="{23C979F6-235D-8ACF-D5EB-11D680DCC4A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32" name="矩形 931">
                        <a:extLst>
                          <a:ext uri="{FF2B5EF4-FFF2-40B4-BE49-F238E27FC236}">
                            <a16:creationId xmlns:a16="http://schemas.microsoft.com/office/drawing/2014/main" id="{74AA8963-CEB9-341A-08D8-9B76F473D4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33" name="矩形 932">
                        <a:extLst>
                          <a:ext uri="{FF2B5EF4-FFF2-40B4-BE49-F238E27FC236}">
                            <a16:creationId xmlns:a16="http://schemas.microsoft.com/office/drawing/2014/main" id="{946E15F5-529B-3C2B-0A4D-5AB047A761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934" name="直接箭头连接符 933">
                        <a:extLst>
                          <a:ext uri="{FF2B5EF4-FFF2-40B4-BE49-F238E27FC236}">
                            <a16:creationId xmlns:a16="http://schemas.microsoft.com/office/drawing/2014/main" id="{309FB03C-9CB2-E2F5-2717-4CE809E3BE7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919" name="矩形 918">
                      <a:extLst>
                        <a:ext uri="{FF2B5EF4-FFF2-40B4-BE49-F238E27FC236}">
                          <a16:creationId xmlns:a16="http://schemas.microsoft.com/office/drawing/2014/main" id="{05B3F7A9-68B1-00F0-8A4F-FFEBD3F6DD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66073" y="1613948"/>
                      <a:ext cx="418831" cy="206264"/>
                    </a:xfrm>
                    <a:prstGeom prst="rect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敏感器</a:t>
                      </a:r>
                    </a:p>
                  </p:txBody>
                </p:sp>
                <p:sp>
                  <p:nvSpPr>
                    <p:cNvPr id="920" name="矩形 919">
                      <a:extLst>
                        <a:ext uri="{FF2B5EF4-FFF2-40B4-BE49-F238E27FC236}">
                          <a16:creationId xmlns:a16="http://schemas.microsoft.com/office/drawing/2014/main" id="{CCB6A408-A891-FC60-AE51-0A0CFEE30A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66073" y="1049579"/>
                      <a:ext cx="418831" cy="206264"/>
                    </a:xfrm>
                    <a:prstGeom prst="rect">
                      <a:avLst/>
                    </a:prstGeom>
                    <a:noFill/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控制器</a:t>
                      </a:r>
                    </a:p>
                  </p:txBody>
                </p:sp>
                <p:sp>
                  <p:nvSpPr>
                    <p:cNvPr id="921" name="矩形 920">
                      <a:extLst>
                        <a:ext uri="{FF2B5EF4-FFF2-40B4-BE49-F238E27FC236}">
                          <a16:creationId xmlns:a16="http://schemas.microsoft.com/office/drawing/2014/main" id="{93E9DF15-7E6D-236E-8296-6477E83EA5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15220" y="1049579"/>
                      <a:ext cx="699818" cy="206264"/>
                    </a:xfrm>
                    <a:prstGeom prst="rect">
                      <a:avLst/>
                    </a:prstGeom>
                    <a:noFill/>
                    <a:ln w="9525"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固定值功率</a:t>
                      </a:r>
                    </a:p>
                  </p:txBody>
                </p:sp>
                <p:sp>
                  <p:nvSpPr>
                    <p:cNvPr id="922" name="矩形 921">
                      <a:extLst>
                        <a:ext uri="{FF2B5EF4-FFF2-40B4-BE49-F238E27FC236}">
                          <a16:creationId xmlns:a16="http://schemas.microsoft.com/office/drawing/2014/main" id="{EE720FD5-D905-1D35-15F8-8555087FB7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33975" y="1330567"/>
                      <a:ext cx="881063" cy="206264"/>
                    </a:xfrm>
                    <a:prstGeom prst="rect">
                      <a:avLst/>
                    </a:prstGeom>
                    <a:noFill/>
                    <a:ln w="9525"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正比于控制力矩</a:t>
                      </a:r>
                    </a:p>
                  </p:txBody>
                </p:sp>
                <p:sp>
                  <p:nvSpPr>
                    <p:cNvPr id="923" name="矩形 922">
                      <a:extLst>
                        <a:ext uri="{FF2B5EF4-FFF2-40B4-BE49-F238E27FC236}">
                          <a16:creationId xmlns:a16="http://schemas.microsoft.com/office/drawing/2014/main" id="{8FFB922B-AAC2-4C78-A19C-222AA007A1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15220" y="1611555"/>
                      <a:ext cx="699818" cy="206264"/>
                    </a:xfrm>
                    <a:prstGeom prst="rect">
                      <a:avLst/>
                    </a:prstGeom>
                    <a:noFill/>
                    <a:ln w="9525"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/>
                    <a:lstStyle/>
                    <a:p>
                      <a:pPr algn="ctr"/>
                      <a:r>
                        <a:rPr lang="zh-CN" altLang="en-US" sz="900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固定值功率</a:t>
                      </a:r>
                    </a:p>
                  </p:txBody>
                </p:sp>
              </p:grpSp>
              <p:grpSp>
                <p:nvGrpSpPr>
                  <p:cNvPr id="769" name="组合 768">
                    <a:extLst>
                      <a:ext uri="{FF2B5EF4-FFF2-40B4-BE49-F238E27FC236}">
                        <a16:creationId xmlns:a16="http://schemas.microsoft.com/office/drawing/2014/main" id="{DE906DA5-33BC-4D4B-3E85-54EC2C440A3D}"/>
                      </a:ext>
                    </a:extLst>
                  </p:cNvPr>
                  <p:cNvGrpSpPr/>
                  <p:nvPr/>
                </p:nvGrpSpPr>
                <p:grpSpPr>
                  <a:xfrm>
                    <a:off x="6172202" y="771927"/>
                    <a:ext cx="1890712" cy="1133073"/>
                    <a:chOff x="6172202" y="771927"/>
                    <a:chExt cx="1890712" cy="1133073"/>
                  </a:xfrm>
                </p:grpSpPr>
                <p:grpSp>
                  <p:nvGrpSpPr>
                    <p:cNvPr id="770" name="组合 769">
                      <a:extLst>
                        <a:ext uri="{FF2B5EF4-FFF2-40B4-BE49-F238E27FC236}">
                          <a16:creationId xmlns:a16="http://schemas.microsoft.com/office/drawing/2014/main" id="{5ADC34A7-C503-93F9-730B-A7A6DBFB5D4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176964" y="775871"/>
                      <a:ext cx="1885950" cy="1129129"/>
                      <a:chOff x="973171" y="2080173"/>
                      <a:chExt cx="974429" cy="658766"/>
                    </a:xfrm>
                  </p:grpSpPr>
                  <p:sp>
                    <p:nvSpPr>
                      <p:cNvPr id="904" name="矩形 903">
                        <a:extLst>
                          <a:ext uri="{FF2B5EF4-FFF2-40B4-BE49-F238E27FC236}">
                            <a16:creationId xmlns:a16="http://schemas.microsoft.com/office/drawing/2014/main" id="{69CC563C-2D9D-CC26-C8FE-6982230EDE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3171" y="2080173"/>
                        <a:ext cx="972000" cy="648000"/>
                      </a:xfrm>
                      <a:prstGeom prst="rect">
                        <a:avLst/>
                      </a:prstGeom>
                      <a:noFill/>
                      <a:ln w="19050">
                        <a:solidFill>
                          <a:srgbClr val="FF0000"/>
                        </a:solidFill>
                        <a:prstDash val="dashDot"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  <p:sp>
                    <p:nvSpPr>
                      <p:cNvPr id="905" name="矩形 904">
                        <a:extLst>
                          <a:ext uri="{FF2B5EF4-FFF2-40B4-BE49-F238E27FC236}">
                            <a16:creationId xmlns:a16="http://schemas.microsoft.com/office/drawing/2014/main" id="{BDA55F23-8E06-F0D1-60A1-0F20303115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06" name="矩形 905">
                        <a:extLst>
                          <a:ext uri="{FF2B5EF4-FFF2-40B4-BE49-F238E27FC236}">
                            <a16:creationId xmlns:a16="http://schemas.microsoft.com/office/drawing/2014/main" id="{D2DF09CA-1154-ADD7-150D-10A6ED3E72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07" name="矩形 906">
                        <a:extLst>
                          <a:ext uri="{FF2B5EF4-FFF2-40B4-BE49-F238E27FC236}">
                            <a16:creationId xmlns:a16="http://schemas.microsoft.com/office/drawing/2014/main" id="{1F0B99CB-FF17-91DD-C311-3C3AF9CDA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08" name="矩形 907">
                        <a:extLst>
                          <a:ext uri="{FF2B5EF4-FFF2-40B4-BE49-F238E27FC236}">
                            <a16:creationId xmlns:a16="http://schemas.microsoft.com/office/drawing/2014/main" id="{F0840DE1-4B1A-2A57-13E3-EE36FB7CF2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09" name="矩形 908">
                        <a:extLst>
                          <a:ext uri="{FF2B5EF4-FFF2-40B4-BE49-F238E27FC236}">
                            <a16:creationId xmlns:a16="http://schemas.microsoft.com/office/drawing/2014/main" id="{FE3A5737-0ABA-8531-9EB2-2C87B76CD3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10" name="矩形 909">
                        <a:extLst>
                          <a:ext uri="{FF2B5EF4-FFF2-40B4-BE49-F238E27FC236}">
                            <a16:creationId xmlns:a16="http://schemas.microsoft.com/office/drawing/2014/main" id="{FB7791F6-53F9-6653-3503-C705FC7DA4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11" name="矩形 910">
                        <a:extLst>
                          <a:ext uri="{FF2B5EF4-FFF2-40B4-BE49-F238E27FC236}">
                            <a16:creationId xmlns:a16="http://schemas.microsoft.com/office/drawing/2014/main" id="{2963E5DC-940E-0EFF-CF02-5198625987B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12" name="矩形 911">
                        <a:extLst>
                          <a:ext uri="{FF2B5EF4-FFF2-40B4-BE49-F238E27FC236}">
                            <a16:creationId xmlns:a16="http://schemas.microsoft.com/office/drawing/2014/main" id="{BC2E4602-DC17-7973-2578-4FE1018079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13" name="矩形 912">
                        <a:extLst>
                          <a:ext uri="{FF2B5EF4-FFF2-40B4-BE49-F238E27FC236}">
                            <a16:creationId xmlns:a16="http://schemas.microsoft.com/office/drawing/2014/main" id="{2A0DD9C3-742B-A541-DD65-B55821C81E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914" name="直接箭头连接符 913">
                        <a:extLst>
                          <a:ext uri="{FF2B5EF4-FFF2-40B4-BE49-F238E27FC236}">
                            <a16:creationId xmlns:a16="http://schemas.microsoft.com/office/drawing/2014/main" id="{EA6A79CB-38B0-E924-45A3-31CBE0426F23}"/>
                          </a:ext>
                        </a:extLst>
                      </p:cNvPr>
                      <p:cNvCxnSpPr>
                        <a:cxnSpLocks/>
                        <a:endCxn id="911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71" name="组合 770">
                      <a:extLst>
                        <a:ext uri="{FF2B5EF4-FFF2-40B4-BE49-F238E27FC236}">
                          <a16:creationId xmlns:a16="http://schemas.microsoft.com/office/drawing/2014/main" id="{AF81BE38-40BB-3728-5809-5697B83B545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176964" y="771927"/>
                      <a:ext cx="954851" cy="177706"/>
                      <a:chOff x="973171" y="1628143"/>
                      <a:chExt cx="974429" cy="1110796"/>
                    </a:xfrm>
                  </p:grpSpPr>
                  <p:sp>
                    <p:nvSpPr>
                      <p:cNvPr id="893" name="矩形 892">
                        <a:extLst>
                          <a:ext uri="{FF2B5EF4-FFF2-40B4-BE49-F238E27FC236}">
                            <a16:creationId xmlns:a16="http://schemas.microsoft.com/office/drawing/2014/main" id="{15C18566-05D1-36E3-DD11-2436D7FBB9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3171" y="1628143"/>
                        <a:ext cx="972000" cy="110835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zh-CN" altLang="en-US" sz="1000" b="1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故障类型说明</a:t>
                        </a:r>
                      </a:p>
                    </p:txBody>
                  </p:sp>
                  <p:sp>
                    <p:nvSpPr>
                      <p:cNvPr id="894" name="矩形 893">
                        <a:extLst>
                          <a:ext uri="{FF2B5EF4-FFF2-40B4-BE49-F238E27FC236}">
                            <a16:creationId xmlns:a16="http://schemas.microsoft.com/office/drawing/2014/main" id="{85F5FB73-0A3C-00A0-1260-A991928770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95" name="矩形 894">
                        <a:extLst>
                          <a:ext uri="{FF2B5EF4-FFF2-40B4-BE49-F238E27FC236}">
                            <a16:creationId xmlns:a16="http://schemas.microsoft.com/office/drawing/2014/main" id="{7602C964-A9B6-9280-213F-37FB30DC3B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96" name="矩形 895">
                        <a:extLst>
                          <a:ext uri="{FF2B5EF4-FFF2-40B4-BE49-F238E27FC236}">
                            <a16:creationId xmlns:a16="http://schemas.microsoft.com/office/drawing/2014/main" id="{15402727-FE63-395C-CD73-5774A0777D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97" name="矩形 896">
                        <a:extLst>
                          <a:ext uri="{FF2B5EF4-FFF2-40B4-BE49-F238E27FC236}">
                            <a16:creationId xmlns:a16="http://schemas.microsoft.com/office/drawing/2014/main" id="{8F0E118C-00C1-ACAF-C64D-8A5A19F45D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98" name="矩形 897">
                        <a:extLst>
                          <a:ext uri="{FF2B5EF4-FFF2-40B4-BE49-F238E27FC236}">
                            <a16:creationId xmlns:a16="http://schemas.microsoft.com/office/drawing/2014/main" id="{868403DA-CB0E-CA87-1DA1-3E5AD2155A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99" name="矩形 898">
                        <a:extLst>
                          <a:ext uri="{FF2B5EF4-FFF2-40B4-BE49-F238E27FC236}">
                            <a16:creationId xmlns:a16="http://schemas.microsoft.com/office/drawing/2014/main" id="{4468FEEF-CDA2-2790-A3DD-F79C5C10D1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00" name="矩形 899">
                        <a:extLst>
                          <a:ext uri="{FF2B5EF4-FFF2-40B4-BE49-F238E27FC236}">
                            <a16:creationId xmlns:a16="http://schemas.microsoft.com/office/drawing/2014/main" id="{4CAA568F-1365-80C4-88C7-9FBCD3FFDA0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01" name="矩形 900">
                        <a:extLst>
                          <a:ext uri="{FF2B5EF4-FFF2-40B4-BE49-F238E27FC236}">
                            <a16:creationId xmlns:a16="http://schemas.microsoft.com/office/drawing/2014/main" id="{18AB9538-402D-6A85-3115-8F324A398E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902" name="矩形 901">
                        <a:extLst>
                          <a:ext uri="{FF2B5EF4-FFF2-40B4-BE49-F238E27FC236}">
                            <a16:creationId xmlns:a16="http://schemas.microsoft.com/office/drawing/2014/main" id="{64727BC9-9B00-AB4A-CCE8-D015B202118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903" name="直接箭头连接符 902">
                        <a:extLst>
                          <a:ext uri="{FF2B5EF4-FFF2-40B4-BE49-F238E27FC236}">
                            <a16:creationId xmlns:a16="http://schemas.microsoft.com/office/drawing/2014/main" id="{9F025C1E-86DC-EAD5-24D0-B95D3C7961C3}"/>
                          </a:ext>
                        </a:extLst>
                      </p:cNvPr>
                      <p:cNvCxnSpPr>
                        <a:cxnSpLocks/>
                        <a:endCxn id="900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72" name="组合 771">
                      <a:extLst>
                        <a:ext uri="{FF2B5EF4-FFF2-40B4-BE49-F238E27FC236}">
                          <a16:creationId xmlns:a16="http://schemas.microsoft.com/office/drawing/2014/main" id="{2DB446B2-CAD5-DA08-65B4-140ACA9A8C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390098" y="1049580"/>
                      <a:ext cx="365247" cy="206263"/>
                      <a:chOff x="596942" y="2072407"/>
                      <a:chExt cx="1377925" cy="753262"/>
                    </a:xfrm>
                  </p:grpSpPr>
                  <p:sp>
                    <p:nvSpPr>
                      <p:cNvPr id="882" name="矩形 881">
                        <a:extLst>
                          <a:ext uri="{FF2B5EF4-FFF2-40B4-BE49-F238E27FC236}">
                            <a16:creationId xmlns:a16="http://schemas.microsoft.com/office/drawing/2014/main" id="{2F08C619-BC9B-31A2-5E28-4F599BFC02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942" y="2072407"/>
                        <a:ext cx="1377925" cy="750019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36000" tIns="36000" rIns="36000" bIns="36000" rtlCol="0" anchor="ctr"/>
                      <a:lstStyle/>
                      <a:p>
                        <a:pPr algn="ctr"/>
                        <a:r>
                          <a:rPr lang="zh-CN" altLang="en-US" sz="9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飞轮</a:t>
                        </a:r>
                      </a:p>
                    </p:txBody>
                  </p:sp>
                  <p:sp>
                    <p:nvSpPr>
                      <p:cNvPr id="883" name="矩形 882">
                        <a:extLst>
                          <a:ext uri="{FF2B5EF4-FFF2-40B4-BE49-F238E27FC236}">
                            <a16:creationId xmlns:a16="http://schemas.microsoft.com/office/drawing/2014/main" id="{FF871A02-F0D8-EF6E-8C41-5D1D924810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84" name="矩形 883">
                        <a:extLst>
                          <a:ext uri="{FF2B5EF4-FFF2-40B4-BE49-F238E27FC236}">
                            <a16:creationId xmlns:a16="http://schemas.microsoft.com/office/drawing/2014/main" id="{0F8898B3-5C5D-1216-38A1-B109EB0C56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85" name="矩形 884">
                        <a:extLst>
                          <a:ext uri="{FF2B5EF4-FFF2-40B4-BE49-F238E27FC236}">
                            <a16:creationId xmlns:a16="http://schemas.microsoft.com/office/drawing/2014/main" id="{CED57DF6-887F-4C9F-165D-12C6B7FC31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86" name="矩形 885">
                        <a:extLst>
                          <a:ext uri="{FF2B5EF4-FFF2-40B4-BE49-F238E27FC236}">
                            <a16:creationId xmlns:a16="http://schemas.microsoft.com/office/drawing/2014/main" id="{47A1974A-86EE-F23A-A951-5FED306FB1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87" name="矩形 886">
                        <a:extLst>
                          <a:ext uri="{FF2B5EF4-FFF2-40B4-BE49-F238E27FC236}">
                            <a16:creationId xmlns:a16="http://schemas.microsoft.com/office/drawing/2014/main" id="{45154C36-D8B3-F229-F162-F4DD962347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88" name="矩形 887">
                        <a:extLst>
                          <a:ext uri="{FF2B5EF4-FFF2-40B4-BE49-F238E27FC236}">
                            <a16:creationId xmlns:a16="http://schemas.microsoft.com/office/drawing/2014/main" id="{C809463D-687E-702D-78ED-9305D280A9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89" name="矩形 888">
                        <a:extLst>
                          <a:ext uri="{FF2B5EF4-FFF2-40B4-BE49-F238E27FC236}">
                            <a16:creationId xmlns:a16="http://schemas.microsoft.com/office/drawing/2014/main" id="{23394B40-2D9A-68F9-2DFF-E2D028CB924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90" name="矩形 889">
                        <a:extLst>
                          <a:ext uri="{FF2B5EF4-FFF2-40B4-BE49-F238E27FC236}">
                            <a16:creationId xmlns:a16="http://schemas.microsoft.com/office/drawing/2014/main" id="{9D82AB84-4CBB-CF2A-45B3-034E02FC56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91" name="矩形 890">
                        <a:extLst>
                          <a:ext uri="{FF2B5EF4-FFF2-40B4-BE49-F238E27FC236}">
                            <a16:creationId xmlns:a16="http://schemas.microsoft.com/office/drawing/2014/main" id="{E513D463-8E0E-C27D-DBA1-5296ACEE02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892" name="直接箭头连接符 891">
                        <a:extLst>
                          <a:ext uri="{FF2B5EF4-FFF2-40B4-BE49-F238E27FC236}">
                            <a16:creationId xmlns:a16="http://schemas.microsoft.com/office/drawing/2014/main" id="{35C53F85-9470-BDAB-30AB-07A2382D9C8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73" name="组合 772">
                      <a:extLst>
                        <a:ext uri="{FF2B5EF4-FFF2-40B4-BE49-F238E27FC236}">
                          <a16:creationId xmlns:a16="http://schemas.microsoft.com/office/drawing/2014/main" id="{814E9D8F-CA2F-FAFC-0F67-7600A8ED813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856351" y="960651"/>
                      <a:ext cx="365247" cy="384119"/>
                      <a:chOff x="596942" y="2072407"/>
                      <a:chExt cx="1377925" cy="753262"/>
                    </a:xfrm>
                  </p:grpSpPr>
                  <p:sp>
                    <p:nvSpPr>
                      <p:cNvPr id="871" name="矩形 870">
                        <a:extLst>
                          <a:ext uri="{FF2B5EF4-FFF2-40B4-BE49-F238E27FC236}">
                            <a16:creationId xmlns:a16="http://schemas.microsoft.com/office/drawing/2014/main" id="{533FE3FB-B7F8-9214-71F4-A1A1EF91AE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942" y="2072407"/>
                        <a:ext cx="1377925" cy="750019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FF0000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36000" tIns="36000" rIns="36000" bIns="36000" rtlCol="0" anchor="ctr"/>
                      <a:lstStyle/>
                      <a:p>
                        <a:pPr algn="ctr"/>
                        <a:r>
                          <a:rPr lang="zh-CN" altLang="en-US" sz="9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增益衰减</a:t>
                        </a:r>
                      </a:p>
                    </p:txBody>
                  </p:sp>
                  <p:sp>
                    <p:nvSpPr>
                      <p:cNvPr id="872" name="矩形 871">
                        <a:extLst>
                          <a:ext uri="{FF2B5EF4-FFF2-40B4-BE49-F238E27FC236}">
                            <a16:creationId xmlns:a16="http://schemas.microsoft.com/office/drawing/2014/main" id="{A4FB14F4-6DAF-7502-8861-09C1247E88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73" name="矩形 872">
                        <a:extLst>
                          <a:ext uri="{FF2B5EF4-FFF2-40B4-BE49-F238E27FC236}">
                            <a16:creationId xmlns:a16="http://schemas.microsoft.com/office/drawing/2014/main" id="{A6E69F6A-4B6C-A3CA-7AB1-C8A7256A3CD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74" name="矩形 873">
                        <a:extLst>
                          <a:ext uri="{FF2B5EF4-FFF2-40B4-BE49-F238E27FC236}">
                            <a16:creationId xmlns:a16="http://schemas.microsoft.com/office/drawing/2014/main" id="{CFB1FE5E-2E6A-8B1A-1BDF-0AF28DC6D9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75" name="矩形 874">
                        <a:extLst>
                          <a:ext uri="{FF2B5EF4-FFF2-40B4-BE49-F238E27FC236}">
                            <a16:creationId xmlns:a16="http://schemas.microsoft.com/office/drawing/2014/main" id="{966F6626-E01F-EBF3-C8DB-CEFAA56AFF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76" name="矩形 875">
                        <a:extLst>
                          <a:ext uri="{FF2B5EF4-FFF2-40B4-BE49-F238E27FC236}">
                            <a16:creationId xmlns:a16="http://schemas.microsoft.com/office/drawing/2014/main" id="{E947BF1D-7AA9-30A9-0EFF-4EDC6202DC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77" name="矩形 876">
                        <a:extLst>
                          <a:ext uri="{FF2B5EF4-FFF2-40B4-BE49-F238E27FC236}">
                            <a16:creationId xmlns:a16="http://schemas.microsoft.com/office/drawing/2014/main" id="{95056C19-04F1-22C6-5F1C-E8D519122E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78" name="矩形 877">
                        <a:extLst>
                          <a:ext uri="{FF2B5EF4-FFF2-40B4-BE49-F238E27FC236}">
                            <a16:creationId xmlns:a16="http://schemas.microsoft.com/office/drawing/2014/main" id="{F9717BC4-B865-1183-A301-883608CB10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79" name="矩形 878">
                        <a:extLst>
                          <a:ext uri="{FF2B5EF4-FFF2-40B4-BE49-F238E27FC236}">
                            <a16:creationId xmlns:a16="http://schemas.microsoft.com/office/drawing/2014/main" id="{A9DC5010-6C25-9C3E-780B-FED0917709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80" name="矩形 879">
                        <a:extLst>
                          <a:ext uri="{FF2B5EF4-FFF2-40B4-BE49-F238E27FC236}">
                            <a16:creationId xmlns:a16="http://schemas.microsoft.com/office/drawing/2014/main" id="{A1BBE281-0089-5ADB-1F7C-0D26E5A3FF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881" name="直接箭头连接符 880">
                        <a:extLst>
                          <a:ext uri="{FF2B5EF4-FFF2-40B4-BE49-F238E27FC236}">
                            <a16:creationId xmlns:a16="http://schemas.microsoft.com/office/drawing/2014/main" id="{A8AA2CFC-1AF6-7885-6B99-AA80D491184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74" name="组合 773">
                      <a:extLst>
                        <a:ext uri="{FF2B5EF4-FFF2-40B4-BE49-F238E27FC236}">
                          <a16:creationId xmlns:a16="http://schemas.microsoft.com/office/drawing/2014/main" id="{DA7BAFE8-1D27-75CE-184C-CD3D876D70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261164" y="964299"/>
                      <a:ext cx="365247" cy="384119"/>
                      <a:chOff x="596942" y="2072407"/>
                      <a:chExt cx="1377925" cy="753262"/>
                    </a:xfrm>
                  </p:grpSpPr>
                  <p:sp>
                    <p:nvSpPr>
                      <p:cNvPr id="860" name="矩形 859">
                        <a:extLst>
                          <a:ext uri="{FF2B5EF4-FFF2-40B4-BE49-F238E27FC236}">
                            <a16:creationId xmlns:a16="http://schemas.microsoft.com/office/drawing/2014/main" id="{E238C80C-C570-6508-36DA-4BFFBA87F0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942" y="2072407"/>
                        <a:ext cx="1377925" cy="750019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FF0000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36000" tIns="36000" rIns="36000" bIns="36000" rtlCol="0" anchor="ctr"/>
                      <a:lstStyle/>
                      <a:p>
                        <a:pPr algn="ctr"/>
                        <a:r>
                          <a:rPr lang="zh-CN" altLang="en-US" sz="9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摩擦增大</a:t>
                        </a:r>
                      </a:p>
                    </p:txBody>
                  </p:sp>
                  <p:sp>
                    <p:nvSpPr>
                      <p:cNvPr id="861" name="矩形 860">
                        <a:extLst>
                          <a:ext uri="{FF2B5EF4-FFF2-40B4-BE49-F238E27FC236}">
                            <a16:creationId xmlns:a16="http://schemas.microsoft.com/office/drawing/2014/main" id="{CE6B6F8F-249F-62A4-44DE-D25E227721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62" name="矩形 861">
                        <a:extLst>
                          <a:ext uri="{FF2B5EF4-FFF2-40B4-BE49-F238E27FC236}">
                            <a16:creationId xmlns:a16="http://schemas.microsoft.com/office/drawing/2014/main" id="{F24AEAA3-B12B-68FC-B61C-BDC644B2E3B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63" name="矩形 862">
                        <a:extLst>
                          <a:ext uri="{FF2B5EF4-FFF2-40B4-BE49-F238E27FC236}">
                            <a16:creationId xmlns:a16="http://schemas.microsoft.com/office/drawing/2014/main" id="{6044EDE0-F13B-EC66-F356-E5148797F6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64" name="矩形 863">
                        <a:extLst>
                          <a:ext uri="{FF2B5EF4-FFF2-40B4-BE49-F238E27FC236}">
                            <a16:creationId xmlns:a16="http://schemas.microsoft.com/office/drawing/2014/main" id="{613D495F-2438-A195-E611-44677486F3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65" name="矩形 864">
                        <a:extLst>
                          <a:ext uri="{FF2B5EF4-FFF2-40B4-BE49-F238E27FC236}">
                            <a16:creationId xmlns:a16="http://schemas.microsoft.com/office/drawing/2014/main" id="{6DB890F8-5D15-93C7-2D59-9352221390C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66" name="矩形 865">
                        <a:extLst>
                          <a:ext uri="{FF2B5EF4-FFF2-40B4-BE49-F238E27FC236}">
                            <a16:creationId xmlns:a16="http://schemas.microsoft.com/office/drawing/2014/main" id="{6B0D1D3B-38B4-6287-9628-46F3FCF5F8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67" name="矩形 866">
                        <a:extLst>
                          <a:ext uri="{FF2B5EF4-FFF2-40B4-BE49-F238E27FC236}">
                            <a16:creationId xmlns:a16="http://schemas.microsoft.com/office/drawing/2014/main" id="{A4FA692F-A557-4857-EEC0-761EA0989D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68" name="矩形 867">
                        <a:extLst>
                          <a:ext uri="{FF2B5EF4-FFF2-40B4-BE49-F238E27FC236}">
                            <a16:creationId xmlns:a16="http://schemas.microsoft.com/office/drawing/2014/main" id="{929A2133-609F-4A6F-10E6-02AFBCD716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69" name="矩形 868">
                        <a:extLst>
                          <a:ext uri="{FF2B5EF4-FFF2-40B4-BE49-F238E27FC236}">
                            <a16:creationId xmlns:a16="http://schemas.microsoft.com/office/drawing/2014/main" id="{80CF3165-E02E-A2E1-85C7-30898B093F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870" name="直接箭头连接符 869">
                        <a:extLst>
                          <a:ext uri="{FF2B5EF4-FFF2-40B4-BE49-F238E27FC236}">
                            <a16:creationId xmlns:a16="http://schemas.microsoft.com/office/drawing/2014/main" id="{D7B64726-F86F-0F61-D499-AE9830AB78F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75" name="组合 774">
                      <a:extLst>
                        <a:ext uri="{FF2B5EF4-FFF2-40B4-BE49-F238E27FC236}">
                          <a16:creationId xmlns:a16="http://schemas.microsoft.com/office/drawing/2014/main" id="{26DE5C7F-4BDA-AD13-4750-66CE9FDC491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655813" y="960651"/>
                      <a:ext cx="365247" cy="384119"/>
                      <a:chOff x="596942" y="2072407"/>
                      <a:chExt cx="1377925" cy="753262"/>
                    </a:xfrm>
                  </p:grpSpPr>
                  <p:sp>
                    <p:nvSpPr>
                      <p:cNvPr id="849" name="矩形 848">
                        <a:extLst>
                          <a:ext uri="{FF2B5EF4-FFF2-40B4-BE49-F238E27FC236}">
                            <a16:creationId xmlns:a16="http://schemas.microsoft.com/office/drawing/2014/main" id="{FE09C2B8-4904-D7A3-9398-3593285305C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942" y="2072407"/>
                        <a:ext cx="1377925" cy="750019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FF0000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36000" tIns="36000" rIns="36000" bIns="36000" rtlCol="0" anchor="ctr"/>
                      <a:lstStyle/>
                      <a:p>
                        <a:pPr algn="ctr"/>
                        <a:r>
                          <a:rPr lang="zh-CN" altLang="en-US" sz="9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转轴卡死</a:t>
                        </a:r>
                      </a:p>
                    </p:txBody>
                  </p:sp>
                  <p:sp>
                    <p:nvSpPr>
                      <p:cNvPr id="850" name="矩形 849">
                        <a:extLst>
                          <a:ext uri="{FF2B5EF4-FFF2-40B4-BE49-F238E27FC236}">
                            <a16:creationId xmlns:a16="http://schemas.microsoft.com/office/drawing/2014/main" id="{C28FD7AE-A8ED-E2BD-B8D4-42596DD952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51" name="矩形 850">
                        <a:extLst>
                          <a:ext uri="{FF2B5EF4-FFF2-40B4-BE49-F238E27FC236}">
                            <a16:creationId xmlns:a16="http://schemas.microsoft.com/office/drawing/2014/main" id="{407DEB2F-4E8C-E3BA-8955-524AA0408E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52" name="矩形 851">
                        <a:extLst>
                          <a:ext uri="{FF2B5EF4-FFF2-40B4-BE49-F238E27FC236}">
                            <a16:creationId xmlns:a16="http://schemas.microsoft.com/office/drawing/2014/main" id="{91D36793-473E-B8EB-7B1E-F58F9CDCEE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53" name="矩形 852">
                        <a:extLst>
                          <a:ext uri="{FF2B5EF4-FFF2-40B4-BE49-F238E27FC236}">
                            <a16:creationId xmlns:a16="http://schemas.microsoft.com/office/drawing/2014/main" id="{CCC14E4F-8E8A-A088-A1C1-F27A18B6CF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54" name="矩形 853">
                        <a:extLst>
                          <a:ext uri="{FF2B5EF4-FFF2-40B4-BE49-F238E27FC236}">
                            <a16:creationId xmlns:a16="http://schemas.microsoft.com/office/drawing/2014/main" id="{4AF2B47C-1CB1-11ED-0647-A992DF64AD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55" name="矩形 854">
                        <a:extLst>
                          <a:ext uri="{FF2B5EF4-FFF2-40B4-BE49-F238E27FC236}">
                            <a16:creationId xmlns:a16="http://schemas.microsoft.com/office/drawing/2014/main" id="{5DD12E3B-7B85-1989-48A1-D157073A59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56" name="矩形 855">
                        <a:extLst>
                          <a:ext uri="{FF2B5EF4-FFF2-40B4-BE49-F238E27FC236}">
                            <a16:creationId xmlns:a16="http://schemas.microsoft.com/office/drawing/2014/main" id="{65FA907E-24A0-7E81-BF1B-8437DE4162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57" name="矩形 856">
                        <a:extLst>
                          <a:ext uri="{FF2B5EF4-FFF2-40B4-BE49-F238E27FC236}">
                            <a16:creationId xmlns:a16="http://schemas.microsoft.com/office/drawing/2014/main" id="{30EB9C4E-7939-FA5C-A3D6-94D10EBCDA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dirty="0"/>
                      </a:p>
                    </p:txBody>
                  </p:sp>
                  <p:sp>
                    <p:nvSpPr>
                      <p:cNvPr id="858" name="矩形 857">
                        <a:extLst>
                          <a:ext uri="{FF2B5EF4-FFF2-40B4-BE49-F238E27FC236}">
                            <a16:creationId xmlns:a16="http://schemas.microsoft.com/office/drawing/2014/main" id="{46CBA75D-3984-543A-9972-88CD54D31F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859" name="直接箭头连接符 858">
                        <a:extLst>
                          <a:ext uri="{FF2B5EF4-FFF2-40B4-BE49-F238E27FC236}">
                            <a16:creationId xmlns:a16="http://schemas.microsoft.com/office/drawing/2014/main" id="{F25DA2F9-35F1-1610-B0EB-4212313E0D6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76" name="组合 775">
                      <a:extLst>
                        <a:ext uri="{FF2B5EF4-FFF2-40B4-BE49-F238E27FC236}">
                          <a16:creationId xmlns:a16="http://schemas.microsoft.com/office/drawing/2014/main" id="{670E03B3-5BDE-CF9E-4709-D6B62C87CCC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380573" y="1467224"/>
                      <a:ext cx="418831" cy="350595"/>
                      <a:chOff x="596942" y="2072407"/>
                      <a:chExt cx="1377925" cy="753262"/>
                    </a:xfrm>
                  </p:grpSpPr>
                  <p:sp>
                    <p:nvSpPr>
                      <p:cNvPr id="838" name="矩形 837">
                        <a:extLst>
                          <a:ext uri="{FF2B5EF4-FFF2-40B4-BE49-F238E27FC236}">
                            <a16:creationId xmlns:a16="http://schemas.microsoft.com/office/drawing/2014/main" id="{0F51ADFE-05F3-46F3-3311-6BFA120199A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942" y="2072407"/>
                        <a:ext cx="1377925" cy="750019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36000" tIns="36000" rIns="36000" bIns="36000" rtlCol="0" anchor="ctr"/>
                      <a:lstStyle/>
                      <a:p>
                        <a:pPr algn="ctr"/>
                        <a:r>
                          <a:rPr lang="zh-CN" altLang="en-US" sz="9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敏感器</a:t>
                        </a:r>
                      </a:p>
                    </p:txBody>
                  </p:sp>
                  <p:sp>
                    <p:nvSpPr>
                      <p:cNvPr id="839" name="矩形 838">
                        <a:extLst>
                          <a:ext uri="{FF2B5EF4-FFF2-40B4-BE49-F238E27FC236}">
                            <a16:creationId xmlns:a16="http://schemas.microsoft.com/office/drawing/2014/main" id="{9E4A0120-A52A-D67F-61E5-7138F2240A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40" name="矩形 839">
                        <a:extLst>
                          <a:ext uri="{FF2B5EF4-FFF2-40B4-BE49-F238E27FC236}">
                            <a16:creationId xmlns:a16="http://schemas.microsoft.com/office/drawing/2014/main" id="{65FB0194-D7D5-8733-DFFD-61682F1A43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41" name="矩形 840">
                        <a:extLst>
                          <a:ext uri="{FF2B5EF4-FFF2-40B4-BE49-F238E27FC236}">
                            <a16:creationId xmlns:a16="http://schemas.microsoft.com/office/drawing/2014/main" id="{D3CD94D1-EECA-E568-F21B-B67E490FDAD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42" name="矩形 841">
                        <a:extLst>
                          <a:ext uri="{FF2B5EF4-FFF2-40B4-BE49-F238E27FC236}">
                            <a16:creationId xmlns:a16="http://schemas.microsoft.com/office/drawing/2014/main" id="{F2CFF0B3-FDB4-E405-7269-CEA601F1E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43" name="矩形 842">
                        <a:extLst>
                          <a:ext uri="{FF2B5EF4-FFF2-40B4-BE49-F238E27FC236}">
                            <a16:creationId xmlns:a16="http://schemas.microsoft.com/office/drawing/2014/main" id="{80361469-54A9-FC45-9424-77409C1A46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44" name="矩形 843">
                        <a:extLst>
                          <a:ext uri="{FF2B5EF4-FFF2-40B4-BE49-F238E27FC236}">
                            <a16:creationId xmlns:a16="http://schemas.microsoft.com/office/drawing/2014/main" id="{FE3A1AA8-4CC3-25DB-468D-56C2730D22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45" name="矩形 844">
                        <a:extLst>
                          <a:ext uri="{FF2B5EF4-FFF2-40B4-BE49-F238E27FC236}">
                            <a16:creationId xmlns:a16="http://schemas.microsoft.com/office/drawing/2014/main" id="{26A29511-30B7-7923-DB10-CCE4CCF3BD8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46" name="矩形 845">
                        <a:extLst>
                          <a:ext uri="{FF2B5EF4-FFF2-40B4-BE49-F238E27FC236}">
                            <a16:creationId xmlns:a16="http://schemas.microsoft.com/office/drawing/2014/main" id="{371C1207-38CE-E69A-B8C7-088CCB064C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47" name="矩形 846">
                        <a:extLst>
                          <a:ext uri="{FF2B5EF4-FFF2-40B4-BE49-F238E27FC236}">
                            <a16:creationId xmlns:a16="http://schemas.microsoft.com/office/drawing/2014/main" id="{701D68B8-B77E-42E2-70F1-D7E838F990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848" name="直接箭头连接符 847">
                        <a:extLst>
                          <a:ext uri="{FF2B5EF4-FFF2-40B4-BE49-F238E27FC236}">
                            <a16:creationId xmlns:a16="http://schemas.microsoft.com/office/drawing/2014/main" id="{E9D8C174-CBEB-F0AC-50D4-F2AB2300A23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77" name="组合 776">
                      <a:extLst>
                        <a:ext uri="{FF2B5EF4-FFF2-40B4-BE49-F238E27FC236}">
                          <a16:creationId xmlns:a16="http://schemas.microsoft.com/office/drawing/2014/main" id="{283137F3-9379-A0D3-56F3-6B97933559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899213" y="1444868"/>
                      <a:ext cx="154049" cy="409388"/>
                      <a:chOff x="596942" y="2072407"/>
                      <a:chExt cx="1377925" cy="753262"/>
                    </a:xfrm>
                  </p:grpSpPr>
                  <p:sp>
                    <p:nvSpPr>
                      <p:cNvPr id="827" name="矩形 826">
                        <a:extLst>
                          <a:ext uri="{FF2B5EF4-FFF2-40B4-BE49-F238E27FC236}">
                            <a16:creationId xmlns:a16="http://schemas.microsoft.com/office/drawing/2014/main" id="{044A6A26-4A69-AA45-4A96-403A6C06E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942" y="2072407"/>
                        <a:ext cx="1377925" cy="750019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FF0000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36000" tIns="36000" rIns="36000" bIns="36000" rtlCol="0" anchor="ctr"/>
                      <a:lstStyle/>
                      <a:p>
                        <a:pPr algn="ctr"/>
                        <a:r>
                          <a:rPr lang="zh-CN" altLang="en-US" sz="9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恒值</a:t>
                        </a:r>
                      </a:p>
                    </p:txBody>
                  </p:sp>
                  <p:sp>
                    <p:nvSpPr>
                      <p:cNvPr id="828" name="矩形 827">
                        <a:extLst>
                          <a:ext uri="{FF2B5EF4-FFF2-40B4-BE49-F238E27FC236}">
                            <a16:creationId xmlns:a16="http://schemas.microsoft.com/office/drawing/2014/main" id="{62EBF444-F266-DA07-47C1-039613CE29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29" name="矩形 828">
                        <a:extLst>
                          <a:ext uri="{FF2B5EF4-FFF2-40B4-BE49-F238E27FC236}">
                            <a16:creationId xmlns:a16="http://schemas.microsoft.com/office/drawing/2014/main" id="{B4C27EB8-FB42-F691-A6DE-5B6603052F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30" name="矩形 829">
                        <a:extLst>
                          <a:ext uri="{FF2B5EF4-FFF2-40B4-BE49-F238E27FC236}">
                            <a16:creationId xmlns:a16="http://schemas.microsoft.com/office/drawing/2014/main" id="{AFFD0AF5-ED87-0DF4-09EC-766E97029F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31" name="矩形 830">
                        <a:extLst>
                          <a:ext uri="{FF2B5EF4-FFF2-40B4-BE49-F238E27FC236}">
                            <a16:creationId xmlns:a16="http://schemas.microsoft.com/office/drawing/2014/main" id="{FE406078-5664-0741-9921-4F815BF553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32" name="矩形 831">
                        <a:extLst>
                          <a:ext uri="{FF2B5EF4-FFF2-40B4-BE49-F238E27FC236}">
                            <a16:creationId xmlns:a16="http://schemas.microsoft.com/office/drawing/2014/main" id="{4D96610C-74CB-5D4F-F95D-B2EA4EA7DB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33" name="矩形 832">
                        <a:extLst>
                          <a:ext uri="{FF2B5EF4-FFF2-40B4-BE49-F238E27FC236}">
                            <a16:creationId xmlns:a16="http://schemas.microsoft.com/office/drawing/2014/main" id="{B4B3A8C7-E76A-C235-117C-8BE15E177B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34" name="矩形 833">
                        <a:extLst>
                          <a:ext uri="{FF2B5EF4-FFF2-40B4-BE49-F238E27FC236}">
                            <a16:creationId xmlns:a16="http://schemas.microsoft.com/office/drawing/2014/main" id="{D10CEA99-1671-AE9B-2F03-EE74A07362F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35" name="矩形 834">
                        <a:extLst>
                          <a:ext uri="{FF2B5EF4-FFF2-40B4-BE49-F238E27FC236}">
                            <a16:creationId xmlns:a16="http://schemas.microsoft.com/office/drawing/2014/main" id="{EA166021-1A6F-74F0-A392-3ACD369543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36" name="矩形 835">
                        <a:extLst>
                          <a:ext uri="{FF2B5EF4-FFF2-40B4-BE49-F238E27FC236}">
                            <a16:creationId xmlns:a16="http://schemas.microsoft.com/office/drawing/2014/main" id="{72A22BD1-EA5C-8E20-756D-84BF8825A2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837" name="直接箭头连接符 836">
                        <a:extLst>
                          <a:ext uri="{FF2B5EF4-FFF2-40B4-BE49-F238E27FC236}">
                            <a16:creationId xmlns:a16="http://schemas.microsoft.com/office/drawing/2014/main" id="{FEAB428E-77C0-8FDC-7A6A-FD422218454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78" name="组合 777">
                      <a:extLst>
                        <a:ext uri="{FF2B5EF4-FFF2-40B4-BE49-F238E27FC236}">
                          <a16:creationId xmlns:a16="http://schemas.microsoft.com/office/drawing/2014/main" id="{74A390E2-123A-5D93-BA2B-69A6EFDE436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99238" y="1444868"/>
                      <a:ext cx="154049" cy="409388"/>
                      <a:chOff x="596942" y="2072407"/>
                      <a:chExt cx="1377925" cy="753262"/>
                    </a:xfrm>
                  </p:grpSpPr>
                  <p:sp>
                    <p:nvSpPr>
                      <p:cNvPr id="816" name="矩形 815">
                        <a:extLst>
                          <a:ext uri="{FF2B5EF4-FFF2-40B4-BE49-F238E27FC236}">
                            <a16:creationId xmlns:a16="http://schemas.microsoft.com/office/drawing/2014/main" id="{AC03C6E1-C54B-1255-5A25-A1B75F6EAC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942" y="2072407"/>
                        <a:ext cx="1377925" cy="750019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FF0000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36000" tIns="36000" rIns="36000" bIns="36000" rtlCol="0" anchor="ctr"/>
                      <a:lstStyle/>
                      <a:p>
                        <a:pPr algn="ctr"/>
                        <a:r>
                          <a:rPr lang="zh-CN" altLang="en-US" sz="9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偏移</a:t>
                        </a:r>
                      </a:p>
                    </p:txBody>
                  </p:sp>
                  <p:sp>
                    <p:nvSpPr>
                      <p:cNvPr id="817" name="矩形 816">
                        <a:extLst>
                          <a:ext uri="{FF2B5EF4-FFF2-40B4-BE49-F238E27FC236}">
                            <a16:creationId xmlns:a16="http://schemas.microsoft.com/office/drawing/2014/main" id="{5D12DE3B-F1BB-F2A9-12BB-1F2AC8733C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18" name="矩形 817">
                        <a:extLst>
                          <a:ext uri="{FF2B5EF4-FFF2-40B4-BE49-F238E27FC236}">
                            <a16:creationId xmlns:a16="http://schemas.microsoft.com/office/drawing/2014/main" id="{ECF62EAD-0E08-CBFB-0E7A-F2AD85905A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19" name="矩形 818">
                        <a:extLst>
                          <a:ext uri="{FF2B5EF4-FFF2-40B4-BE49-F238E27FC236}">
                            <a16:creationId xmlns:a16="http://schemas.microsoft.com/office/drawing/2014/main" id="{8545457D-508D-1B15-2240-CAE615CED6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20" name="矩形 819">
                        <a:extLst>
                          <a:ext uri="{FF2B5EF4-FFF2-40B4-BE49-F238E27FC236}">
                            <a16:creationId xmlns:a16="http://schemas.microsoft.com/office/drawing/2014/main" id="{0B3913C9-2DE3-7338-6737-FF301E0F921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21" name="矩形 820">
                        <a:extLst>
                          <a:ext uri="{FF2B5EF4-FFF2-40B4-BE49-F238E27FC236}">
                            <a16:creationId xmlns:a16="http://schemas.microsoft.com/office/drawing/2014/main" id="{B207DACD-F865-3E8D-478B-4CF7C1D3E3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22" name="矩形 821">
                        <a:extLst>
                          <a:ext uri="{FF2B5EF4-FFF2-40B4-BE49-F238E27FC236}">
                            <a16:creationId xmlns:a16="http://schemas.microsoft.com/office/drawing/2014/main" id="{61E35616-FF54-4C28-A3BA-CE62E952D1B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23" name="矩形 822">
                        <a:extLst>
                          <a:ext uri="{FF2B5EF4-FFF2-40B4-BE49-F238E27FC236}">
                            <a16:creationId xmlns:a16="http://schemas.microsoft.com/office/drawing/2014/main" id="{8884C21C-D756-3897-D857-97FA1462B08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24" name="矩形 823">
                        <a:extLst>
                          <a:ext uri="{FF2B5EF4-FFF2-40B4-BE49-F238E27FC236}">
                            <a16:creationId xmlns:a16="http://schemas.microsoft.com/office/drawing/2014/main" id="{5A1C4C78-7562-DD7D-D7E7-66DC652C59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25" name="矩形 824">
                        <a:extLst>
                          <a:ext uri="{FF2B5EF4-FFF2-40B4-BE49-F238E27FC236}">
                            <a16:creationId xmlns:a16="http://schemas.microsoft.com/office/drawing/2014/main" id="{8BB5CD4F-94B7-820B-5513-AFB17E6AD34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826" name="直接箭头连接符 825">
                        <a:extLst>
                          <a:ext uri="{FF2B5EF4-FFF2-40B4-BE49-F238E27FC236}">
                            <a16:creationId xmlns:a16="http://schemas.microsoft.com/office/drawing/2014/main" id="{D70951E4-3121-99D8-CCB2-956615CF796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79" name="组合 778">
                      <a:extLst>
                        <a:ext uri="{FF2B5EF4-FFF2-40B4-BE49-F238E27FC236}">
                          <a16:creationId xmlns:a16="http://schemas.microsoft.com/office/drawing/2014/main" id="{E17DFE4B-7269-2558-8930-915985D8A40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304026" y="1444868"/>
                      <a:ext cx="154049" cy="409388"/>
                      <a:chOff x="596942" y="2072407"/>
                      <a:chExt cx="1377925" cy="753262"/>
                    </a:xfrm>
                  </p:grpSpPr>
                  <p:sp>
                    <p:nvSpPr>
                      <p:cNvPr id="805" name="矩形 804">
                        <a:extLst>
                          <a:ext uri="{FF2B5EF4-FFF2-40B4-BE49-F238E27FC236}">
                            <a16:creationId xmlns:a16="http://schemas.microsoft.com/office/drawing/2014/main" id="{C5893906-C77B-FC0F-77A6-F53AAA9F2E9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942" y="2072407"/>
                        <a:ext cx="1377925" cy="750019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FF0000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36000" tIns="36000" rIns="36000" bIns="36000" rtlCol="0" anchor="ctr"/>
                      <a:lstStyle/>
                      <a:p>
                        <a:pPr algn="ctr"/>
                        <a:r>
                          <a:rPr lang="zh-CN" altLang="en-US" sz="9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漂移</a:t>
                        </a:r>
                      </a:p>
                    </p:txBody>
                  </p:sp>
                  <p:sp>
                    <p:nvSpPr>
                      <p:cNvPr id="806" name="矩形 805">
                        <a:extLst>
                          <a:ext uri="{FF2B5EF4-FFF2-40B4-BE49-F238E27FC236}">
                            <a16:creationId xmlns:a16="http://schemas.microsoft.com/office/drawing/2014/main" id="{2BC151F4-6F48-9B19-CB64-DE9F18E7BC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07" name="矩形 806">
                        <a:extLst>
                          <a:ext uri="{FF2B5EF4-FFF2-40B4-BE49-F238E27FC236}">
                            <a16:creationId xmlns:a16="http://schemas.microsoft.com/office/drawing/2014/main" id="{379470C5-1A95-2885-A1E4-157BC600A4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08" name="矩形 807">
                        <a:extLst>
                          <a:ext uri="{FF2B5EF4-FFF2-40B4-BE49-F238E27FC236}">
                            <a16:creationId xmlns:a16="http://schemas.microsoft.com/office/drawing/2014/main" id="{75172B6A-73C2-487A-E101-D43AA6960D8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09" name="矩形 808">
                        <a:extLst>
                          <a:ext uri="{FF2B5EF4-FFF2-40B4-BE49-F238E27FC236}">
                            <a16:creationId xmlns:a16="http://schemas.microsoft.com/office/drawing/2014/main" id="{4905B313-0F23-8E6B-4F62-FC98CEB385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10" name="矩形 809">
                        <a:extLst>
                          <a:ext uri="{FF2B5EF4-FFF2-40B4-BE49-F238E27FC236}">
                            <a16:creationId xmlns:a16="http://schemas.microsoft.com/office/drawing/2014/main" id="{DA4541F4-4E57-275C-0FB2-E7B5BBB1AA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11" name="矩形 810">
                        <a:extLst>
                          <a:ext uri="{FF2B5EF4-FFF2-40B4-BE49-F238E27FC236}">
                            <a16:creationId xmlns:a16="http://schemas.microsoft.com/office/drawing/2014/main" id="{C4619046-E170-DDE7-EC0D-F5BCD755D54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12" name="矩形 811">
                        <a:extLst>
                          <a:ext uri="{FF2B5EF4-FFF2-40B4-BE49-F238E27FC236}">
                            <a16:creationId xmlns:a16="http://schemas.microsoft.com/office/drawing/2014/main" id="{E62F9556-EDD7-3498-F1CC-549709667EA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13" name="矩形 812">
                        <a:extLst>
                          <a:ext uri="{FF2B5EF4-FFF2-40B4-BE49-F238E27FC236}">
                            <a16:creationId xmlns:a16="http://schemas.microsoft.com/office/drawing/2014/main" id="{DD2AE1A1-8F66-F8CC-5420-6C0E54CA19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14" name="矩形 813">
                        <a:extLst>
                          <a:ext uri="{FF2B5EF4-FFF2-40B4-BE49-F238E27FC236}">
                            <a16:creationId xmlns:a16="http://schemas.microsoft.com/office/drawing/2014/main" id="{6B73C2A6-9281-B4EF-6B4C-1498191A36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815" name="直接箭头连接符 814">
                        <a:extLst>
                          <a:ext uri="{FF2B5EF4-FFF2-40B4-BE49-F238E27FC236}">
                            <a16:creationId xmlns:a16="http://schemas.microsoft.com/office/drawing/2014/main" id="{B373B2D5-165D-E86F-E157-4A2D84C533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80" name="组合 779">
                      <a:extLst>
                        <a:ext uri="{FF2B5EF4-FFF2-40B4-BE49-F238E27FC236}">
                          <a16:creationId xmlns:a16="http://schemas.microsoft.com/office/drawing/2014/main" id="{BF9498DB-A1CE-1CE3-037A-40692E00130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501670" y="1444868"/>
                      <a:ext cx="154049" cy="409388"/>
                      <a:chOff x="596942" y="2072407"/>
                      <a:chExt cx="1377925" cy="753262"/>
                    </a:xfrm>
                  </p:grpSpPr>
                  <p:sp>
                    <p:nvSpPr>
                      <p:cNvPr id="794" name="矩形 793">
                        <a:extLst>
                          <a:ext uri="{FF2B5EF4-FFF2-40B4-BE49-F238E27FC236}">
                            <a16:creationId xmlns:a16="http://schemas.microsoft.com/office/drawing/2014/main" id="{843F3984-2BA2-F9B2-9DA5-275613533D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942" y="2072407"/>
                        <a:ext cx="1377925" cy="750019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FF0000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36000" tIns="36000" rIns="36000" bIns="36000" rtlCol="0" anchor="ctr"/>
                      <a:lstStyle/>
                      <a:p>
                        <a:pPr algn="ctr"/>
                        <a:r>
                          <a:rPr lang="zh-CN" altLang="en-US" sz="9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跳变</a:t>
                        </a:r>
                      </a:p>
                    </p:txBody>
                  </p:sp>
                  <p:sp>
                    <p:nvSpPr>
                      <p:cNvPr id="795" name="矩形 794">
                        <a:extLst>
                          <a:ext uri="{FF2B5EF4-FFF2-40B4-BE49-F238E27FC236}">
                            <a16:creationId xmlns:a16="http://schemas.microsoft.com/office/drawing/2014/main" id="{DF926B36-9A23-CC7A-D2E5-5324E6538D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96" name="矩形 795">
                        <a:extLst>
                          <a:ext uri="{FF2B5EF4-FFF2-40B4-BE49-F238E27FC236}">
                            <a16:creationId xmlns:a16="http://schemas.microsoft.com/office/drawing/2014/main" id="{6377CF55-EC7A-6A69-50C6-5505C09138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97" name="矩形 796">
                        <a:extLst>
                          <a:ext uri="{FF2B5EF4-FFF2-40B4-BE49-F238E27FC236}">
                            <a16:creationId xmlns:a16="http://schemas.microsoft.com/office/drawing/2014/main" id="{6802753A-27A5-171C-4647-B71A77EEE3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98" name="矩形 797">
                        <a:extLst>
                          <a:ext uri="{FF2B5EF4-FFF2-40B4-BE49-F238E27FC236}">
                            <a16:creationId xmlns:a16="http://schemas.microsoft.com/office/drawing/2014/main" id="{5A0036AE-99A8-56B2-F172-B80EC925E7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99" name="矩形 798">
                        <a:extLst>
                          <a:ext uri="{FF2B5EF4-FFF2-40B4-BE49-F238E27FC236}">
                            <a16:creationId xmlns:a16="http://schemas.microsoft.com/office/drawing/2014/main" id="{50C382D8-64E9-3101-1B45-6662F68CC1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00" name="矩形 799">
                        <a:extLst>
                          <a:ext uri="{FF2B5EF4-FFF2-40B4-BE49-F238E27FC236}">
                            <a16:creationId xmlns:a16="http://schemas.microsoft.com/office/drawing/2014/main" id="{4F699F81-E47F-DF22-E16E-EB9DDDE92C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01" name="矩形 800">
                        <a:extLst>
                          <a:ext uri="{FF2B5EF4-FFF2-40B4-BE49-F238E27FC236}">
                            <a16:creationId xmlns:a16="http://schemas.microsoft.com/office/drawing/2014/main" id="{6A119CEA-ED0E-21DA-DCCB-9624DC76AF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02" name="矩形 801">
                        <a:extLst>
                          <a:ext uri="{FF2B5EF4-FFF2-40B4-BE49-F238E27FC236}">
                            <a16:creationId xmlns:a16="http://schemas.microsoft.com/office/drawing/2014/main" id="{715090CE-144F-D65F-CC68-DC78FD627C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803" name="矩形 802">
                        <a:extLst>
                          <a:ext uri="{FF2B5EF4-FFF2-40B4-BE49-F238E27FC236}">
                            <a16:creationId xmlns:a16="http://schemas.microsoft.com/office/drawing/2014/main" id="{728CB2DA-6F9F-9C29-B34B-28D3B35CF8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804" name="直接箭头连接符 803">
                        <a:extLst>
                          <a:ext uri="{FF2B5EF4-FFF2-40B4-BE49-F238E27FC236}">
                            <a16:creationId xmlns:a16="http://schemas.microsoft.com/office/drawing/2014/main" id="{2E5DF334-A2E7-64D8-8C6C-02853D67F12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781" name="组合 780">
                      <a:extLst>
                        <a:ext uri="{FF2B5EF4-FFF2-40B4-BE49-F238E27FC236}">
                          <a16:creationId xmlns:a16="http://schemas.microsoft.com/office/drawing/2014/main" id="{CDB1E20B-26C6-45A9-0312-627023328E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706458" y="1444868"/>
                      <a:ext cx="301686" cy="409388"/>
                      <a:chOff x="596942" y="2072407"/>
                      <a:chExt cx="2698496" cy="753262"/>
                    </a:xfrm>
                  </p:grpSpPr>
                  <p:sp>
                    <p:nvSpPr>
                      <p:cNvPr id="783" name="矩形 782">
                        <a:extLst>
                          <a:ext uri="{FF2B5EF4-FFF2-40B4-BE49-F238E27FC236}">
                            <a16:creationId xmlns:a16="http://schemas.microsoft.com/office/drawing/2014/main" id="{A638B446-2756-169F-60A7-584FD809D8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96942" y="2072407"/>
                        <a:ext cx="2698496" cy="747523"/>
                      </a:xfrm>
                      <a:prstGeom prst="rect">
                        <a:avLst/>
                      </a:prstGeom>
                      <a:noFill/>
                      <a:ln w="9525">
                        <a:solidFill>
                          <a:srgbClr val="FF0000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36000" tIns="36000" rIns="36000" bIns="36000" rtlCol="0" anchor="ctr"/>
                      <a:lstStyle/>
                      <a:p>
                        <a:pPr algn="ctr"/>
                        <a:r>
                          <a:rPr lang="zh-CN" altLang="en-US" sz="9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噪声淹没</a:t>
                        </a:r>
                      </a:p>
                    </p:txBody>
                  </p:sp>
                  <p:sp>
                    <p:nvSpPr>
                      <p:cNvPr id="784" name="矩形 783">
                        <a:extLst>
                          <a:ext uri="{FF2B5EF4-FFF2-40B4-BE49-F238E27FC236}">
                            <a16:creationId xmlns:a16="http://schemas.microsoft.com/office/drawing/2014/main" id="{89F0BE75-9D8C-C84F-8466-A00AFAB622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85" name="矩形 784">
                        <a:extLst>
                          <a:ext uri="{FF2B5EF4-FFF2-40B4-BE49-F238E27FC236}">
                            <a16:creationId xmlns:a16="http://schemas.microsoft.com/office/drawing/2014/main" id="{09EF96C7-A81C-D764-4A26-7023438F72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86" name="矩形 785">
                        <a:extLst>
                          <a:ext uri="{FF2B5EF4-FFF2-40B4-BE49-F238E27FC236}">
                            <a16:creationId xmlns:a16="http://schemas.microsoft.com/office/drawing/2014/main" id="{DFAE265C-08B3-6B5A-1D2D-F745CA6C12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87" name="矩形 786">
                        <a:extLst>
                          <a:ext uri="{FF2B5EF4-FFF2-40B4-BE49-F238E27FC236}">
                            <a16:creationId xmlns:a16="http://schemas.microsoft.com/office/drawing/2014/main" id="{76457EC8-4C4E-E11C-711F-AEA2427FFB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88" name="矩形 787">
                        <a:extLst>
                          <a:ext uri="{FF2B5EF4-FFF2-40B4-BE49-F238E27FC236}">
                            <a16:creationId xmlns:a16="http://schemas.microsoft.com/office/drawing/2014/main" id="{A9487D75-C210-2AC0-1854-9F6B67A139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89" name="矩形 788">
                        <a:extLst>
                          <a:ext uri="{FF2B5EF4-FFF2-40B4-BE49-F238E27FC236}">
                            <a16:creationId xmlns:a16="http://schemas.microsoft.com/office/drawing/2014/main" id="{D04CDA9F-AF1E-391B-177D-61BDB402020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90" name="矩形 789">
                        <a:extLst>
                          <a:ext uri="{FF2B5EF4-FFF2-40B4-BE49-F238E27FC236}">
                            <a16:creationId xmlns:a16="http://schemas.microsoft.com/office/drawing/2014/main" id="{F25EFCD0-DECF-B919-D6E6-342A3713D3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91" name="矩形 790">
                        <a:extLst>
                          <a:ext uri="{FF2B5EF4-FFF2-40B4-BE49-F238E27FC236}">
                            <a16:creationId xmlns:a16="http://schemas.microsoft.com/office/drawing/2014/main" id="{C60B8F59-BB42-4CDA-B587-1481BC8E8D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792" name="矩形 791">
                        <a:extLst>
                          <a:ext uri="{FF2B5EF4-FFF2-40B4-BE49-F238E27FC236}">
                            <a16:creationId xmlns:a16="http://schemas.microsoft.com/office/drawing/2014/main" id="{68FCC1EA-F41E-E5C6-2DBB-D3FC4D163D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793" name="直接箭头连接符 792">
                        <a:extLst>
                          <a:ext uri="{FF2B5EF4-FFF2-40B4-BE49-F238E27FC236}">
                            <a16:creationId xmlns:a16="http://schemas.microsoft.com/office/drawing/2014/main" id="{56207959-4306-E3A9-DB48-5999999716B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1137600" y="2793332"/>
                        <a:ext cx="544692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782" name="直接连接符 781">
                      <a:extLst>
                        <a:ext uri="{FF2B5EF4-FFF2-40B4-BE49-F238E27FC236}">
                          <a16:creationId xmlns:a16="http://schemas.microsoft.com/office/drawing/2014/main" id="{0ED285A8-A494-4168-F601-D2A02FDB7FE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172202" y="1388359"/>
                      <a:ext cx="1881249" cy="0"/>
                    </a:xfrm>
                    <a:prstGeom prst="line">
                      <a:avLst/>
                    </a:prstGeom>
                    <a:ln w="12700">
                      <a:prstDash val="lgDashDotDot"/>
                    </a:ln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64" name="组合 63">
                  <a:extLst>
                    <a:ext uri="{FF2B5EF4-FFF2-40B4-BE49-F238E27FC236}">
                      <a16:creationId xmlns:a16="http://schemas.microsoft.com/office/drawing/2014/main" id="{0F5A2B9A-7230-C7AF-25FC-AB187F208FF6}"/>
                    </a:ext>
                  </a:extLst>
                </p:cNvPr>
                <p:cNvGrpSpPr/>
                <p:nvPr/>
              </p:nvGrpSpPr>
              <p:grpSpPr>
                <a:xfrm>
                  <a:off x="3394180" y="3946356"/>
                  <a:ext cx="275237" cy="947078"/>
                  <a:chOff x="975600" y="2080173"/>
                  <a:chExt cx="972000" cy="745496"/>
                </a:xfrm>
              </p:grpSpPr>
              <p:sp>
                <p:nvSpPr>
                  <p:cNvPr id="738" name="矩形 737">
                    <a:extLst>
                      <a:ext uri="{FF2B5EF4-FFF2-40B4-BE49-F238E27FC236}">
                        <a16:creationId xmlns:a16="http://schemas.microsoft.com/office/drawing/2014/main" id="{BA7AD1CF-5F61-CAA7-A90D-32E2C1DCE75A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39" name="矩形 738">
                    <a:extLst>
                      <a:ext uri="{FF2B5EF4-FFF2-40B4-BE49-F238E27FC236}">
                        <a16:creationId xmlns:a16="http://schemas.microsoft.com/office/drawing/2014/main" id="{AD25F65F-1FBA-75D0-C481-EB4695344D04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40" name="矩形 739">
                    <a:extLst>
                      <a:ext uri="{FF2B5EF4-FFF2-40B4-BE49-F238E27FC236}">
                        <a16:creationId xmlns:a16="http://schemas.microsoft.com/office/drawing/2014/main" id="{9FF343DD-B8EB-62CA-08BC-229DE945FF67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41" name="矩形 740">
                    <a:extLst>
                      <a:ext uri="{FF2B5EF4-FFF2-40B4-BE49-F238E27FC236}">
                        <a16:creationId xmlns:a16="http://schemas.microsoft.com/office/drawing/2014/main" id="{ABD4AF83-4DB8-4F3C-83BD-1BC77F8E18D7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42" name="矩形 741">
                    <a:extLst>
                      <a:ext uri="{FF2B5EF4-FFF2-40B4-BE49-F238E27FC236}">
                        <a16:creationId xmlns:a16="http://schemas.microsoft.com/office/drawing/2014/main" id="{13148F68-A543-ED12-68C3-224F14789AA1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43" name="矩形 742">
                    <a:extLst>
                      <a:ext uri="{FF2B5EF4-FFF2-40B4-BE49-F238E27FC236}">
                        <a16:creationId xmlns:a16="http://schemas.microsoft.com/office/drawing/2014/main" id="{B4097362-5354-E265-65C8-917D83BC96C7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44" name="矩形 743">
                    <a:extLst>
                      <a:ext uri="{FF2B5EF4-FFF2-40B4-BE49-F238E27FC236}">
                        <a16:creationId xmlns:a16="http://schemas.microsoft.com/office/drawing/2014/main" id="{E58BA845-2A7D-3991-B187-330B5F808FFB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45" name="矩形 744">
                    <a:extLst>
                      <a:ext uri="{FF2B5EF4-FFF2-40B4-BE49-F238E27FC236}">
                        <a16:creationId xmlns:a16="http://schemas.microsoft.com/office/drawing/2014/main" id="{60A0681C-9EED-39A1-DD51-9057723AF7BC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46" name="矩形 745">
                    <a:extLst>
                      <a:ext uri="{FF2B5EF4-FFF2-40B4-BE49-F238E27FC236}">
                        <a16:creationId xmlns:a16="http://schemas.microsoft.com/office/drawing/2014/main" id="{69C344F5-9737-97B7-14E3-05769D09013B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747" name="直接箭头连接符 746">
                    <a:extLst>
                      <a:ext uri="{FF2B5EF4-FFF2-40B4-BE49-F238E27FC236}">
                        <a16:creationId xmlns:a16="http://schemas.microsoft.com/office/drawing/2014/main" id="{CB8B3F98-0BD8-ADBC-02B7-B09E5BA894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137600" y="2793332"/>
                    <a:ext cx="544692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" name="组合 64">
                  <a:extLst>
                    <a:ext uri="{FF2B5EF4-FFF2-40B4-BE49-F238E27FC236}">
                      <a16:creationId xmlns:a16="http://schemas.microsoft.com/office/drawing/2014/main" id="{27517C67-6C20-3E25-CFBF-D07ED9F99DE5}"/>
                    </a:ext>
                  </a:extLst>
                </p:cNvPr>
                <p:cNvGrpSpPr/>
                <p:nvPr/>
              </p:nvGrpSpPr>
              <p:grpSpPr>
                <a:xfrm>
                  <a:off x="-26431" y="3672914"/>
                  <a:ext cx="8371141" cy="3221762"/>
                  <a:chOff x="-31193" y="3282390"/>
                  <a:chExt cx="8371141" cy="3221762"/>
                </a:xfrm>
              </p:grpSpPr>
              <p:grpSp>
                <p:nvGrpSpPr>
                  <p:cNvPr id="448" name="组合 447">
                    <a:extLst>
                      <a:ext uri="{FF2B5EF4-FFF2-40B4-BE49-F238E27FC236}">
                        <a16:creationId xmlns:a16="http://schemas.microsoft.com/office/drawing/2014/main" id="{784365E4-28D0-3360-15EA-E3D56F17B52B}"/>
                      </a:ext>
                    </a:extLst>
                  </p:cNvPr>
                  <p:cNvGrpSpPr/>
                  <p:nvPr/>
                </p:nvGrpSpPr>
                <p:grpSpPr>
                  <a:xfrm>
                    <a:off x="-31193" y="3325025"/>
                    <a:ext cx="2520408" cy="285029"/>
                    <a:chOff x="975600" y="1974385"/>
                    <a:chExt cx="1649378" cy="946473"/>
                  </a:xfrm>
                </p:grpSpPr>
                <p:sp>
                  <p:nvSpPr>
                    <p:cNvPr id="727" name="矩形 726">
                      <a:extLst>
                        <a:ext uri="{FF2B5EF4-FFF2-40B4-BE49-F238E27FC236}">
                          <a16:creationId xmlns:a16="http://schemas.microsoft.com/office/drawing/2014/main" id="{2546D690-17D4-0174-BF40-E62DE7B91E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2978" y="1974385"/>
                      <a:ext cx="972000" cy="946473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遥测分系统</a:t>
                      </a:r>
                    </a:p>
                  </p:txBody>
                </p:sp>
                <p:sp>
                  <p:nvSpPr>
                    <p:cNvPr id="728" name="矩形 727">
                      <a:extLst>
                        <a:ext uri="{FF2B5EF4-FFF2-40B4-BE49-F238E27FC236}">
                          <a16:creationId xmlns:a16="http://schemas.microsoft.com/office/drawing/2014/main" id="{1D9C491A-FB83-154D-A67F-AE03B81E89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29" name="矩形 728">
                      <a:extLst>
                        <a:ext uri="{FF2B5EF4-FFF2-40B4-BE49-F238E27FC236}">
                          <a16:creationId xmlns:a16="http://schemas.microsoft.com/office/drawing/2014/main" id="{C458924D-3DA2-6942-F336-41DA466048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30" name="矩形 729">
                      <a:extLst>
                        <a:ext uri="{FF2B5EF4-FFF2-40B4-BE49-F238E27FC236}">
                          <a16:creationId xmlns:a16="http://schemas.microsoft.com/office/drawing/2014/main" id="{F67AA65D-CA64-8473-DD1C-FE6C7BB848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31" name="矩形 730">
                      <a:extLst>
                        <a:ext uri="{FF2B5EF4-FFF2-40B4-BE49-F238E27FC236}">
                          <a16:creationId xmlns:a16="http://schemas.microsoft.com/office/drawing/2014/main" id="{9D1AFD0D-40F9-149E-399D-627517BA1B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32" name="矩形 731">
                      <a:extLst>
                        <a:ext uri="{FF2B5EF4-FFF2-40B4-BE49-F238E27FC236}">
                          <a16:creationId xmlns:a16="http://schemas.microsoft.com/office/drawing/2014/main" id="{DBB4F0B9-E9CB-A3AE-24DC-77A60584E6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33" name="矩形 732">
                      <a:extLst>
                        <a:ext uri="{FF2B5EF4-FFF2-40B4-BE49-F238E27FC236}">
                          <a16:creationId xmlns:a16="http://schemas.microsoft.com/office/drawing/2014/main" id="{E7A2832B-54F8-DFD8-A031-E8D52672EC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34" name="矩形 733">
                      <a:extLst>
                        <a:ext uri="{FF2B5EF4-FFF2-40B4-BE49-F238E27FC236}">
                          <a16:creationId xmlns:a16="http://schemas.microsoft.com/office/drawing/2014/main" id="{29A7A38B-6760-5514-8BD4-0FCCBA0AB0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35" name="矩形 734">
                      <a:extLst>
                        <a:ext uri="{FF2B5EF4-FFF2-40B4-BE49-F238E27FC236}">
                          <a16:creationId xmlns:a16="http://schemas.microsoft.com/office/drawing/2014/main" id="{2F67EBBA-D08B-B84E-D8EA-44B8783064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36" name="矩形 735">
                      <a:extLst>
                        <a:ext uri="{FF2B5EF4-FFF2-40B4-BE49-F238E27FC236}">
                          <a16:creationId xmlns:a16="http://schemas.microsoft.com/office/drawing/2014/main" id="{ACF05347-30BA-7DB2-E121-802D6B05CE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737" name="直接箭头连接符 736">
                      <a:extLst>
                        <a:ext uri="{FF2B5EF4-FFF2-40B4-BE49-F238E27FC236}">
                          <a16:creationId xmlns:a16="http://schemas.microsoft.com/office/drawing/2014/main" id="{942633D6-BFEB-0B99-16FA-2F2EF7E1CAC0}"/>
                        </a:ext>
                      </a:extLst>
                    </p:cNvPr>
                    <p:cNvCxnSpPr>
                      <a:cxnSpLocks/>
                      <a:endCxn id="734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49" name="组合 448">
                    <a:extLst>
                      <a:ext uri="{FF2B5EF4-FFF2-40B4-BE49-F238E27FC236}">
                        <a16:creationId xmlns:a16="http://schemas.microsoft.com/office/drawing/2014/main" id="{04247CCD-32F7-7F7B-E290-059BA9284B3D}"/>
                      </a:ext>
                    </a:extLst>
                  </p:cNvPr>
                  <p:cNvGrpSpPr/>
                  <p:nvPr/>
                </p:nvGrpSpPr>
                <p:grpSpPr>
                  <a:xfrm>
                    <a:off x="1806550" y="4485445"/>
                    <a:ext cx="1273623" cy="365125"/>
                    <a:chOff x="975600" y="2080173"/>
                    <a:chExt cx="972000" cy="658766"/>
                  </a:xfrm>
                </p:grpSpPr>
                <p:sp>
                  <p:nvSpPr>
                    <p:cNvPr id="717" name="矩形 716">
                      <a:extLst>
                        <a:ext uri="{FF2B5EF4-FFF2-40B4-BE49-F238E27FC236}">
                          <a16:creationId xmlns:a16="http://schemas.microsoft.com/office/drawing/2014/main" id="{F27878F4-184D-6F93-7527-BB98C795D1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18" name="矩形 717">
                      <a:extLst>
                        <a:ext uri="{FF2B5EF4-FFF2-40B4-BE49-F238E27FC236}">
                          <a16:creationId xmlns:a16="http://schemas.microsoft.com/office/drawing/2014/main" id="{8189FD5C-6A50-D647-36ED-C53EAF88F7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19" name="矩形 718">
                      <a:extLst>
                        <a:ext uri="{FF2B5EF4-FFF2-40B4-BE49-F238E27FC236}">
                          <a16:creationId xmlns:a16="http://schemas.microsoft.com/office/drawing/2014/main" id="{0EBB892F-1FCF-C0BB-A85E-4DFFAAB372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20" name="矩形 719">
                      <a:extLst>
                        <a:ext uri="{FF2B5EF4-FFF2-40B4-BE49-F238E27FC236}">
                          <a16:creationId xmlns:a16="http://schemas.microsoft.com/office/drawing/2014/main" id="{2C2B2121-873C-420D-6682-4B5212C0B3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21" name="矩形 720">
                      <a:extLst>
                        <a:ext uri="{FF2B5EF4-FFF2-40B4-BE49-F238E27FC236}">
                          <a16:creationId xmlns:a16="http://schemas.microsoft.com/office/drawing/2014/main" id="{44FD7C30-B9AB-4835-13C5-D8CAC38239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22" name="矩形 721">
                      <a:extLst>
                        <a:ext uri="{FF2B5EF4-FFF2-40B4-BE49-F238E27FC236}">
                          <a16:creationId xmlns:a16="http://schemas.microsoft.com/office/drawing/2014/main" id="{28369E37-214B-74C7-4E1B-60AD77B1ED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23" name="矩形 722">
                      <a:extLst>
                        <a:ext uri="{FF2B5EF4-FFF2-40B4-BE49-F238E27FC236}">
                          <a16:creationId xmlns:a16="http://schemas.microsoft.com/office/drawing/2014/main" id="{D9447B66-7845-7454-4F04-D4E989F127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24" name="矩形 723">
                      <a:extLst>
                        <a:ext uri="{FF2B5EF4-FFF2-40B4-BE49-F238E27FC236}">
                          <a16:creationId xmlns:a16="http://schemas.microsoft.com/office/drawing/2014/main" id="{30BB87F8-8CBF-E3C9-E4E8-73C0B340B4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25" name="矩形 724">
                      <a:extLst>
                        <a:ext uri="{FF2B5EF4-FFF2-40B4-BE49-F238E27FC236}">
                          <a16:creationId xmlns:a16="http://schemas.microsoft.com/office/drawing/2014/main" id="{22D27DA1-0289-BB8B-30E6-B10D3E12F1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726" name="直接箭头连接符 725">
                      <a:extLst>
                        <a:ext uri="{FF2B5EF4-FFF2-40B4-BE49-F238E27FC236}">
                          <a16:creationId xmlns:a16="http://schemas.microsoft.com/office/drawing/2014/main" id="{BD694CE6-B552-F852-15EE-52FF7055B211}"/>
                        </a:ext>
                      </a:extLst>
                    </p:cNvPr>
                    <p:cNvCxnSpPr>
                      <a:cxnSpLocks/>
                      <a:endCxn id="723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50" name="组合 449">
                    <a:extLst>
                      <a:ext uri="{FF2B5EF4-FFF2-40B4-BE49-F238E27FC236}">
                        <a16:creationId xmlns:a16="http://schemas.microsoft.com/office/drawing/2014/main" id="{F4418372-C680-D793-D9CD-5421535423D6}"/>
                      </a:ext>
                    </a:extLst>
                  </p:cNvPr>
                  <p:cNvGrpSpPr/>
                  <p:nvPr/>
                </p:nvGrpSpPr>
                <p:grpSpPr>
                  <a:xfrm>
                    <a:off x="0" y="3282390"/>
                    <a:ext cx="3209926" cy="3221762"/>
                    <a:chOff x="973171" y="2080173"/>
                    <a:chExt cx="974429" cy="658766"/>
                  </a:xfrm>
                </p:grpSpPr>
                <p:sp>
                  <p:nvSpPr>
                    <p:cNvPr id="706" name="矩形 705">
                      <a:extLst>
                        <a:ext uri="{FF2B5EF4-FFF2-40B4-BE49-F238E27FC236}">
                          <a16:creationId xmlns:a16="http://schemas.microsoft.com/office/drawing/2014/main" id="{6CB0FFBD-BDD6-EC00-CD38-8A20B8FB2D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3171" y="2080173"/>
                      <a:ext cx="972000" cy="64800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707" name="矩形 706">
                      <a:extLst>
                        <a:ext uri="{FF2B5EF4-FFF2-40B4-BE49-F238E27FC236}">
                          <a16:creationId xmlns:a16="http://schemas.microsoft.com/office/drawing/2014/main" id="{4784B44A-AAFE-4111-820D-699B9326DB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08" name="矩形 707">
                      <a:extLst>
                        <a:ext uri="{FF2B5EF4-FFF2-40B4-BE49-F238E27FC236}">
                          <a16:creationId xmlns:a16="http://schemas.microsoft.com/office/drawing/2014/main" id="{7CBCC2F9-6675-2048-459C-093BC0F333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09" name="矩形 708">
                      <a:extLst>
                        <a:ext uri="{FF2B5EF4-FFF2-40B4-BE49-F238E27FC236}">
                          <a16:creationId xmlns:a16="http://schemas.microsoft.com/office/drawing/2014/main" id="{6B3CAFD6-2E1B-8E56-A268-E9964AEBEC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10" name="矩形 709">
                      <a:extLst>
                        <a:ext uri="{FF2B5EF4-FFF2-40B4-BE49-F238E27FC236}">
                          <a16:creationId xmlns:a16="http://schemas.microsoft.com/office/drawing/2014/main" id="{6DE83DAE-694C-14E0-D7D3-94CF102716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11" name="矩形 710">
                      <a:extLst>
                        <a:ext uri="{FF2B5EF4-FFF2-40B4-BE49-F238E27FC236}">
                          <a16:creationId xmlns:a16="http://schemas.microsoft.com/office/drawing/2014/main" id="{57ABC507-0958-8DF7-0D4E-8454805C90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12" name="矩形 711">
                      <a:extLst>
                        <a:ext uri="{FF2B5EF4-FFF2-40B4-BE49-F238E27FC236}">
                          <a16:creationId xmlns:a16="http://schemas.microsoft.com/office/drawing/2014/main" id="{E652746D-094C-3CE4-F3C1-BF7368AFE0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13" name="矩形 712">
                      <a:extLst>
                        <a:ext uri="{FF2B5EF4-FFF2-40B4-BE49-F238E27FC236}">
                          <a16:creationId xmlns:a16="http://schemas.microsoft.com/office/drawing/2014/main" id="{058E8AD1-376F-BBAE-7EE5-5D0AC84F00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14" name="矩形 713">
                      <a:extLst>
                        <a:ext uri="{FF2B5EF4-FFF2-40B4-BE49-F238E27FC236}">
                          <a16:creationId xmlns:a16="http://schemas.microsoft.com/office/drawing/2014/main" id="{22F7B8FE-43D3-0CC7-4F04-A5D3E904FE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15" name="矩形 714">
                      <a:extLst>
                        <a:ext uri="{FF2B5EF4-FFF2-40B4-BE49-F238E27FC236}">
                          <a16:creationId xmlns:a16="http://schemas.microsoft.com/office/drawing/2014/main" id="{F6F178ED-BC12-514F-6153-42637EEFB4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716" name="直接箭头连接符 715">
                      <a:extLst>
                        <a:ext uri="{FF2B5EF4-FFF2-40B4-BE49-F238E27FC236}">
                          <a16:creationId xmlns:a16="http://schemas.microsoft.com/office/drawing/2014/main" id="{8884A811-A24B-6B46-AB47-2FA6345E22C1}"/>
                        </a:ext>
                      </a:extLst>
                    </p:cNvPr>
                    <p:cNvCxnSpPr>
                      <a:cxnSpLocks/>
                      <a:endCxn id="713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51" name="组合 450">
                    <a:extLst>
                      <a:ext uri="{FF2B5EF4-FFF2-40B4-BE49-F238E27FC236}">
                        <a16:creationId xmlns:a16="http://schemas.microsoft.com/office/drawing/2014/main" id="{65091F4D-8BF8-BAF4-A979-79B1D25C7180}"/>
                      </a:ext>
                    </a:extLst>
                  </p:cNvPr>
                  <p:cNvGrpSpPr/>
                  <p:nvPr/>
                </p:nvGrpSpPr>
                <p:grpSpPr>
                  <a:xfrm>
                    <a:off x="80865" y="3641263"/>
                    <a:ext cx="586391" cy="300252"/>
                    <a:chOff x="940505" y="689324"/>
                    <a:chExt cx="1007095" cy="2049615"/>
                  </a:xfrm>
                </p:grpSpPr>
                <p:sp>
                  <p:nvSpPr>
                    <p:cNvPr id="694" name="矩形 693">
                      <a:extLst>
                        <a:ext uri="{FF2B5EF4-FFF2-40B4-BE49-F238E27FC236}">
                          <a16:creationId xmlns:a16="http://schemas.microsoft.com/office/drawing/2014/main" id="{539AE117-46A7-E126-B0E1-AADE39B787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0505" y="689324"/>
                      <a:ext cx="971999" cy="172023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传感器</a:t>
                      </a:r>
                    </a:p>
                  </p:txBody>
                </p:sp>
                <p:sp>
                  <p:nvSpPr>
                    <p:cNvPr id="695" name="矩形 694">
                      <a:extLst>
                        <a:ext uri="{FF2B5EF4-FFF2-40B4-BE49-F238E27FC236}">
                          <a16:creationId xmlns:a16="http://schemas.microsoft.com/office/drawing/2014/main" id="{A8219FC7-F098-AFA5-54E4-1920362CA4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96" name="矩形 695">
                      <a:extLst>
                        <a:ext uri="{FF2B5EF4-FFF2-40B4-BE49-F238E27FC236}">
                          <a16:creationId xmlns:a16="http://schemas.microsoft.com/office/drawing/2014/main" id="{189FD46A-470D-34B4-9F34-1ABC202555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97" name="矩形 696">
                      <a:extLst>
                        <a:ext uri="{FF2B5EF4-FFF2-40B4-BE49-F238E27FC236}">
                          <a16:creationId xmlns:a16="http://schemas.microsoft.com/office/drawing/2014/main" id="{DDFA21FB-C47C-ED64-8682-5BDD4980D3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98" name="矩形 697">
                      <a:extLst>
                        <a:ext uri="{FF2B5EF4-FFF2-40B4-BE49-F238E27FC236}">
                          <a16:creationId xmlns:a16="http://schemas.microsoft.com/office/drawing/2014/main" id="{866165B4-998A-5513-24A7-A6719A9C73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99" name="矩形 698">
                      <a:extLst>
                        <a:ext uri="{FF2B5EF4-FFF2-40B4-BE49-F238E27FC236}">
                          <a16:creationId xmlns:a16="http://schemas.microsoft.com/office/drawing/2014/main" id="{C15304D5-7879-9A21-8A7F-7A1120E98F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00" name="矩形 699">
                      <a:extLst>
                        <a:ext uri="{FF2B5EF4-FFF2-40B4-BE49-F238E27FC236}">
                          <a16:creationId xmlns:a16="http://schemas.microsoft.com/office/drawing/2014/main" id="{E78131DB-BC35-4D11-6FA3-73AC6BC149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01" name="矩形 700">
                      <a:extLst>
                        <a:ext uri="{FF2B5EF4-FFF2-40B4-BE49-F238E27FC236}">
                          <a16:creationId xmlns:a16="http://schemas.microsoft.com/office/drawing/2014/main" id="{AA4D29DC-9280-2F22-FB1B-B100A75A55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02" name="矩形 701">
                      <a:extLst>
                        <a:ext uri="{FF2B5EF4-FFF2-40B4-BE49-F238E27FC236}">
                          <a16:creationId xmlns:a16="http://schemas.microsoft.com/office/drawing/2014/main" id="{A91A91FE-C3A9-88CB-4440-D0AE81ED8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03" name="矩形 702">
                      <a:extLst>
                        <a:ext uri="{FF2B5EF4-FFF2-40B4-BE49-F238E27FC236}">
                          <a16:creationId xmlns:a16="http://schemas.microsoft.com/office/drawing/2014/main" id="{FB7140FB-7D11-79A9-5A12-A94C57E556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704" name="直接箭头连接符 703">
                      <a:extLst>
                        <a:ext uri="{FF2B5EF4-FFF2-40B4-BE49-F238E27FC236}">
                          <a16:creationId xmlns:a16="http://schemas.microsoft.com/office/drawing/2014/main" id="{2BFA1220-9157-5478-7FBF-30D65E2B7222}"/>
                        </a:ext>
                      </a:extLst>
                    </p:cNvPr>
                    <p:cNvCxnSpPr>
                      <a:cxnSpLocks/>
                      <a:endCxn id="701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52" name="组合 451">
                    <a:extLst>
                      <a:ext uri="{FF2B5EF4-FFF2-40B4-BE49-F238E27FC236}">
                        <a16:creationId xmlns:a16="http://schemas.microsoft.com/office/drawing/2014/main" id="{65D7B681-9B28-CF59-B041-262584D584B5}"/>
                      </a:ext>
                    </a:extLst>
                  </p:cNvPr>
                  <p:cNvGrpSpPr/>
                  <p:nvPr/>
                </p:nvGrpSpPr>
                <p:grpSpPr>
                  <a:xfrm>
                    <a:off x="1789015" y="3641750"/>
                    <a:ext cx="586800" cy="300535"/>
                    <a:chOff x="940505" y="689324"/>
                    <a:chExt cx="1007095" cy="2049615"/>
                  </a:xfrm>
                </p:grpSpPr>
                <p:sp>
                  <p:nvSpPr>
                    <p:cNvPr id="683" name="矩形 682">
                      <a:extLst>
                        <a:ext uri="{FF2B5EF4-FFF2-40B4-BE49-F238E27FC236}">
                          <a16:creationId xmlns:a16="http://schemas.microsoft.com/office/drawing/2014/main" id="{4F7B4A80-4A08-E5AD-9F4E-5B3EA06C63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0505" y="689324"/>
                      <a:ext cx="971999" cy="1718612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量化器</a:t>
                      </a:r>
                    </a:p>
                  </p:txBody>
                </p:sp>
                <p:sp>
                  <p:nvSpPr>
                    <p:cNvPr id="684" name="矩形 683">
                      <a:extLst>
                        <a:ext uri="{FF2B5EF4-FFF2-40B4-BE49-F238E27FC236}">
                          <a16:creationId xmlns:a16="http://schemas.microsoft.com/office/drawing/2014/main" id="{DF4F4996-6EE2-6722-3A1A-F6D413CFCB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85" name="矩形 684">
                      <a:extLst>
                        <a:ext uri="{FF2B5EF4-FFF2-40B4-BE49-F238E27FC236}">
                          <a16:creationId xmlns:a16="http://schemas.microsoft.com/office/drawing/2014/main" id="{A4C4E573-20EB-7E0D-86B4-9224DEC828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86" name="矩形 685">
                      <a:extLst>
                        <a:ext uri="{FF2B5EF4-FFF2-40B4-BE49-F238E27FC236}">
                          <a16:creationId xmlns:a16="http://schemas.microsoft.com/office/drawing/2014/main" id="{6639C888-860E-65EA-9579-0D3DAE0211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87" name="矩形 686">
                      <a:extLst>
                        <a:ext uri="{FF2B5EF4-FFF2-40B4-BE49-F238E27FC236}">
                          <a16:creationId xmlns:a16="http://schemas.microsoft.com/office/drawing/2014/main" id="{03D49489-E2A7-59B8-74B6-52245E15D7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88" name="矩形 687">
                      <a:extLst>
                        <a:ext uri="{FF2B5EF4-FFF2-40B4-BE49-F238E27FC236}">
                          <a16:creationId xmlns:a16="http://schemas.microsoft.com/office/drawing/2014/main" id="{D47CFC09-F738-0526-BCDD-60E6C86B42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89" name="矩形 688">
                      <a:extLst>
                        <a:ext uri="{FF2B5EF4-FFF2-40B4-BE49-F238E27FC236}">
                          <a16:creationId xmlns:a16="http://schemas.microsoft.com/office/drawing/2014/main" id="{BEC5EFC7-98FF-04B9-1769-F0B87DA58A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90" name="矩形 689">
                      <a:extLst>
                        <a:ext uri="{FF2B5EF4-FFF2-40B4-BE49-F238E27FC236}">
                          <a16:creationId xmlns:a16="http://schemas.microsoft.com/office/drawing/2014/main" id="{2FF25A54-7151-E266-FCA9-958D0A5299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91" name="矩形 690">
                      <a:extLst>
                        <a:ext uri="{FF2B5EF4-FFF2-40B4-BE49-F238E27FC236}">
                          <a16:creationId xmlns:a16="http://schemas.microsoft.com/office/drawing/2014/main" id="{DC060B89-64FE-8A1B-1D0E-4243D2CA97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92" name="矩形 691">
                      <a:extLst>
                        <a:ext uri="{FF2B5EF4-FFF2-40B4-BE49-F238E27FC236}">
                          <a16:creationId xmlns:a16="http://schemas.microsoft.com/office/drawing/2014/main" id="{B0615CA0-B7B9-C27A-C83A-045F56426C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693" name="直接箭头连接符 692">
                      <a:extLst>
                        <a:ext uri="{FF2B5EF4-FFF2-40B4-BE49-F238E27FC236}">
                          <a16:creationId xmlns:a16="http://schemas.microsoft.com/office/drawing/2014/main" id="{FC53B97A-AD9E-BC82-F419-2D1B6ADBC9CB}"/>
                        </a:ext>
                      </a:extLst>
                    </p:cNvPr>
                    <p:cNvCxnSpPr>
                      <a:cxnSpLocks/>
                      <a:endCxn id="690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53" name="组合 452">
                    <a:extLst>
                      <a:ext uri="{FF2B5EF4-FFF2-40B4-BE49-F238E27FC236}">
                        <a16:creationId xmlns:a16="http://schemas.microsoft.com/office/drawing/2014/main" id="{2AA8C40D-6810-A2C8-8B86-D9EBE5861D4A}"/>
                      </a:ext>
                    </a:extLst>
                  </p:cNvPr>
                  <p:cNvGrpSpPr/>
                  <p:nvPr/>
                </p:nvGrpSpPr>
                <p:grpSpPr>
                  <a:xfrm>
                    <a:off x="2531985" y="3633150"/>
                    <a:ext cx="364970" cy="825362"/>
                    <a:chOff x="940505" y="616602"/>
                    <a:chExt cx="1007095" cy="2122337"/>
                  </a:xfrm>
                </p:grpSpPr>
                <p:sp>
                  <p:nvSpPr>
                    <p:cNvPr id="672" name="矩形 671">
                      <a:extLst>
                        <a:ext uri="{FF2B5EF4-FFF2-40B4-BE49-F238E27FC236}">
                          <a16:creationId xmlns:a16="http://schemas.microsoft.com/office/drawing/2014/main" id="{06FE7D8F-3811-02AD-FFE0-C6873AD9B3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0505" y="616602"/>
                      <a:ext cx="971998" cy="2062334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模数转换器</a:t>
                      </a:r>
                    </a:p>
                  </p:txBody>
                </p:sp>
                <p:sp>
                  <p:nvSpPr>
                    <p:cNvPr id="673" name="矩形 672">
                      <a:extLst>
                        <a:ext uri="{FF2B5EF4-FFF2-40B4-BE49-F238E27FC236}">
                          <a16:creationId xmlns:a16="http://schemas.microsoft.com/office/drawing/2014/main" id="{238DE145-9256-62E7-5651-450DE7DC68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74" name="矩形 673">
                      <a:extLst>
                        <a:ext uri="{FF2B5EF4-FFF2-40B4-BE49-F238E27FC236}">
                          <a16:creationId xmlns:a16="http://schemas.microsoft.com/office/drawing/2014/main" id="{834F78DA-C29F-C345-58C1-8E9B555549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75" name="矩形 674">
                      <a:extLst>
                        <a:ext uri="{FF2B5EF4-FFF2-40B4-BE49-F238E27FC236}">
                          <a16:creationId xmlns:a16="http://schemas.microsoft.com/office/drawing/2014/main" id="{FEAF87F7-937F-2ECC-A6F3-129A6C5403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76" name="矩形 675">
                      <a:extLst>
                        <a:ext uri="{FF2B5EF4-FFF2-40B4-BE49-F238E27FC236}">
                          <a16:creationId xmlns:a16="http://schemas.microsoft.com/office/drawing/2014/main" id="{1DDA4AA7-4D74-0833-F8CC-965D4FDE7A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77" name="矩形 676">
                      <a:extLst>
                        <a:ext uri="{FF2B5EF4-FFF2-40B4-BE49-F238E27FC236}">
                          <a16:creationId xmlns:a16="http://schemas.microsoft.com/office/drawing/2014/main" id="{2801B8B8-8EBC-EAE9-C5C5-1730839E3C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78" name="矩形 677">
                      <a:extLst>
                        <a:ext uri="{FF2B5EF4-FFF2-40B4-BE49-F238E27FC236}">
                          <a16:creationId xmlns:a16="http://schemas.microsoft.com/office/drawing/2014/main" id="{9CA98262-6881-B37D-9734-1FD469FDD3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79" name="矩形 678">
                      <a:extLst>
                        <a:ext uri="{FF2B5EF4-FFF2-40B4-BE49-F238E27FC236}">
                          <a16:creationId xmlns:a16="http://schemas.microsoft.com/office/drawing/2014/main" id="{A87FECC4-6664-DF1E-0C28-16BCCE558C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80" name="矩形 679">
                      <a:extLst>
                        <a:ext uri="{FF2B5EF4-FFF2-40B4-BE49-F238E27FC236}">
                          <a16:creationId xmlns:a16="http://schemas.microsoft.com/office/drawing/2014/main" id="{468D755F-3C1B-520C-2C3D-E783F6CCC4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81" name="矩形 680">
                      <a:extLst>
                        <a:ext uri="{FF2B5EF4-FFF2-40B4-BE49-F238E27FC236}">
                          <a16:creationId xmlns:a16="http://schemas.microsoft.com/office/drawing/2014/main" id="{245E4115-5CCA-B2DA-897C-C6F48C805C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682" name="直接箭头连接符 681">
                      <a:extLst>
                        <a:ext uri="{FF2B5EF4-FFF2-40B4-BE49-F238E27FC236}">
                          <a16:creationId xmlns:a16="http://schemas.microsoft.com/office/drawing/2014/main" id="{523F45F2-53FC-9D53-A408-16E590DC2CA5}"/>
                        </a:ext>
                      </a:extLst>
                    </p:cNvPr>
                    <p:cNvCxnSpPr>
                      <a:cxnSpLocks/>
                      <a:endCxn id="679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54" name="组合 453">
                    <a:extLst>
                      <a:ext uri="{FF2B5EF4-FFF2-40B4-BE49-F238E27FC236}">
                        <a16:creationId xmlns:a16="http://schemas.microsoft.com/office/drawing/2014/main" id="{AEAE7F0D-6B4E-59FB-547D-E2D5DF6FAA03}"/>
                      </a:ext>
                    </a:extLst>
                  </p:cNvPr>
                  <p:cNvGrpSpPr/>
                  <p:nvPr/>
                </p:nvGrpSpPr>
                <p:grpSpPr>
                  <a:xfrm>
                    <a:off x="2075013" y="3397037"/>
                    <a:ext cx="6264935" cy="701340"/>
                    <a:chOff x="975600" y="2080173"/>
                    <a:chExt cx="5790226" cy="2328883"/>
                  </a:xfrm>
                </p:grpSpPr>
                <p:sp>
                  <p:nvSpPr>
                    <p:cNvPr id="659" name="矩形 658">
                      <a:extLst>
                        <a:ext uri="{FF2B5EF4-FFF2-40B4-BE49-F238E27FC236}">
                          <a16:creationId xmlns:a16="http://schemas.microsoft.com/office/drawing/2014/main" id="{834DCA8A-94A3-BA05-BFC4-4F05C7D544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60" name="矩形 659">
                      <a:extLst>
                        <a:ext uri="{FF2B5EF4-FFF2-40B4-BE49-F238E27FC236}">
                          <a16:creationId xmlns:a16="http://schemas.microsoft.com/office/drawing/2014/main" id="{696CE2CA-7003-7DAF-CC80-84D17C51AE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61" name="矩形 660">
                      <a:extLst>
                        <a:ext uri="{FF2B5EF4-FFF2-40B4-BE49-F238E27FC236}">
                          <a16:creationId xmlns:a16="http://schemas.microsoft.com/office/drawing/2014/main" id="{4F1EACD9-D12E-89E2-7946-C84906B1C4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62" name="矩形 661">
                      <a:extLst>
                        <a:ext uri="{FF2B5EF4-FFF2-40B4-BE49-F238E27FC236}">
                          <a16:creationId xmlns:a16="http://schemas.microsoft.com/office/drawing/2014/main" id="{3EB17EE8-FA10-CD04-BE1A-55F7322E58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63" name="矩形 662">
                      <a:extLst>
                        <a:ext uri="{FF2B5EF4-FFF2-40B4-BE49-F238E27FC236}">
                          <a16:creationId xmlns:a16="http://schemas.microsoft.com/office/drawing/2014/main" id="{86A50D95-BCE9-CC9B-65AF-F3DBA0753F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64" name="矩形 663">
                      <a:extLst>
                        <a:ext uri="{FF2B5EF4-FFF2-40B4-BE49-F238E27FC236}">
                          <a16:creationId xmlns:a16="http://schemas.microsoft.com/office/drawing/2014/main" id="{DBEDB2BB-DF6D-35C6-E3C9-0B1BBC58C3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65" name="矩形 664">
                      <a:extLst>
                        <a:ext uri="{FF2B5EF4-FFF2-40B4-BE49-F238E27FC236}">
                          <a16:creationId xmlns:a16="http://schemas.microsoft.com/office/drawing/2014/main" id="{B1601BCC-AE6D-5F99-1217-A885290348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66" name="矩形 665">
                      <a:extLst>
                        <a:ext uri="{FF2B5EF4-FFF2-40B4-BE49-F238E27FC236}">
                          <a16:creationId xmlns:a16="http://schemas.microsoft.com/office/drawing/2014/main" id="{0D3AAA29-F455-4289-A1EB-EC53207246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67" name="矩形 666">
                      <a:extLst>
                        <a:ext uri="{FF2B5EF4-FFF2-40B4-BE49-F238E27FC236}">
                          <a16:creationId xmlns:a16="http://schemas.microsoft.com/office/drawing/2014/main" id="{E65E20F8-5EC2-2299-FE1D-475FEFD93E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668" name="直接箭头连接符 667">
                      <a:extLst>
                        <a:ext uri="{FF2B5EF4-FFF2-40B4-BE49-F238E27FC236}">
                          <a16:creationId xmlns:a16="http://schemas.microsoft.com/office/drawing/2014/main" id="{C90CAA9F-09C0-290F-357A-87B6EBBA14EF}"/>
                        </a:ext>
                      </a:extLst>
                    </p:cNvPr>
                    <p:cNvCxnSpPr>
                      <a:cxnSpLocks/>
                      <a:endCxn id="665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69" name="矩形 668">
                      <a:extLst>
                        <a:ext uri="{FF2B5EF4-FFF2-40B4-BE49-F238E27FC236}">
                          <a16:creationId xmlns:a16="http://schemas.microsoft.com/office/drawing/2014/main" id="{6338E91E-3295-002A-98FF-53AE71F639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650725" y="3462583"/>
                      <a:ext cx="972000" cy="946473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轨道保持</a:t>
                      </a:r>
                    </a:p>
                  </p:txBody>
                </p:sp>
                <p:sp>
                  <p:nvSpPr>
                    <p:cNvPr id="670" name="矩形 669">
                      <a:extLst>
                        <a:ext uri="{FF2B5EF4-FFF2-40B4-BE49-F238E27FC236}">
                          <a16:creationId xmlns:a16="http://schemas.microsoft.com/office/drawing/2014/main" id="{91233551-76B3-5225-7F57-95E1580E4A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20340" y="3458645"/>
                      <a:ext cx="745486" cy="946473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轨道转移</a:t>
                      </a:r>
                    </a:p>
                  </p:txBody>
                </p:sp>
                <p:sp>
                  <p:nvSpPr>
                    <p:cNvPr id="671" name="矩形 670">
                      <a:extLst>
                        <a:ext uri="{FF2B5EF4-FFF2-40B4-BE49-F238E27FC236}">
                          <a16:creationId xmlns:a16="http://schemas.microsoft.com/office/drawing/2014/main" id="{45555646-5FF6-E958-70DC-1B77AC238F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14675" y="2474450"/>
                      <a:ext cx="745486" cy="946473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轨道任务</a:t>
                      </a:r>
                    </a:p>
                  </p:txBody>
                </p:sp>
              </p:grpSp>
              <p:grpSp>
                <p:nvGrpSpPr>
                  <p:cNvPr id="455" name="组合 454">
                    <a:extLst>
                      <a:ext uri="{FF2B5EF4-FFF2-40B4-BE49-F238E27FC236}">
                        <a16:creationId xmlns:a16="http://schemas.microsoft.com/office/drawing/2014/main" id="{2FA93F39-A6BF-A221-858D-DDDA55F19755}"/>
                      </a:ext>
                    </a:extLst>
                  </p:cNvPr>
                  <p:cNvGrpSpPr/>
                  <p:nvPr/>
                </p:nvGrpSpPr>
                <p:grpSpPr>
                  <a:xfrm>
                    <a:off x="2124696" y="4561925"/>
                    <a:ext cx="1130512" cy="336380"/>
                    <a:chOff x="975600" y="1621950"/>
                    <a:chExt cx="1044850" cy="1116989"/>
                  </a:xfrm>
                </p:grpSpPr>
                <p:sp>
                  <p:nvSpPr>
                    <p:cNvPr id="647" name="矩形 646">
                      <a:extLst>
                        <a:ext uri="{FF2B5EF4-FFF2-40B4-BE49-F238E27FC236}">
                          <a16:creationId xmlns:a16="http://schemas.microsoft.com/office/drawing/2014/main" id="{3F561C97-F4D6-5B45-C9FB-BB349DD291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48450" y="1621950"/>
                      <a:ext cx="972000" cy="946473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地面接收端</a:t>
                      </a:r>
                    </a:p>
                  </p:txBody>
                </p:sp>
                <p:sp>
                  <p:nvSpPr>
                    <p:cNvPr id="648" name="矩形 647">
                      <a:extLst>
                        <a:ext uri="{FF2B5EF4-FFF2-40B4-BE49-F238E27FC236}">
                          <a16:creationId xmlns:a16="http://schemas.microsoft.com/office/drawing/2014/main" id="{7AB618DD-B515-28F4-9D19-372852A80A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49" name="矩形 648">
                      <a:extLst>
                        <a:ext uri="{FF2B5EF4-FFF2-40B4-BE49-F238E27FC236}">
                          <a16:creationId xmlns:a16="http://schemas.microsoft.com/office/drawing/2014/main" id="{EF4AEFB1-AD63-867F-5C16-9D0FE16C2D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50" name="矩形 649">
                      <a:extLst>
                        <a:ext uri="{FF2B5EF4-FFF2-40B4-BE49-F238E27FC236}">
                          <a16:creationId xmlns:a16="http://schemas.microsoft.com/office/drawing/2014/main" id="{728B98BE-BADE-1741-35F5-3AAF35CED1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51" name="矩形 650">
                      <a:extLst>
                        <a:ext uri="{FF2B5EF4-FFF2-40B4-BE49-F238E27FC236}">
                          <a16:creationId xmlns:a16="http://schemas.microsoft.com/office/drawing/2014/main" id="{9A139669-A8EA-B618-EBF1-1ECE4F4D85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52" name="矩形 651">
                      <a:extLst>
                        <a:ext uri="{FF2B5EF4-FFF2-40B4-BE49-F238E27FC236}">
                          <a16:creationId xmlns:a16="http://schemas.microsoft.com/office/drawing/2014/main" id="{698A3218-0A4B-E45B-54C9-B503C2C094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53" name="矩形 652">
                      <a:extLst>
                        <a:ext uri="{FF2B5EF4-FFF2-40B4-BE49-F238E27FC236}">
                          <a16:creationId xmlns:a16="http://schemas.microsoft.com/office/drawing/2014/main" id="{1433CED7-5B1D-5F90-E578-CD94A2E51D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54" name="矩形 653">
                      <a:extLst>
                        <a:ext uri="{FF2B5EF4-FFF2-40B4-BE49-F238E27FC236}">
                          <a16:creationId xmlns:a16="http://schemas.microsoft.com/office/drawing/2014/main" id="{0C98DA90-6550-9D2A-0567-8DA032D9E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55" name="矩形 654">
                      <a:extLst>
                        <a:ext uri="{FF2B5EF4-FFF2-40B4-BE49-F238E27FC236}">
                          <a16:creationId xmlns:a16="http://schemas.microsoft.com/office/drawing/2014/main" id="{4014521E-85B9-B557-F9A7-60DDF52641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56" name="矩形 655">
                      <a:extLst>
                        <a:ext uri="{FF2B5EF4-FFF2-40B4-BE49-F238E27FC236}">
                          <a16:creationId xmlns:a16="http://schemas.microsoft.com/office/drawing/2014/main" id="{25550CC5-C6AD-1DCB-E198-AB296B59F6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657" name="直接箭头连接符 656">
                      <a:extLst>
                        <a:ext uri="{FF2B5EF4-FFF2-40B4-BE49-F238E27FC236}">
                          <a16:creationId xmlns:a16="http://schemas.microsoft.com/office/drawing/2014/main" id="{90239D35-A150-9C22-DE6E-0357875A59D5}"/>
                        </a:ext>
                      </a:extLst>
                    </p:cNvPr>
                    <p:cNvCxnSpPr>
                      <a:cxnSpLocks/>
                      <a:endCxn id="654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56" name="组合 455">
                    <a:extLst>
                      <a:ext uri="{FF2B5EF4-FFF2-40B4-BE49-F238E27FC236}">
                        <a16:creationId xmlns:a16="http://schemas.microsoft.com/office/drawing/2014/main" id="{D8E89841-FF66-700A-FDB3-46C19F37C2E9}"/>
                      </a:ext>
                    </a:extLst>
                  </p:cNvPr>
                  <p:cNvGrpSpPr/>
                  <p:nvPr/>
                </p:nvGrpSpPr>
                <p:grpSpPr>
                  <a:xfrm>
                    <a:off x="822291" y="3641750"/>
                    <a:ext cx="864000" cy="300535"/>
                    <a:chOff x="940505" y="689324"/>
                    <a:chExt cx="1007095" cy="2049615"/>
                  </a:xfrm>
                </p:grpSpPr>
                <p:sp>
                  <p:nvSpPr>
                    <p:cNvPr id="636" name="矩形 635">
                      <a:extLst>
                        <a:ext uri="{FF2B5EF4-FFF2-40B4-BE49-F238E27FC236}">
                          <a16:creationId xmlns:a16="http://schemas.microsoft.com/office/drawing/2014/main" id="{DC6C539A-091A-D390-E38F-6C55C42F29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0505" y="689324"/>
                      <a:ext cx="971999" cy="1718612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多路复用器</a:t>
                      </a:r>
                    </a:p>
                  </p:txBody>
                </p:sp>
                <p:sp>
                  <p:nvSpPr>
                    <p:cNvPr id="637" name="矩形 636">
                      <a:extLst>
                        <a:ext uri="{FF2B5EF4-FFF2-40B4-BE49-F238E27FC236}">
                          <a16:creationId xmlns:a16="http://schemas.microsoft.com/office/drawing/2014/main" id="{B402BC02-0EC2-5EF7-23D1-20F9E90AA6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38" name="矩形 637">
                      <a:extLst>
                        <a:ext uri="{FF2B5EF4-FFF2-40B4-BE49-F238E27FC236}">
                          <a16:creationId xmlns:a16="http://schemas.microsoft.com/office/drawing/2014/main" id="{09960051-8EBA-7F59-A6A8-DBF6B94A620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39" name="矩形 638">
                      <a:extLst>
                        <a:ext uri="{FF2B5EF4-FFF2-40B4-BE49-F238E27FC236}">
                          <a16:creationId xmlns:a16="http://schemas.microsoft.com/office/drawing/2014/main" id="{3262E421-E8E6-85C5-BE66-7C4D767DFE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40" name="矩形 639">
                      <a:extLst>
                        <a:ext uri="{FF2B5EF4-FFF2-40B4-BE49-F238E27FC236}">
                          <a16:creationId xmlns:a16="http://schemas.microsoft.com/office/drawing/2014/main" id="{4F45E9DF-E4A7-ADB6-8FDB-DF36BA6F72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41" name="矩形 640">
                      <a:extLst>
                        <a:ext uri="{FF2B5EF4-FFF2-40B4-BE49-F238E27FC236}">
                          <a16:creationId xmlns:a16="http://schemas.microsoft.com/office/drawing/2014/main" id="{F02D1492-B115-C2F0-DBD9-F7E464B002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42" name="矩形 641">
                      <a:extLst>
                        <a:ext uri="{FF2B5EF4-FFF2-40B4-BE49-F238E27FC236}">
                          <a16:creationId xmlns:a16="http://schemas.microsoft.com/office/drawing/2014/main" id="{D10CDD33-1C5C-7B88-3B45-84E9BDAB320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43" name="矩形 642">
                      <a:extLst>
                        <a:ext uri="{FF2B5EF4-FFF2-40B4-BE49-F238E27FC236}">
                          <a16:creationId xmlns:a16="http://schemas.microsoft.com/office/drawing/2014/main" id="{85B4BB8E-DA30-3C8F-8A49-3D04B576D8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44" name="矩形 643">
                      <a:extLst>
                        <a:ext uri="{FF2B5EF4-FFF2-40B4-BE49-F238E27FC236}">
                          <a16:creationId xmlns:a16="http://schemas.microsoft.com/office/drawing/2014/main" id="{66C59572-8C98-5392-ABBF-8EDE5D9E0E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45" name="矩形 644">
                      <a:extLst>
                        <a:ext uri="{FF2B5EF4-FFF2-40B4-BE49-F238E27FC236}">
                          <a16:creationId xmlns:a16="http://schemas.microsoft.com/office/drawing/2014/main" id="{7E9E266F-F62B-171F-CED6-08D6321438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646" name="直接箭头连接符 645">
                      <a:extLst>
                        <a:ext uri="{FF2B5EF4-FFF2-40B4-BE49-F238E27FC236}">
                          <a16:creationId xmlns:a16="http://schemas.microsoft.com/office/drawing/2014/main" id="{0A207F48-6461-C17B-740F-58C88955BBFC}"/>
                        </a:ext>
                      </a:extLst>
                    </p:cNvPr>
                    <p:cNvCxnSpPr>
                      <a:cxnSpLocks/>
                      <a:endCxn id="643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57" name="组合 456">
                    <a:extLst>
                      <a:ext uri="{FF2B5EF4-FFF2-40B4-BE49-F238E27FC236}">
                        <a16:creationId xmlns:a16="http://schemas.microsoft.com/office/drawing/2014/main" id="{CA346C11-B79A-00F8-B78B-E2FBD7A331AD}"/>
                      </a:ext>
                    </a:extLst>
                  </p:cNvPr>
                  <p:cNvGrpSpPr/>
                  <p:nvPr/>
                </p:nvGrpSpPr>
                <p:grpSpPr>
                  <a:xfrm>
                    <a:off x="1223443" y="4126965"/>
                    <a:ext cx="1025402" cy="300535"/>
                    <a:chOff x="940505" y="689324"/>
                    <a:chExt cx="1007095" cy="2049615"/>
                  </a:xfrm>
                </p:grpSpPr>
                <p:sp>
                  <p:nvSpPr>
                    <p:cNvPr id="625" name="矩形 624">
                      <a:extLst>
                        <a:ext uri="{FF2B5EF4-FFF2-40B4-BE49-F238E27FC236}">
                          <a16:creationId xmlns:a16="http://schemas.microsoft.com/office/drawing/2014/main" id="{BBFEA8F4-9471-81F5-9A95-DDEECFD1C5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0505" y="689324"/>
                      <a:ext cx="971999" cy="1718612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BPSK</a:t>
                      </a:r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调制器</a:t>
                      </a:r>
                    </a:p>
                  </p:txBody>
                </p:sp>
                <p:sp>
                  <p:nvSpPr>
                    <p:cNvPr id="626" name="矩形 625">
                      <a:extLst>
                        <a:ext uri="{FF2B5EF4-FFF2-40B4-BE49-F238E27FC236}">
                          <a16:creationId xmlns:a16="http://schemas.microsoft.com/office/drawing/2014/main" id="{8F1097C1-A869-3D54-018E-9E0689FE4D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27" name="矩形 626">
                      <a:extLst>
                        <a:ext uri="{FF2B5EF4-FFF2-40B4-BE49-F238E27FC236}">
                          <a16:creationId xmlns:a16="http://schemas.microsoft.com/office/drawing/2014/main" id="{68894663-00CA-AD52-DDC2-EAA8FAD22F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28" name="矩形 627">
                      <a:extLst>
                        <a:ext uri="{FF2B5EF4-FFF2-40B4-BE49-F238E27FC236}">
                          <a16:creationId xmlns:a16="http://schemas.microsoft.com/office/drawing/2014/main" id="{3965A744-D9AE-5C13-4D87-BC6DE23A513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29" name="矩形 628">
                      <a:extLst>
                        <a:ext uri="{FF2B5EF4-FFF2-40B4-BE49-F238E27FC236}">
                          <a16:creationId xmlns:a16="http://schemas.microsoft.com/office/drawing/2014/main" id="{46AB8713-CA0B-22BB-5705-64E3B1F8F7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30" name="矩形 629">
                      <a:extLst>
                        <a:ext uri="{FF2B5EF4-FFF2-40B4-BE49-F238E27FC236}">
                          <a16:creationId xmlns:a16="http://schemas.microsoft.com/office/drawing/2014/main" id="{2D177684-BF06-4017-FC87-C83C3FC45F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31" name="矩形 630">
                      <a:extLst>
                        <a:ext uri="{FF2B5EF4-FFF2-40B4-BE49-F238E27FC236}">
                          <a16:creationId xmlns:a16="http://schemas.microsoft.com/office/drawing/2014/main" id="{2385476C-35C7-68F7-F243-BEE9219C39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32" name="矩形 631">
                      <a:extLst>
                        <a:ext uri="{FF2B5EF4-FFF2-40B4-BE49-F238E27FC236}">
                          <a16:creationId xmlns:a16="http://schemas.microsoft.com/office/drawing/2014/main" id="{B2197456-41F9-EE68-22B0-7B16B16D57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33" name="矩形 632">
                      <a:extLst>
                        <a:ext uri="{FF2B5EF4-FFF2-40B4-BE49-F238E27FC236}">
                          <a16:creationId xmlns:a16="http://schemas.microsoft.com/office/drawing/2014/main" id="{5C523D77-7684-F645-D008-82D497A157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34" name="矩形 633">
                      <a:extLst>
                        <a:ext uri="{FF2B5EF4-FFF2-40B4-BE49-F238E27FC236}">
                          <a16:creationId xmlns:a16="http://schemas.microsoft.com/office/drawing/2014/main" id="{A03A2669-B4AF-CF39-4CF3-8EE5FE70A5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635" name="直接箭头连接符 634">
                      <a:extLst>
                        <a:ext uri="{FF2B5EF4-FFF2-40B4-BE49-F238E27FC236}">
                          <a16:creationId xmlns:a16="http://schemas.microsoft.com/office/drawing/2014/main" id="{1F7B1226-58B5-774A-BB52-5DCC1FE47E08}"/>
                        </a:ext>
                      </a:extLst>
                    </p:cNvPr>
                    <p:cNvCxnSpPr>
                      <a:cxnSpLocks/>
                      <a:endCxn id="632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58" name="组合 457">
                    <a:extLst>
                      <a:ext uri="{FF2B5EF4-FFF2-40B4-BE49-F238E27FC236}">
                        <a16:creationId xmlns:a16="http://schemas.microsoft.com/office/drawing/2014/main" id="{2E794D60-B94B-EB2F-B1D8-0C40D3D45CBE}"/>
                      </a:ext>
                    </a:extLst>
                  </p:cNvPr>
                  <p:cNvGrpSpPr/>
                  <p:nvPr/>
                </p:nvGrpSpPr>
                <p:grpSpPr>
                  <a:xfrm>
                    <a:off x="179289" y="4133061"/>
                    <a:ext cx="731902" cy="317653"/>
                    <a:chOff x="940505" y="570539"/>
                    <a:chExt cx="1007095" cy="2168400"/>
                  </a:xfrm>
                </p:grpSpPr>
                <p:sp>
                  <p:nvSpPr>
                    <p:cNvPr id="614" name="矩形 613">
                      <a:extLst>
                        <a:ext uri="{FF2B5EF4-FFF2-40B4-BE49-F238E27FC236}">
                          <a16:creationId xmlns:a16="http://schemas.microsoft.com/office/drawing/2014/main" id="{76216C79-C184-1E08-FE53-C8C4066CE3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0505" y="570539"/>
                      <a:ext cx="971999" cy="1720232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发射机</a:t>
                      </a:r>
                    </a:p>
                  </p:txBody>
                </p:sp>
                <p:sp>
                  <p:nvSpPr>
                    <p:cNvPr id="615" name="矩形 614">
                      <a:extLst>
                        <a:ext uri="{FF2B5EF4-FFF2-40B4-BE49-F238E27FC236}">
                          <a16:creationId xmlns:a16="http://schemas.microsoft.com/office/drawing/2014/main" id="{EE314B37-B20E-5BCB-01DC-5FDD3BF54D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16" name="矩形 615">
                      <a:extLst>
                        <a:ext uri="{FF2B5EF4-FFF2-40B4-BE49-F238E27FC236}">
                          <a16:creationId xmlns:a16="http://schemas.microsoft.com/office/drawing/2014/main" id="{8FADE391-915B-BE17-DF9F-D32D7C2A7D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17" name="矩形 616">
                      <a:extLst>
                        <a:ext uri="{FF2B5EF4-FFF2-40B4-BE49-F238E27FC236}">
                          <a16:creationId xmlns:a16="http://schemas.microsoft.com/office/drawing/2014/main" id="{C1C07DF2-BBD3-6B9D-A89A-86C81DB20D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18" name="矩形 617">
                      <a:extLst>
                        <a:ext uri="{FF2B5EF4-FFF2-40B4-BE49-F238E27FC236}">
                          <a16:creationId xmlns:a16="http://schemas.microsoft.com/office/drawing/2014/main" id="{E51793B6-5B5D-522F-253C-27A48D1688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19" name="矩形 618">
                      <a:extLst>
                        <a:ext uri="{FF2B5EF4-FFF2-40B4-BE49-F238E27FC236}">
                          <a16:creationId xmlns:a16="http://schemas.microsoft.com/office/drawing/2014/main" id="{F67AC57B-64B3-6181-1423-2A1EBE608D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20" name="矩形 619">
                      <a:extLst>
                        <a:ext uri="{FF2B5EF4-FFF2-40B4-BE49-F238E27FC236}">
                          <a16:creationId xmlns:a16="http://schemas.microsoft.com/office/drawing/2014/main" id="{F9D22B4A-377E-4AB6-3CB2-1D96BDAAEA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21" name="矩形 620">
                      <a:extLst>
                        <a:ext uri="{FF2B5EF4-FFF2-40B4-BE49-F238E27FC236}">
                          <a16:creationId xmlns:a16="http://schemas.microsoft.com/office/drawing/2014/main" id="{1722E16B-0E7A-8671-5A8E-CCF201FE3A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22" name="矩形 621">
                      <a:extLst>
                        <a:ext uri="{FF2B5EF4-FFF2-40B4-BE49-F238E27FC236}">
                          <a16:creationId xmlns:a16="http://schemas.microsoft.com/office/drawing/2014/main" id="{B3075CB1-8317-EAB6-9FE5-6CFE30FDC9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23" name="矩形 622">
                      <a:extLst>
                        <a:ext uri="{FF2B5EF4-FFF2-40B4-BE49-F238E27FC236}">
                          <a16:creationId xmlns:a16="http://schemas.microsoft.com/office/drawing/2014/main" id="{2CD5C1CC-9F73-D8C2-ADCA-D3F8E662A6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624" name="直接箭头连接符 623">
                      <a:extLst>
                        <a:ext uri="{FF2B5EF4-FFF2-40B4-BE49-F238E27FC236}">
                          <a16:creationId xmlns:a16="http://schemas.microsoft.com/office/drawing/2014/main" id="{999F84C2-9189-C083-359C-69677EA0318B}"/>
                        </a:ext>
                      </a:extLst>
                    </p:cNvPr>
                    <p:cNvCxnSpPr>
                      <a:cxnSpLocks/>
                      <a:endCxn id="621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59" name="组合 458">
                    <a:extLst>
                      <a:ext uri="{FF2B5EF4-FFF2-40B4-BE49-F238E27FC236}">
                        <a16:creationId xmlns:a16="http://schemas.microsoft.com/office/drawing/2014/main" id="{A255844E-52B8-7DB6-7F50-C59031E14492}"/>
                      </a:ext>
                    </a:extLst>
                  </p:cNvPr>
                  <p:cNvGrpSpPr/>
                  <p:nvPr/>
                </p:nvGrpSpPr>
                <p:grpSpPr>
                  <a:xfrm>
                    <a:off x="-4762" y="4436970"/>
                    <a:ext cx="3201924" cy="215640"/>
                    <a:chOff x="15918" y="4233556"/>
                    <a:chExt cx="3201924" cy="215640"/>
                  </a:xfrm>
                </p:grpSpPr>
                <p:cxnSp>
                  <p:nvCxnSpPr>
                    <p:cNvPr id="611" name="直接连接符 610">
                      <a:extLst>
                        <a:ext uri="{FF2B5EF4-FFF2-40B4-BE49-F238E27FC236}">
                          <a16:creationId xmlns:a16="http://schemas.microsoft.com/office/drawing/2014/main" id="{CD2B3054-95A7-1299-C683-DE69B07E93C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5918" y="4333929"/>
                      <a:ext cx="3201924" cy="0"/>
                    </a:xfrm>
                    <a:prstGeom prst="line">
                      <a:avLst/>
                    </a:prstGeom>
                    <a:ln>
                      <a:prstDash val="sysDot"/>
                    </a:ln>
                  </p:spPr>
                  <p:style>
                    <a:lnRef idx="3">
                      <a:schemeClr val="dk1"/>
                    </a:lnRef>
                    <a:fillRef idx="0">
                      <a:schemeClr val="dk1"/>
                    </a:fillRef>
                    <a:effectRef idx="2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612" name="文本框 611">
                      <a:extLst>
                        <a:ext uri="{FF2B5EF4-FFF2-40B4-BE49-F238E27FC236}">
                          <a16:creationId xmlns:a16="http://schemas.microsoft.com/office/drawing/2014/main" id="{8EBB4BD8-3861-696D-5AE2-08D84A6ADA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6249" y="4233556"/>
                      <a:ext cx="185968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r>
                        <a:rPr lang="zh-CN" altLang="en-US" sz="1400" dirty="0">
                          <a:latin typeface="Times New Roman" panose="02020603050405020304" pitchFamily="18" charset="0"/>
                        </a:rPr>
                        <a:t>信</a:t>
                      </a:r>
                    </a:p>
                  </p:txBody>
                </p:sp>
                <p:sp>
                  <p:nvSpPr>
                    <p:cNvPr id="613" name="文本框 612">
                      <a:extLst>
                        <a:ext uri="{FF2B5EF4-FFF2-40B4-BE49-F238E27FC236}">
                          <a16:creationId xmlns:a16="http://schemas.microsoft.com/office/drawing/2014/main" id="{DB9829DC-8EB9-845D-10E4-FC269C9A5A5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86266" y="4233752"/>
                      <a:ext cx="185968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r>
                        <a:rPr lang="zh-CN" altLang="en-US" sz="1400" dirty="0">
                          <a:latin typeface="Times New Roman" panose="02020603050405020304" pitchFamily="18" charset="0"/>
                        </a:rPr>
                        <a:t>道</a:t>
                      </a:r>
                    </a:p>
                  </p:txBody>
                </p:sp>
              </p:grpSp>
              <p:grpSp>
                <p:nvGrpSpPr>
                  <p:cNvPr id="460" name="组合 459">
                    <a:extLst>
                      <a:ext uri="{FF2B5EF4-FFF2-40B4-BE49-F238E27FC236}">
                        <a16:creationId xmlns:a16="http://schemas.microsoft.com/office/drawing/2014/main" id="{66AAD336-8BE5-58C1-E784-5D67FE9E50AD}"/>
                      </a:ext>
                    </a:extLst>
                  </p:cNvPr>
                  <p:cNvGrpSpPr/>
                  <p:nvPr/>
                </p:nvGrpSpPr>
                <p:grpSpPr>
                  <a:xfrm>
                    <a:off x="57543" y="4922270"/>
                    <a:ext cx="586391" cy="305878"/>
                    <a:chOff x="940505" y="650919"/>
                    <a:chExt cx="1007095" cy="2088020"/>
                  </a:xfrm>
                </p:grpSpPr>
                <p:sp>
                  <p:nvSpPr>
                    <p:cNvPr id="600" name="矩形 599">
                      <a:extLst>
                        <a:ext uri="{FF2B5EF4-FFF2-40B4-BE49-F238E27FC236}">
                          <a16:creationId xmlns:a16="http://schemas.microsoft.com/office/drawing/2014/main" id="{8FA83F27-D170-F1D6-D510-830515ABDE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0505" y="650919"/>
                      <a:ext cx="971999" cy="1720232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接收机</a:t>
                      </a:r>
                    </a:p>
                  </p:txBody>
                </p:sp>
                <p:sp>
                  <p:nvSpPr>
                    <p:cNvPr id="601" name="矩形 600">
                      <a:extLst>
                        <a:ext uri="{FF2B5EF4-FFF2-40B4-BE49-F238E27FC236}">
                          <a16:creationId xmlns:a16="http://schemas.microsoft.com/office/drawing/2014/main" id="{C9024CDB-FD68-18E0-F71F-FB4BBD2F32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02" name="矩形 601">
                      <a:extLst>
                        <a:ext uri="{FF2B5EF4-FFF2-40B4-BE49-F238E27FC236}">
                          <a16:creationId xmlns:a16="http://schemas.microsoft.com/office/drawing/2014/main" id="{1A649FDD-AA71-DBA8-1DEC-260FCE3569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03" name="矩形 602">
                      <a:extLst>
                        <a:ext uri="{FF2B5EF4-FFF2-40B4-BE49-F238E27FC236}">
                          <a16:creationId xmlns:a16="http://schemas.microsoft.com/office/drawing/2014/main" id="{B7CC16C9-0691-9A96-F3DC-79870B3EB5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04" name="矩形 603">
                      <a:extLst>
                        <a:ext uri="{FF2B5EF4-FFF2-40B4-BE49-F238E27FC236}">
                          <a16:creationId xmlns:a16="http://schemas.microsoft.com/office/drawing/2014/main" id="{B0DC6D05-9B8A-463C-C7C0-79273E6EE4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05" name="矩形 604">
                      <a:extLst>
                        <a:ext uri="{FF2B5EF4-FFF2-40B4-BE49-F238E27FC236}">
                          <a16:creationId xmlns:a16="http://schemas.microsoft.com/office/drawing/2014/main" id="{A1386E85-C10D-2890-3BAB-10A5BB3161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06" name="矩形 605">
                      <a:extLst>
                        <a:ext uri="{FF2B5EF4-FFF2-40B4-BE49-F238E27FC236}">
                          <a16:creationId xmlns:a16="http://schemas.microsoft.com/office/drawing/2014/main" id="{10941C30-D73D-BD66-DF64-09C6AED120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07" name="矩形 606">
                      <a:extLst>
                        <a:ext uri="{FF2B5EF4-FFF2-40B4-BE49-F238E27FC236}">
                          <a16:creationId xmlns:a16="http://schemas.microsoft.com/office/drawing/2014/main" id="{CBEBBE33-87F6-3BA4-1F59-6FC8C6D45B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08" name="矩形 607">
                      <a:extLst>
                        <a:ext uri="{FF2B5EF4-FFF2-40B4-BE49-F238E27FC236}">
                          <a16:creationId xmlns:a16="http://schemas.microsoft.com/office/drawing/2014/main" id="{7C92FBD3-7ED2-82EF-6532-5CB158166A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09" name="矩形 608">
                      <a:extLst>
                        <a:ext uri="{FF2B5EF4-FFF2-40B4-BE49-F238E27FC236}">
                          <a16:creationId xmlns:a16="http://schemas.microsoft.com/office/drawing/2014/main" id="{EEAB4C9D-3A13-76C4-CA79-9C62EA7FB9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610" name="直接箭头连接符 609">
                      <a:extLst>
                        <a:ext uri="{FF2B5EF4-FFF2-40B4-BE49-F238E27FC236}">
                          <a16:creationId xmlns:a16="http://schemas.microsoft.com/office/drawing/2014/main" id="{3F0BCB2B-D187-B9C7-BBEC-288CFEC15293}"/>
                        </a:ext>
                      </a:extLst>
                    </p:cNvPr>
                    <p:cNvCxnSpPr>
                      <a:cxnSpLocks/>
                      <a:endCxn id="607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461" name="文本框 460">
                    <a:extLst>
                      <a:ext uri="{FF2B5EF4-FFF2-40B4-BE49-F238E27FC236}">
                        <a16:creationId xmlns:a16="http://schemas.microsoft.com/office/drawing/2014/main" id="{B2BA186C-4383-56E6-60A2-95AAA3EDBD53}"/>
                      </a:ext>
                    </a:extLst>
                  </p:cNvPr>
                  <p:cNvSpPr txBox="1"/>
                  <p:nvPr/>
                </p:nvSpPr>
                <p:spPr>
                  <a:xfrm>
                    <a:off x="255489" y="3993196"/>
                    <a:ext cx="636652" cy="138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r>
                      <a:rPr lang="zh-CN" altLang="en-US" sz="900" dirty="0">
                        <a:latin typeface="Times New Roman" panose="02020603050405020304" pitchFamily="18" charset="0"/>
                      </a:rPr>
                      <a:t>固放</a:t>
                    </a:r>
                    <a:r>
                      <a:rPr lang="en-US" altLang="zh-CN" sz="900" dirty="0">
                        <a:latin typeface="Times New Roman" panose="02020603050405020304" pitchFamily="18" charset="0"/>
                      </a:rPr>
                      <a:t>|</a:t>
                    </a:r>
                    <a:r>
                      <a:rPr lang="zh-CN" altLang="en-US" sz="900" dirty="0">
                        <a:latin typeface="Times New Roman" panose="02020603050405020304" pitchFamily="18" charset="0"/>
                      </a:rPr>
                      <a:t>行波管</a:t>
                    </a:r>
                  </a:p>
                </p:txBody>
              </p:sp>
              <p:sp>
                <p:nvSpPr>
                  <p:cNvPr id="462" name="文本框 461">
                    <a:extLst>
                      <a:ext uri="{FF2B5EF4-FFF2-40B4-BE49-F238E27FC236}">
                        <a16:creationId xmlns:a16="http://schemas.microsoft.com/office/drawing/2014/main" id="{73374C43-CB49-5285-5FBE-A5EE7F8324E7}"/>
                      </a:ext>
                    </a:extLst>
                  </p:cNvPr>
                  <p:cNvSpPr txBox="1"/>
                  <p:nvPr/>
                </p:nvSpPr>
                <p:spPr>
                  <a:xfrm>
                    <a:off x="201829" y="5158379"/>
                    <a:ext cx="255652" cy="138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r>
                      <a:rPr lang="zh-CN" altLang="en-US" sz="900" dirty="0">
                        <a:latin typeface="Times New Roman" panose="02020603050405020304" pitchFamily="18" charset="0"/>
                      </a:rPr>
                      <a:t>固放</a:t>
                    </a:r>
                  </a:p>
                </p:txBody>
              </p:sp>
              <p:grpSp>
                <p:nvGrpSpPr>
                  <p:cNvPr id="463" name="组合 462">
                    <a:extLst>
                      <a:ext uri="{FF2B5EF4-FFF2-40B4-BE49-F238E27FC236}">
                        <a16:creationId xmlns:a16="http://schemas.microsoft.com/office/drawing/2014/main" id="{1D9A47CB-5D7E-5A7E-0DCA-748A7429FFA0}"/>
                      </a:ext>
                    </a:extLst>
                  </p:cNvPr>
                  <p:cNvGrpSpPr/>
                  <p:nvPr/>
                </p:nvGrpSpPr>
                <p:grpSpPr>
                  <a:xfrm>
                    <a:off x="733426" y="4931795"/>
                    <a:ext cx="901666" cy="306000"/>
                    <a:chOff x="940505" y="650919"/>
                    <a:chExt cx="1007095" cy="2088020"/>
                  </a:xfrm>
                </p:grpSpPr>
                <p:sp>
                  <p:nvSpPr>
                    <p:cNvPr id="589" name="矩形 588">
                      <a:extLst>
                        <a:ext uri="{FF2B5EF4-FFF2-40B4-BE49-F238E27FC236}">
                          <a16:creationId xmlns:a16="http://schemas.microsoft.com/office/drawing/2014/main" id="{7BDE2B9F-190D-E161-9AF4-2CD64863C0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0505" y="650919"/>
                      <a:ext cx="971999" cy="1719546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相干解调器</a:t>
                      </a:r>
                    </a:p>
                  </p:txBody>
                </p:sp>
                <p:sp>
                  <p:nvSpPr>
                    <p:cNvPr id="590" name="矩形 589">
                      <a:extLst>
                        <a:ext uri="{FF2B5EF4-FFF2-40B4-BE49-F238E27FC236}">
                          <a16:creationId xmlns:a16="http://schemas.microsoft.com/office/drawing/2014/main" id="{B20B0754-BB0E-6432-530E-97359B9B7A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91" name="矩形 590">
                      <a:extLst>
                        <a:ext uri="{FF2B5EF4-FFF2-40B4-BE49-F238E27FC236}">
                          <a16:creationId xmlns:a16="http://schemas.microsoft.com/office/drawing/2014/main" id="{F5966102-7C78-770D-C91B-72C3412A3B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92" name="矩形 591">
                      <a:extLst>
                        <a:ext uri="{FF2B5EF4-FFF2-40B4-BE49-F238E27FC236}">
                          <a16:creationId xmlns:a16="http://schemas.microsoft.com/office/drawing/2014/main" id="{BE702566-4DB7-F5D9-2DFC-1BE74F4E26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93" name="矩形 592">
                      <a:extLst>
                        <a:ext uri="{FF2B5EF4-FFF2-40B4-BE49-F238E27FC236}">
                          <a16:creationId xmlns:a16="http://schemas.microsoft.com/office/drawing/2014/main" id="{02CDA753-90FA-CF74-2846-E5768C64C6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94" name="矩形 593">
                      <a:extLst>
                        <a:ext uri="{FF2B5EF4-FFF2-40B4-BE49-F238E27FC236}">
                          <a16:creationId xmlns:a16="http://schemas.microsoft.com/office/drawing/2014/main" id="{02A6197E-81C6-49F9-9F3B-456E1EEF3B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95" name="矩形 594">
                      <a:extLst>
                        <a:ext uri="{FF2B5EF4-FFF2-40B4-BE49-F238E27FC236}">
                          <a16:creationId xmlns:a16="http://schemas.microsoft.com/office/drawing/2014/main" id="{FF7D906A-4D36-DC6F-62E0-CEA2B58F5B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96" name="矩形 595">
                      <a:extLst>
                        <a:ext uri="{FF2B5EF4-FFF2-40B4-BE49-F238E27FC236}">
                          <a16:creationId xmlns:a16="http://schemas.microsoft.com/office/drawing/2014/main" id="{B48FC274-EB9C-1F64-EC22-8D027F7025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97" name="矩形 596">
                      <a:extLst>
                        <a:ext uri="{FF2B5EF4-FFF2-40B4-BE49-F238E27FC236}">
                          <a16:creationId xmlns:a16="http://schemas.microsoft.com/office/drawing/2014/main" id="{E28C3F30-A0FD-493D-328F-53064636F4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98" name="矩形 597">
                      <a:extLst>
                        <a:ext uri="{FF2B5EF4-FFF2-40B4-BE49-F238E27FC236}">
                          <a16:creationId xmlns:a16="http://schemas.microsoft.com/office/drawing/2014/main" id="{38EF79F8-8CA6-5129-A58A-12A15B279E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599" name="直接箭头连接符 598">
                      <a:extLst>
                        <a:ext uri="{FF2B5EF4-FFF2-40B4-BE49-F238E27FC236}">
                          <a16:creationId xmlns:a16="http://schemas.microsoft.com/office/drawing/2014/main" id="{771F0D13-A240-7D77-E39D-18F553255649}"/>
                        </a:ext>
                      </a:extLst>
                    </p:cNvPr>
                    <p:cNvCxnSpPr>
                      <a:cxnSpLocks/>
                      <a:endCxn id="596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64" name="组合 463">
                    <a:extLst>
                      <a:ext uri="{FF2B5EF4-FFF2-40B4-BE49-F238E27FC236}">
                        <a16:creationId xmlns:a16="http://schemas.microsoft.com/office/drawing/2014/main" id="{5EEA0CF1-54FC-2C9E-3B96-5A8A5B5BCCF3}"/>
                      </a:ext>
                    </a:extLst>
                  </p:cNvPr>
                  <p:cNvGrpSpPr/>
                  <p:nvPr/>
                </p:nvGrpSpPr>
                <p:grpSpPr>
                  <a:xfrm>
                    <a:off x="1717922" y="4931795"/>
                    <a:ext cx="704847" cy="318701"/>
                    <a:chOff x="940505" y="650919"/>
                    <a:chExt cx="1007095" cy="2088020"/>
                  </a:xfrm>
                </p:grpSpPr>
                <p:sp>
                  <p:nvSpPr>
                    <p:cNvPr id="578" name="矩形 577">
                      <a:extLst>
                        <a:ext uri="{FF2B5EF4-FFF2-40B4-BE49-F238E27FC236}">
                          <a16:creationId xmlns:a16="http://schemas.microsoft.com/office/drawing/2014/main" id="{2251CE14-745B-C987-4395-9ECF384EF7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0505" y="650919"/>
                      <a:ext cx="971999" cy="1651018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抽样器</a:t>
                      </a:r>
                    </a:p>
                  </p:txBody>
                </p:sp>
                <p:sp>
                  <p:nvSpPr>
                    <p:cNvPr id="579" name="矩形 578">
                      <a:extLst>
                        <a:ext uri="{FF2B5EF4-FFF2-40B4-BE49-F238E27FC236}">
                          <a16:creationId xmlns:a16="http://schemas.microsoft.com/office/drawing/2014/main" id="{E9D06A2B-C9BA-5626-1F5A-1CC088C36F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80" name="矩形 579">
                      <a:extLst>
                        <a:ext uri="{FF2B5EF4-FFF2-40B4-BE49-F238E27FC236}">
                          <a16:creationId xmlns:a16="http://schemas.microsoft.com/office/drawing/2014/main" id="{2A4A9744-A149-DD94-C1CF-9D4BF1CB70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81" name="矩形 580">
                      <a:extLst>
                        <a:ext uri="{FF2B5EF4-FFF2-40B4-BE49-F238E27FC236}">
                          <a16:creationId xmlns:a16="http://schemas.microsoft.com/office/drawing/2014/main" id="{F50EDAD5-917F-8298-9FA3-F508C27C2A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82" name="矩形 581">
                      <a:extLst>
                        <a:ext uri="{FF2B5EF4-FFF2-40B4-BE49-F238E27FC236}">
                          <a16:creationId xmlns:a16="http://schemas.microsoft.com/office/drawing/2014/main" id="{F002030A-87FB-E831-972B-CF990C426E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83" name="矩形 582">
                      <a:extLst>
                        <a:ext uri="{FF2B5EF4-FFF2-40B4-BE49-F238E27FC236}">
                          <a16:creationId xmlns:a16="http://schemas.microsoft.com/office/drawing/2014/main" id="{B767485E-AED5-0B6D-371E-A59D37D1E0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84" name="矩形 583">
                      <a:extLst>
                        <a:ext uri="{FF2B5EF4-FFF2-40B4-BE49-F238E27FC236}">
                          <a16:creationId xmlns:a16="http://schemas.microsoft.com/office/drawing/2014/main" id="{4549CCDD-4A39-603B-30FF-C6638324B6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85" name="矩形 584">
                      <a:extLst>
                        <a:ext uri="{FF2B5EF4-FFF2-40B4-BE49-F238E27FC236}">
                          <a16:creationId xmlns:a16="http://schemas.microsoft.com/office/drawing/2014/main" id="{5C45C4B5-F1DF-3632-8120-31D0E6D850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86" name="矩形 585">
                      <a:extLst>
                        <a:ext uri="{FF2B5EF4-FFF2-40B4-BE49-F238E27FC236}">
                          <a16:creationId xmlns:a16="http://schemas.microsoft.com/office/drawing/2014/main" id="{46644C11-6734-9415-7902-9A9B18593C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87" name="矩形 586">
                      <a:extLst>
                        <a:ext uri="{FF2B5EF4-FFF2-40B4-BE49-F238E27FC236}">
                          <a16:creationId xmlns:a16="http://schemas.microsoft.com/office/drawing/2014/main" id="{C75E7E31-4EC8-AB63-037C-DA31F4D71B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588" name="直接箭头连接符 587">
                      <a:extLst>
                        <a:ext uri="{FF2B5EF4-FFF2-40B4-BE49-F238E27FC236}">
                          <a16:creationId xmlns:a16="http://schemas.microsoft.com/office/drawing/2014/main" id="{F6951C1C-A395-4A73-236B-8AEB35698D0E}"/>
                        </a:ext>
                      </a:extLst>
                    </p:cNvPr>
                    <p:cNvCxnSpPr>
                      <a:cxnSpLocks/>
                      <a:endCxn id="585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65" name="组合 464">
                    <a:extLst>
                      <a:ext uri="{FF2B5EF4-FFF2-40B4-BE49-F238E27FC236}">
                        <a16:creationId xmlns:a16="http://schemas.microsoft.com/office/drawing/2014/main" id="{5E5F8C4C-AFE3-87D1-74F6-6B9D09C6B917}"/>
                      </a:ext>
                    </a:extLst>
                  </p:cNvPr>
                  <p:cNvGrpSpPr/>
                  <p:nvPr/>
                </p:nvGrpSpPr>
                <p:grpSpPr>
                  <a:xfrm>
                    <a:off x="2494928" y="4931795"/>
                    <a:ext cx="663048" cy="322457"/>
                    <a:chOff x="940505" y="650919"/>
                    <a:chExt cx="1007095" cy="2088020"/>
                  </a:xfrm>
                </p:grpSpPr>
                <p:sp>
                  <p:nvSpPr>
                    <p:cNvPr id="567" name="矩形 566">
                      <a:extLst>
                        <a:ext uri="{FF2B5EF4-FFF2-40B4-BE49-F238E27FC236}">
                          <a16:creationId xmlns:a16="http://schemas.microsoft.com/office/drawing/2014/main" id="{FA5E07FC-FAB6-D88F-722C-682331BEE5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0505" y="650919"/>
                      <a:ext cx="972000" cy="1631787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判决器</a:t>
                      </a:r>
                    </a:p>
                  </p:txBody>
                </p:sp>
                <p:sp>
                  <p:nvSpPr>
                    <p:cNvPr id="568" name="矩形 567">
                      <a:extLst>
                        <a:ext uri="{FF2B5EF4-FFF2-40B4-BE49-F238E27FC236}">
                          <a16:creationId xmlns:a16="http://schemas.microsoft.com/office/drawing/2014/main" id="{4145803F-1888-64FE-792E-47F136A68B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69" name="矩形 568">
                      <a:extLst>
                        <a:ext uri="{FF2B5EF4-FFF2-40B4-BE49-F238E27FC236}">
                          <a16:creationId xmlns:a16="http://schemas.microsoft.com/office/drawing/2014/main" id="{9ABDCEA6-A1AC-F84B-E7E1-8A3653BB1F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70" name="矩形 569">
                      <a:extLst>
                        <a:ext uri="{FF2B5EF4-FFF2-40B4-BE49-F238E27FC236}">
                          <a16:creationId xmlns:a16="http://schemas.microsoft.com/office/drawing/2014/main" id="{E5B08CC6-7E69-F8A2-E1A0-BD8256DCA8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71" name="矩形 570">
                      <a:extLst>
                        <a:ext uri="{FF2B5EF4-FFF2-40B4-BE49-F238E27FC236}">
                          <a16:creationId xmlns:a16="http://schemas.microsoft.com/office/drawing/2014/main" id="{D94DCF54-F3E7-9B4E-6A38-7C2D53B8FF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72" name="矩形 571">
                      <a:extLst>
                        <a:ext uri="{FF2B5EF4-FFF2-40B4-BE49-F238E27FC236}">
                          <a16:creationId xmlns:a16="http://schemas.microsoft.com/office/drawing/2014/main" id="{89A89CE4-B1C6-5D46-7C61-C46648A0AB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73" name="矩形 572">
                      <a:extLst>
                        <a:ext uri="{FF2B5EF4-FFF2-40B4-BE49-F238E27FC236}">
                          <a16:creationId xmlns:a16="http://schemas.microsoft.com/office/drawing/2014/main" id="{CDDD1349-876F-1EA4-D24C-117F21E951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74" name="矩形 573">
                      <a:extLst>
                        <a:ext uri="{FF2B5EF4-FFF2-40B4-BE49-F238E27FC236}">
                          <a16:creationId xmlns:a16="http://schemas.microsoft.com/office/drawing/2014/main" id="{5A786B37-087E-7713-BAF7-0FF0FE9DDF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75" name="矩形 574">
                      <a:extLst>
                        <a:ext uri="{FF2B5EF4-FFF2-40B4-BE49-F238E27FC236}">
                          <a16:creationId xmlns:a16="http://schemas.microsoft.com/office/drawing/2014/main" id="{ECE0A3A2-49E4-2C25-1B3D-54D75FBEF0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76" name="矩形 575">
                      <a:extLst>
                        <a:ext uri="{FF2B5EF4-FFF2-40B4-BE49-F238E27FC236}">
                          <a16:creationId xmlns:a16="http://schemas.microsoft.com/office/drawing/2014/main" id="{12F19DFD-E6F9-F8D2-DCD2-CEC7B79F0E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577" name="直接箭头连接符 576">
                      <a:extLst>
                        <a:ext uri="{FF2B5EF4-FFF2-40B4-BE49-F238E27FC236}">
                          <a16:creationId xmlns:a16="http://schemas.microsoft.com/office/drawing/2014/main" id="{F2AF342D-30EE-7042-329D-175980C54D5C}"/>
                        </a:ext>
                      </a:extLst>
                    </p:cNvPr>
                    <p:cNvCxnSpPr>
                      <a:cxnSpLocks/>
                      <a:endCxn id="574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66" name="组合 465">
                    <a:extLst>
                      <a:ext uri="{FF2B5EF4-FFF2-40B4-BE49-F238E27FC236}">
                        <a16:creationId xmlns:a16="http://schemas.microsoft.com/office/drawing/2014/main" id="{E7AFFF84-DA80-B79C-9297-C83F8484E567}"/>
                      </a:ext>
                    </a:extLst>
                  </p:cNvPr>
                  <p:cNvGrpSpPr/>
                  <p:nvPr/>
                </p:nvGrpSpPr>
                <p:grpSpPr>
                  <a:xfrm>
                    <a:off x="2197340" y="5619877"/>
                    <a:ext cx="683888" cy="96542"/>
                    <a:chOff x="975600" y="2080173"/>
                    <a:chExt cx="972000" cy="658766"/>
                  </a:xfrm>
                </p:grpSpPr>
                <p:sp>
                  <p:nvSpPr>
                    <p:cNvPr id="557" name="矩形 556">
                      <a:extLst>
                        <a:ext uri="{FF2B5EF4-FFF2-40B4-BE49-F238E27FC236}">
                          <a16:creationId xmlns:a16="http://schemas.microsoft.com/office/drawing/2014/main" id="{6E9EEDFC-606A-1CEF-CD71-FFD2747551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58" name="矩形 557">
                      <a:extLst>
                        <a:ext uri="{FF2B5EF4-FFF2-40B4-BE49-F238E27FC236}">
                          <a16:creationId xmlns:a16="http://schemas.microsoft.com/office/drawing/2014/main" id="{4D9DDB4D-8E28-E9F7-5AF8-48CB5BA08C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59" name="矩形 558">
                      <a:extLst>
                        <a:ext uri="{FF2B5EF4-FFF2-40B4-BE49-F238E27FC236}">
                          <a16:creationId xmlns:a16="http://schemas.microsoft.com/office/drawing/2014/main" id="{7D595CAD-1A39-70C5-86CC-A8126751AC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60" name="矩形 559">
                      <a:extLst>
                        <a:ext uri="{FF2B5EF4-FFF2-40B4-BE49-F238E27FC236}">
                          <a16:creationId xmlns:a16="http://schemas.microsoft.com/office/drawing/2014/main" id="{32F56249-7B8A-F2A1-FC0F-EF075FBF17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61" name="矩形 560">
                      <a:extLst>
                        <a:ext uri="{FF2B5EF4-FFF2-40B4-BE49-F238E27FC236}">
                          <a16:creationId xmlns:a16="http://schemas.microsoft.com/office/drawing/2014/main" id="{85A0AAAB-5041-F128-B046-72C24E36EF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62" name="矩形 561">
                      <a:extLst>
                        <a:ext uri="{FF2B5EF4-FFF2-40B4-BE49-F238E27FC236}">
                          <a16:creationId xmlns:a16="http://schemas.microsoft.com/office/drawing/2014/main" id="{14E11FF9-AA17-970A-DEDE-55ABDFF9FD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63" name="矩形 562">
                      <a:extLst>
                        <a:ext uri="{FF2B5EF4-FFF2-40B4-BE49-F238E27FC236}">
                          <a16:creationId xmlns:a16="http://schemas.microsoft.com/office/drawing/2014/main" id="{D04D0F0A-1DCA-9BC5-F72A-08DEC3779F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64" name="矩形 563">
                      <a:extLst>
                        <a:ext uri="{FF2B5EF4-FFF2-40B4-BE49-F238E27FC236}">
                          <a16:creationId xmlns:a16="http://schemas.microsoft.com/office/drawing/2014/main" id="{ACAE6EC0-531F-EBDE-6804-CCD4F7AA0A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65" name="矩形 564">
                      <a:extLst>
                        <a:ext uri="{FF2B5EF4-FFF2-40B4-BE49-F238E27FC236}">
                          <a16:creationId xmlns:a16="http://schemas.microsoft.com/office/drawing/2014/main" id="{B3EAB7D8-4CC3-EFF9-72E4-747EA45630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566" name="直接箭头连接符 565">
                      <a:extLst>
                        <a:ext uri="{FF2B5EF4-FFF2-40B4-BE49-F238E27FC236}">
                          <a16:creationId xmlns:a16="http://schemas.microsoft.com/office/drawing/2014/main" id="{EAFB36A5-5BCD-B639-0B4B-993BC8AE1BBD}"/>
                        </a:ext>
                      </a:extLst>
                    </p:cNvPr>
                    <p:cNvCxnSpPr>
                      <a:cxnSpLocks/>
                      <a:endCxn id="563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67" name="组合 466">
                    <a:extLst>
                      <a:ext uri="{FF2B5EF4-FFF2-40B4-BE49-F238E27FC236}">
                        <a16:creationId xmlns:a16="http://schemas.microsoft.com/office/drawing/2014/main" id="{30F5CF83-F8C2-E037-D1D4-6099F67906E0}"/>
                      </a:ext>
                    </a:extLst>
                  </p:cNvPr>
                  <p:cNvGrpSpPr/>
                  <p:nvPr/>
                </p:nvGrpSpPr>
                <p:grpSpPr>
                  <a:xfrm>
                    <a:off x="1014763" y="5325756"/>
                    <a:ext cx="3766454" cy="406352"/>
                    <a:chOff x="801353" y="128648"/>
                    <a:chExt cx="4191935" cy="2772781"/>
                  </a:xfrm>
                </p:grpSpPr>
                <p:sp>
                  <p:nvSpPr>
                    <p:cNvPr id="546" name="矩形 545">
                      <a:extLst>
                        <a:ext uri="{FF2B5EF4-FFF2-40B4-BE49-F238E27FC236}">
                          <a16:creationId xmlns:a16="http://schemas.microsoft.com/office/drawing/2014/main" id="{E7C3A048-DFB5-9830-B7E9-AB75C0615F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26068" y="128648"/>
                      <a:ext cx="971999" cy="1719545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数模转换器</a:t>
                      </a:r>
                    </a:p>
                  </p:txBody>
                </p:sp>
                <p:sp>
                  <p:nvSpPr>
                    <p:cNvPr id="547" name="矩形 546">
                      <a:extLst>
                        <a:ext uri="{FF2B5EF4-FFF2-40B4-BE49-F238E27FC236}">
                          <a16:creationId xmlns:a16="http://schemas.microsoft.com/office/drawing/2014/main" id="{A1A7279F-FA2C-831C-093C-4736DE97D8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48" name="矩形 547">
                      <a:extLst>
                        <a:ext uri="{FF2B5EF4-FFF2-40B4-BE49-F238E27FC236}">
                          <a16:creationId xmlns:a16="http://schemas.microsoft.com/office/drawing/2014/main" id="{DB35B3D1-A67A-81B3-ABD7-6A2B483293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49" name="矩形 548">
                      <a:extLst>
                        <a:ext uri="{FF2B5EF4-FFF2-40B4-BE49-F238E27FC236}">
                          <a16:creationId xmlns:a16="http://schemas.microsoft.com/office/drawing/2014/main" id="{7C758E46-6ABA-1BAC-2761-6BBD10A3AD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50" name="矩形 549">
                      <a:extLst>
                        <a:ext uri="{FF2B5EF4-FFF2-40B4-BE49-F238E27FC236}">
                          <a16:creationId xmlns:a16="http://schemas.microsoft.com/office/drawing/2014/main" id="{5A65FACF-91BB-CD84-A23C-5CC6BCF4A6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51" name="矩形 550">
                      <a:extLst>
                        <a:ext uri="{FF2B5EF4-FFF2-40B4-BE49-F238E27FC236}">
                          <a16:creationId xmlns:a16="http://schemas.microsoft.com/office/drawing/2014/main" id="{1330B48F-CC35-D83E-661B-7A594D7AB1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353" y="1980155"/>
                      <a:ext cx="324000" cy="2160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52" name="矩形 551">
                      <a:extLst>
                        <a:ext uri="{FF2B5EF4-FFF2-40B4-BE49-F238E27FC236}">
                          <a16:creationId xmlns:a16="http://schemas.microsoft.com/office/drawing/2014/main" id="{45DDC06A-FF35-BFB9-BB3A-C3734E24C0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53" name="矩形 552">
                      <a:extLst>
                        <a:ext uri="{FF2B5EF4-FFF2-40B4-BE49-F238E27FC236}">
                          <a16:creationId xmlns:a16="http://schemas.microsoft.com/office/drawing/2014/main" id="{DC87EB3B-1ED1-5F2D-8C9D-D95A08D6E1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286598" y="2685428"/>
                      <a:ext cx="324000" cy="21600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54" name="矩形 553">
                      <a:extLst>
                        <a:ext uri="{FF2B5EF4-FFF2-40B4-BE49-F238E27FC236}">
                          <a16:creationId xmlns:a16="http://schemas.microsoft.com/office/drawing/2014/main" id="{7029E90F-F64E-B224-54D1-0E3EBBE0BF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55" name="矩形 554">
                      <a:extLst>
                        <a:ext uri="{FF2B5EF4-FFF2-40B4-BE49-F238E27FC236}">
                          <a16:creationId xmlns:a16="http://schemas.microsoft.com/office/drawing/2014/main" id="{3AE9BF7D-CDC5-C4F7-BBAC-D24D39614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556" name="直接箭头连接符 555">
                      <a:extLst>
                        <a:ext uri="{FF2B5EF4-FFF2-40B4-BE49-F238E27FC236}">
                          <a16:creationId xmlns:a16="http://schemas.microsoft.com/office/drawing/2014/main" id="{5D6364F8-E580-104C-F629-AA4C2E0FBF77}"/>
                        </a:ext>
                      </a:extLst>
                    </p:cNvPr>
                    <p:cNvCxnSpPr>
                      <a:cxnSpLocks/>
                      <a:endCxn id="553" idx="2"/>
                    </p:cNvCxnSpPr>
                    <p:nvPr/>
                  </p:nvCxnSpPr>
                  <p:spPr>
                    <a:xfrm flipH="1">
                      <a:off x="4448598" y="286909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68" name="组合 467">
                    <a:extLst>
                      <a:ext uri="{FF2B5EF4-FFF2-40B4-BE49-F238E27FC236}">
                        <a16:creationId xmlns:a16="http://schemas.microsoft.com/office/drawing/2014/main" id="{1EFD86D9-D974-6851-9011-A75E5666809C}"/>
                      </a:ext>
                    </a:extLst>
                  </p:cNvPr>
                  <p:cNvGrpSpPr/>
                  <p:nvPr/>
                </p:nvGrpSpPr>
                <p:grpSpPr>
                  <a:xfrm>
                    <a:off x="109249" y="5316329"/>
                    <a:ext cx="1897291" cy="388076"/>
                    <a:chOff x="975600" y="92304"/>
                    <a:chExt cx="2211519" cy="2646635"/>
                  </a:xfrm>
                </p:grpSpPr>
                <p:sp>
                  <p:nvSpPr>
                    <p:cNvPr id="534" name="矩形 533">
                      <a:extLst>
                        <a:ext uri="{FF2B5EF4-FFF2-40B4-BE49-F238E27FC236}">
                          <a16:creationId xmlns:a16="http://schemas.microsoft.com/office/drawing/2014/main" id="{612EB8A2-67C8-96C4-68FD-C1BFB3BB5E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15120" y="92304"/>
                      <a:ext cx="971999" cy="1718612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多路解调器</a:t>
                      </a:r>
                    </a:p>
                  </p:txBody>
                </p:sp>
                <p:sp>
                  <p:nvSpPr>
                    <p:cNvPr id="535" name="矩形 534">
                      <a:extLst>
                        <a:ext uri="{FF2B5EF4-FFF2-40B4-BE49-F238E27FC236}">
                          <a16:creationId xmlns:a16="http://schemas.microsoft.com/office/drawing/2014/main" id="{59905D4B-FA5B-4372-7687-CB349085A0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36" name="矩形 535">
                      <a:extLst>
                        <a:ext uri="{FF2B5EF4-FFF2-40B4-BE49-F238E27FC236}">
                          <a16:creationId xmlns:a16="http://schemas.microsoft.com/office/drawing/2014/main" id="{602DF283-1523-B4C8-1F5A-FD2BA1162C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37" name="矩形 536">
                      <a:extLst>
                        <a:ext uri="{FF2B5EF4-FFF2-40B4-BE49-F238E27FC236}">
                          <a16:creationId xmlns:a16="http://schemas.microsoft.com/office/drawing/2014/main" id="{F0F62E20-EC82-3520-1158-911B6F96B9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38" name="矩形 537">
                      <a:extLst>
                        <a:ext uri="{FF2B5EF4-FFF2-40B4-BE49-F238E27FC236}">
                          <a16:creationId xmlns:a16="http://schemas.microsoft.com/office/drawing/2014/main" id="{18F30B4E-6D43-2790-5DAE-2436A7417F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39" name="矩形 538">
                      <a:extLst>
                        <a:ext uri="{FF2B5EF4-FFF2-40B4-BE49-F238E27FC236}">
                          <a16:creationId xmlns:a16="http://schemas.microsoft.com/office/drawing/2014/main" id="{58B627DA-1C24-D9AE-F752-397E01DE90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40" name="矩形 539">
                      <a:extLst>
                        <a:ext uri="{FF2B5EF4-FFF2-40B4-BE49-F238E27FC236}">
                          <a16:creationId xmlns:a16="http://schemas.microsoft.com/office/drawing/2014/main" id="{1F445607-8B80-B641-81D3-D6B9C0F3A4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41" name="矩形 540">
                      <a:extLst>
                        <a:ext uri="{FF2B5EF4-FFF2-40B4-BE49-F238E27FC236}">
                          <a16:creationId xmlns:a16="http://schemas.microsoft.com/office/drawing/2014/main" id="{3C9F07DC-BE29-E758-0B19-4E1D80FDD0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42" name="矩形 541">
                      <a:extLst>
                        <a:ext uri="{FF2B5EF4-FFF2-40B4-BE49-F238E27FC236}">
                          <a16:creationId xmlns:a16="http://schemas.microsoft.com/office/drawing/2014/main" id="{2B2B8F4E-C1AA-DF90-87EC-35E3E7E1E1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43" name="矩形 542">
                      <a:extLst>
                        <a:ext uri="{FF2B5EF4-FFF2-40B4-BE49-F238E27FC236}">
                          <a16:creationId xmlns:a16="http://schemas.microsoft.com/office/drawing/2014/main" id="{8E5992FA-1B1E-6648-10FC-47E629B67F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544" name="直接箭头连接符 543">
                      <a:extLst>
                        <a:ext uri="{FF2B5EF4-FFF2-40B4-BE49-F238E27FC236}">
                          <a16:creationId xmlns:a16="http://schemas.microsoft.com/office/drawing/2014/main" id="{F04F8A70-77FF-5D23-3C10-B41F84F88444}"/>
                        </a:ext>
                      </a:extLst>
                    </p:cNvPr>
                    <p:cNvCxnSpPr>
                      <a:cxnSpLocks/>
                      <a:endCxn id="541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45" name="矩形 544">
                      <a:extLst>
                        <a:ext uri="{FF2B5EF4-FFF2-40B4-BE49-F238E27FC236}">
                          <a16:creationId xmlns:a16="http://schemas.microsoft.com/office/drawing/2014/main" id="{FEEB1C82-F8F3-3004-2BFE-34B47CA290C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6312" y="92304"/>
                      <a:ext cx="971999" cy="1718612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数据显示器</a:t>
                      </a:r>
                    </a:p>
                  </p:txBody>
                </p:sp>
              </p:grpSp>
              <p:grpSp>
                <p:nvGrpSpPr>
                  <p:cNvPr id="469" name="组合 468">
                    <a:extLst>
                      <a:ext uri="{FF2B5EF4-FFF2-40B4-BE49-F238E27FC236}">
                        <a16:creationId xmlns:a16="http://schemas.microsoft.com/office/drawing/2014/main" id="{1B4D4652-3E07-83DD-995C-125406BCF0EB}"/>
                      </a:ext>
                    </a:extLst>
                  </p:cNvPr>
                  <p:cNvGrpSpPr/>
                  <p:nvPr/>
                </p:nvGrpSpPr>
                <p:grpSpPr>
                  <a:xfrm>
                    <a:off x="2962080" y="3941615"/>
                    <a:ext cx="257648" cy="204136"/>
                    <a:chOff x="975600" y="2080173"/>
                    <a:chExt cx="972000" cy="745496"/>
                  </a:xfrm>
                </p:grpSpPr>
                <p:sp>
                  <p:nvSpPr>
                    <p:cNvPr id="524" name="矩形 523">
                      <a:extLst>
                        <a:ext uri="{FF2B5EF4-FFF2-40B4-BE49-F238E27FC236}">
                          <a16:creationId xmlns:a16="http://schemas.microsoft.com/office/drawing/2014/main" id="{FB10FB03-65E0-4862-6F8F-89AE514078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25" name="矩形 524">
                      <a:extLst>
                        <a:ext uri="{FF2B5EF4-FFF2-40B4-BE49-F238E27FC236}">
                          <a16:creationId xmlns:a16="http://schemas.microsoft.com/office/drawing/2014/main" id="{2C1B78E2-610F-74F5-7897-3ACEBE2330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26" name="矩形 525">
                      <a:extLst>
                        <a:ext uri="{FF2B5EF4-FFF2-40B4-BE49-F238E27FC236}">
                          <a16:creationId xmlns:a16="http://schemas.microsoft.com/office/drawing/2014/main" id="{44884CE1-C4BD-3747-15D2-3B57DA0BB8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27" name="矩形 526">
                      <a:extLst>
                        <a:ext uri="{FF2B5EF4-FFF2-40B4-BE49-F238E27FC236}">
                          <a16:creationId xmlns:a16="http://schemas.microsoft.com/office/drawing/2014/main" id="{D6CEAE2F-A57B-5C71-6C26-3EF36E0C66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28" name="矩形 527">
                      <a:extLst>
                        <a:ext uri="{FF2B5EF4-FFF2-40B4-BE49-F238E27FC236}">
                          <a16:creationId xmlns:a16="http://schemas.microsoft.com/office/drawing/2014/main" id="{3F6D9EE3-01F2-D764-3945-E55D1EC2C9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29" name="矩形 528">
                      <a:extLst>
                        <a:ext uri="{FF2B5EF4-FFF2-40B4-BE49-F238E27FC236}">
                          <a16:creationId xmlns:a16="http://schemas.microsoft.com/office/drawing/2014/main" id="{F285E7F3-A299-497F-BC04-855A4C3DB4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30" name="矩形 529">
                      <a:extLst>
                        <a:ext uri="{FF2B5EF4-FFF2-40B4-BE49-F238E27FC236}">
                          <a16:creationId xmlns:a16="http://schemas.microsoft.com/office/drawing/2014/main" id="{D64B736D-5E43-AAF9-123F-28CE352811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31" name="矩形 530">
                      <a:extLst>
                        <a:ext uri="{FF2B5EF4-FFF2-40B4-BE49-F238E27FC236}">
                          <a16:creationId xmlns:a16="http://schemas.microsoft.com/office/drawing/2014/main" id="{159622D5-3563-498B-2E5C-2930783D3A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532" name="矩形 531">
                      <a:extLst>
                        <a:ext uri="{FF2B5EF4-FFF2-40B4-BE49-F238E27FC236}">
                          <a16:creationId xmlns:a16="http://schemas.microsoft.com/office/drawing/2014/main" id="{98DCA780-EFE3-5BF1-0EFB-37B8F46CCA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533" name="直接箭头连接符 532">
                      <a:extLst>
                        <a:ext uri="{FF2B5EF4-FFF2-40B4-BE49-F238E27FC236}">
                          <a16:creationId xmlns:a16="http://schemas.microsoft.com/office/drawing/2014/main" id="{A9EA047E-C6AC-0336-FFCB-4CBA131D254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137600" y="2793332"/>
                      <a:ext cx="544692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70" name="组合 469">
                    <a:extLst>
                      <a:ext uri="{FF2B5EF4-FFF2-40B4-BE49-F238E27FC236}">
                        <a16:creationId xmlns:a16="http://schemas.microsoft.com/office/drawing/2014/main" id="{0B202DBF-49E3-8BA6-460A-DA48745A93DC}"/>
                      </a:ext>
                    </a:extLst>
                  </p:cNvPr>
                  <p:cNvGrpSpPr/>
                  <p:nvPr/>
                </p:nvGrpSpPr>
                <p:grpSpPr>
                  <a:xfrm>
                    <a:off x="-4762" y="5666966"/>
                    <a:ext cx="1141932" cy="708585"/>
                    <a:chOff x="-78959" y="5655907"/>
                    <a:chExt cx="1141932" cy="616472"/>
                  </a:xfrm>
                </p:grpSpPr>
                <p:grpSp>
                  <p:nvGrpSpPr>
                    <p:cNvPr id="499" name="组合 498">
                      <a:extLst>
                        <a:ext uri="{FF2B5EF4-FFF2-40B4-BE49-F238E27FC236}">
                          <a16:creationId xmlns:a16="http://schemas.microsoft.com/office/drawing/2014/main" id="{7097222D-B8E9-FE2C-C0B0-FC0F4FE090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78959" y="5661254"/>
                      <a:ext cx="1141932" cy="332024"/>
                      <a:chOff x="837365" y="663542"/>
                      <a:chExt cx="1110235" cy="2075397"/>
                    </a:xfrm>
                  </p:grpSpPr>
                  <p:sp>
                    <p:nvSpPr>
                      <p:cNvPr id="513" name="矩形 512">
                        <a:extLst>
                          <a:ext uri="{FF2B5EF4-FFF2-40B4-BE49-F238E27FC236}">
                            <a16:creationId xmlns:a16="http://schemas.microsoft.com/office/drawing/2014/main" id="{2EA630C2-FAE9-C0D4-7123-466205E3F1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37365" y="663542"/>
                        <a:ext cx="972000" cy="110835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zh-CN" altLang="en-US" sz="1000" b="1" dirty="0">
                            <a:solidFill>
                              <a:srgbClr val="C00000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负载功率计算</a:t>
                        </a:r>
                      </a:p>
                    </p:txBody>
                  </p:sp>
                  <p:sp>
                    <p:nvSpPr>
                      <p:cNvPr id="514" name="矩形 513">
                        <a:extLst>
                          <a:ext uri="{FF2B5EF4-FFF2-40B4-BE49-F238E27FC236}">
                            <a16:creationId xmlns:a16="http://schemas.microsoft.com/office/drawing/2014/main" id="{985308CC-0FEF-0D9F-B3D9-4722656484B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15" name="矩形 514">
                        <a:extLst>
                          <a:ext uri="{FF2B5EF4-FFF2-40B4-BE49-F238E27FC236}">
                            <a16:creationId xmlns:a16="http://schemas.microsoft.com/office/drawing/2014/main" id="{10EFAFF2-D3CD-7026-466D-E089BFAD3C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16" name="矩形 515">
                        <a:extLst>
                          <a:ext uri="{FF2B5EF4-FFF2-40B4-BE49-F238E27FC236}">
                            <a16:creationId xmlns:a16="http://schemas.microsoft.com/office/drawing/2014/main" id="{56DAC036-59A2-0AC0-8E5B-0869C653C6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17" name="矩形 516">
                        <a:extLst>
                          <a:ext uri="{FF2B5EF4-FFF2-40B4-BE49-F238E27FC236}">
                            <a16:creationId xmlns:a16="http://schemas.microsoft.com/office/drawing/2014/main" id="{33C42835-4262-B302-8E07-901BB29B3E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18" name="矩形 517">
                        <a:extLst>
                          <a:ext uri="{FF2B5EF4-FFF2-40B4-BE49-F238E27FC236}">
                            <a16:creationId xmlns:a16="http://schemas.microsoft.com/office/drawing/2014/main" id="{6DEB5BC3-4B90-6D04-54C6-F177E199FD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19" name="矩形 518">
                        <a:extLst>
                          <a:ext uri="{FF2B5EF4-FFF2-40B4-BE49-F238E27FC236}">
                            <a16:creationId xmlns:a16="http://schemas.microsoft.com/office/drawing/2014/main" id="{9C064823-951B-4DC6-84C5-4306291B98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20" name="矩形 519">
                        <a:extLst>
                          <a:ext uri="{FF2B5EF4-FFF2-40B4-BE49-F238E27FC236}">
                            <a16:creationId xmlns:a16="http://schemas.microsoft.com/office/drawing/2014/main" id="{CD7A8BDC-26B5-4E12-301A-04E257EB88D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21" name="矩形 520">
                        <a:extLst>
                          <a:ext uri="{FF2B5EF4-FFF2-40B4-BE49-F238E27FC236}">
                            <a16:creationId xmlns:a16="http://schemas.microsoft.com/office/drawing/2014/main" id="{3B55FCC2-ABE3-37A8-FE4D-ADADA7495F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22" name="矩形 521">
                        <a:extLst>
                          <a:ext uri="{FF2B5EF4-FFF2-40B4-BE49-F238E27FC236}">
                            <a16:creationId xmlns:a16="http://schemas.microsoft.com/office/drawing/2014/main" id="{43B828B0-19B3-58BA-A972-F5FD40C6320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523" name="直接箭头连接符 522">
                        <a:extLst>
                          <a:ext uri="{FF2B5EF4-FFF2-40B4-BE49-F238E27FC236}">
                            <a16:creationId xmlns:a16="http://schemas.microsoft.com/office/drawing/2014/main" id="{E04ACA67-896E-A688-B492-2E6A8C2AC306}"/>
                          </a:ext>
                        </a:extLst>
                      </p:cNvPr>
                      <p:cNvCxnSpPr>
                        <a:cxnSpLocks/>
                        <a:endCxn id="520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500" name="组合 499">
                      <a:extLst>
                        <a:ext uri="{FF2B5EF4-FFF2-40B4-BE49-F238E27FC236}">
                          <a16:creationId xmlns:a16="http://schemas.microsoft.com/office/drawing/2014/main" id="{570593A2-4652-3820-D37F-5217B4DB89B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-63738" y="5798389"/>
                      <a:ext cx="1010979" cy="473990"/>
                      <a:chOff x="975600" y="1504369"/>
                      <a:chExt cx="972000" cy="1234570"/>
                    </a:xfrm>
                  </p:grpSpPr>
                  <p:sp>
                    <p:nvSpPr>
                      <p:cNvPr id="502" name="矩形 501">
                        <a:extLst>
                          <a:ext uri="{FF2B5EF4-FFF2-40B4-BE49-F238E27FC236}">
                            <a16:creationId xmlns:a16="http://schemas.microsoft.com/office/drawing/2014/main" id="{46408F73-EAC6-C054-AEF3-55EC8C198C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8130" y="1504369"/>
                        <a:ext cx="932717" cy="1227024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r>
                          <a:rPr lang="zh-CN" altLang="en-US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上述</a:t>
                        </a:r>
                        <a:r>
                          <a:rPr lang="en-US" altLang="zh-CN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13</a:t>
                        </a:r>
                        <a:r>
                          <a:rPr lang="zh-CN" altLang="en-US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个模块视为</a:t>
                        </a:r>
                        <a:r>
                          <a:rPr lang="en-US" altLang="zh-CN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13</a:t>
                        </a:r>
                        <a:r>
                          <a:rPr lang="zh-CN" altLang="en-US" sz="100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个固定功率负载</a:t>
                        </a:r>
                      </a:p>
                    </p:txBody>
                  </p:sp>
                  <p:sp>
                    <p:nvSpPr>
                      <p:cNvPr id="503" name="矩形 502">
                        <a:extLst>
                          <a:ext uri="{FF2B5EF4-FFF2-40B4-BE49-F238E27FC236}">
                            <a16:creationId xmlns:a16="http://schemas.microsoft.com/office/drawing/2014/main" id="{276A5AC2-2CFC-4C1F-B3CD-5DEFA104C0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04" name="矩形 503">
                        <a:extLst>
                          <a:ext uri="{FF2B5EF4-FFF2-40B4-BE49-F238E27FC236}">
                            <a16:creationId xmlns:a16="http://schemas.microsoft.com/office/drawing/2014/main" id="{9B42A71E-E6FF-A402-99AC-E0ED193FDC3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05" name="矩形 504">
                        <a:extLst>
                          <a:ext uri="{FF2B5EF4-FFF2-40B4-BE49-F238E27FC236}">
                            <a16:creationId xmlns:a16="http://schemas.microsoft.com/office/drawing/2014/main" id="{DD12D706-230F-2BD2-CCD2-CBA83AC645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080173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06" name="矩形 505">
                        <a:extLst>
                          <a:ext uri="{FF2B5EF4-FFF2-40B4-BE49-F238E27FC236}">
                            <a16:creationId xmlns:a16="http://schemas.microsoft.com/office/drawing/2014/main" id="{EDC82579-C2AE-2B1F-5498-FC36DAA225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07" name="矩形 506">
                        <a:extLst>
                          <a:ext uri="{FF2B5EF4-FFF2-40B4-BE49-F238E27FC236}">
                            <a16:creationId xmlns:a16="http://schemas.microsoft.com/office/drawing/2014/main" id="{6807FE0D-9C44-E1F3-2618-9A2046EABD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08" name="矩形 507">
                        <a:extLst>
                          <a:ext uri="{FF2B5EF4-FFF2-40B4-BE49-F238E27FC236}">
                            <a16:creationId xmlns:a16="http://schemas.microsoft.com/office/drawing/2014/main" id="{9E21FD29-1DA9-79DE-1435-505CB789D9C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305131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09" name="矩形 508">
                        <a:extLst>
                          <a:ext uri="{FF2B5EF4-FFF2-40B4-BE49-F238E27FC236}">
                            <a16:creationId xmlns:a16="http://schemas.microsoft.com/office/drawing/2014/main" id="{AA96D700-A903-FBE6-84F2-EDDAB087436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75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10" name="矩形 509">
                        <a:extLst>
                          <a:ext uri="{FF2B5EF4-FFF2-40B4-BE49-F238E27FC236}">
                            <a16:creationId xmlns:a16="http://schemas.microsoft.com/office/drawing/2014/main" id="{89E2259C-C0FE-265E-EC95-6D933A8E7E6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99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sp>
                    <p:nvSpPr>
                      <p:cNvPr id="511" name="矩形 510">
                        <a:extLst>
                          <a:ext uri="{FF2B5EF4-FFF2-40B4-BE49-F238E27FC236}">
                            <a16:creationId xmlns:a16="http://schemas.microsoft.com/office/drawing/2014/main" id="{294091F0-C559-7370-BCCA-2F7057D2CA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23600" y="2522939"/>
                        <a:ext cx="32400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/>
                      </a:p>
                    </p:txBody>
                  </p:sp>
                  <p:cxnSp>
                    <p:nvCxnSpPr>
                      <p:cNvPr id="512" name="直接箭头连接符 511">
                        <a:extLst>
                          <a:ext uri="{FF2B5EF4-FFF2-40B4-BE49-F238E27FC236}">
                            <a16:creationId xmlns:a16="http://schemas.microsoft.com/office/drawing/2014/main" id="{E308B333-612A-DF1C-521D-E82BE141BDE4}"/>
                          </a:ext>
                        </a:extLst>
                      </p:cNvPr>
                      <p:cNvCxnSpPr>
                        <a:cxnSpLocks/>
                        <a:endCxn id="509" idx="2"/>
                      </p:cNvCxnSpPr>
                      <p:nvPr/>
                    </p:nvCxnSpPr>
                    <p:spPr>
                      <a:xfrm flipH="1">
                        <a:off x="1137600" y="2706602"/>
                        <a:ext cx="544690" cy="32337"/>
                      </a:xfrm>
                      <a:prstGeom prst="straightConnector1">
                        <a:avLst/>
                      </a:prstGeom>
                      <a:ln w="19050">
                        <a:noFill/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501" name="矩形 500">
                      <a:extLst>
                        <a:ext uri="{FF2B5EF4-FFF2-40B4-BE49-F238E27FC236}">
                          <a16:creationId xmlns:a16="http://schemas.microsoft.com/office/drawing/2014/main" id="{A1B920E0-0608-6394-3142-BA0EE2257A6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666" y="5655907"/>
                      <a:ext cx="980700" cy="613574"/>
                    </a:xfrm>
                    <a:prstGeom prst="rect">
                      <a:avLst/>
                    </a:prstGeom>
                    <a:noFill/>
                    <a:ln w="19050">
                      <a:solidFill>
                        <a:srgbClr val="C00000"/>
                      </a:solidFill>
                      <a:prstDash val="dashDot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p:grpSp>
              <p:grpSp>
                <p:nvGrpSpPr>
                  <p:cNvPr id="471" name="组合 470">
                    <a:extLst>
                      <a:ext uri="{FF2B5EF4-FFF2-40B4-BE49-F238E27FC236}">
                        <a16:creationId xmlns:a16="http://schemas.microsoft.com/office/drawing/2014/main" id="{D3334AEE-8544-76CA-8BDA-8897B6A70F0D}"/>
                      </a:ext>
                    </a:extLst>
                  </p:cNvPr>
                  <p:cNvGrpSpPr/>
                  <p:nvPr/>
                </p:nvGrpSpPr>
                <p:grpSpPr>
                  <a:xfrm>
                    <a:off x="1119356" y="5668158"/>
                    <a:ext cx="1079852" cy="363218"/>
                    <a:chOff x="897722" y="468553"/>
                    <a:chExt cx="1049878" cy="2270386"/>
                  </a:xfrm>
                </p:grpSpPr>
                <p:sp>
                  <p:nvSpPr>
                    <p:cNvPr id="488" name="矩形 487">
                      <a:extLst>
                        <a:ext uri="{FF2B5EF4-FFF2-40B4-BE49-F238E27FC236}">
                          <a16:creationId xmlns:a16="http://schemas.microsoft.com/office/drawing/2014/main" id="{1255FA4D-AC43-8D1B-4090-4C539609C12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7722" y="468553"/>
                      <a:ext cx="972000" cy="110835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sz="1000" b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故障类型说明</a:t>
                      </a:r>
                    </a:p>
                  </p:txBody>
                </p:sp>
                <p:sp>
                  <p:nvSpPr>
                    <p:cNvPr id="489" name="矩形 488">
                      <a:extLst>
                        <a:ext uri="{FF2B5EF4-FFF2-40B4-BE49-F238E27FC236}">
                          <a16:creationId xmlns:a16="http://schemas.microsoft.com/office/drawing/2014/main" id="{1B5D3EF7-1FD1-CFFD-A004-157E584D69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90" name="矩形 489">
                      <a:extLst>
                        <a:ext uri="{FF2B5EF4-FFF2-40B4-BE49-F238E27FC236}">
                          <a16:creationId xmlns:a16="http://schemas.microsoft.com/office/drawing/2014/main" id="{850B3670-0BCE-C51A-9C98-B277452B91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91" name="矩形 490">
                      <a:extLst>
                        <a:ext uri="{FF2B5EF4-FFF2-40B4-BE49-F238E27FC236}">
                          <a16:creationId xmlns:a16="http://schemas.microsoft.com/office/drawing/2014/main" id="{EB3F5CF6-EE8B-8A8F-2F22-FA1408103C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92" name="矩形 491">
                      <a:extLst>
                        <a:ext uri="{FF2B5EF4-FFF2-40B4-BE49-F238E27FC236}">
                          <a16:creationId xmlns:a16="http://schemas.microsoft.com/office/drawing/2014/main" id="{26CECF85-D979-29C0-AF63-49CC9E44BB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93" name="矩形 492">
                      <a:extLst>
                        <a:ext uri="{FF2B5EF4-FFF2-40B4-BE49-F238E27FC236}">
                          <a16:creationId xmlns:a16="http://schemas.microsoft.com/office/drawing/2014/main" id="{C37F5E61-53E8-B01E-1995-0B41DC0EFB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94" name="矩形 493">
                      <a:extLst>
                        <a:ext uri="{FF2B5EF4-FFF2-40B4-BE49-F238E27FC236}">
                          <a16:creationId xmlns:a16="http://schemas.microsoft.com/office/drawing/2014/main" id="{BAC0B29E-E023-4487-5938-6BA2E1A843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95" name="矩形 494">
                      <a:extLst>
                        <a:ext uri="{FF2B5EF4-FFF2-40B4-BE49-F238E27FC236}">
                          <a16:creationId xmlns:a16="http://schemas.microsoft.com/office/drawing/2014/main" id="{90914ADF-3A43-4AEC-F6DC-106352C0A4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96" name="矩形 495">
                      <a:extLst>
                        <a:ext uri="{FF2B5EF4-FFF2-40B4-BE49-F238E27FC236}">
                          <a16:creationId xmlns:a16="http://schemas.microsoft.com/office/drawing/2014/main" id="{93FEA00C-14F4-A6E4-7D52-D062F89151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97" name="矩形 496">
                      <a:extLst>
                        <a:ext uri="{FF2B5EF4-FFF2-40B4-BE49-F238E27FC236}">
                          <a16:creationId xmlns:a16="http://schemas.microsoft.com/office/drawing/2014/main" id="{62361BB1-34CF-D21E-6FB0-AE3CC1DB58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498" name="直接箭头连接符 497">
                      <a:extLst>
                        <a:ext uri="{FF2B5EF4-FFF2-40B4-BE49-F238E27FC236}">
                          <a16:creationId xmlns:a16="http://schemas.microsoft.com/office/drawing/2014/main" id="{A9EE6DCB-4A87-ECFE-9ABB-FA79B45F0786}"/>
                        </a:ext>
                      </a:extLst>
                    </p:cNvPr>
                    <p:cNvCxnSpPr>
                      <a:cxnSpLocks/>
                      <a:endCxn id="495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472" name="组合 471">
                    <a:extLst>
                      <a:ext uri="{FF2B5EF4-FFF2-40B4-BE49-F238E27FC236}">
                        <a16:creationId xmlns:a16="http://schemas.microsoft.com/office/drawing/2014/main" id="{E7F4E9C2-A440-8901-510C-EA6F6BC1299C}"/>
                      </a:ext>
                    </a:extLst>
                  </p:cNvPr>
                  <p:cNvGrpSpPr/>
                  <p:nvPr/>
                </p:nvGrpSpPr>
                <p:grpSpPr>
                  <a:xfrm>
                    <a:off x="1072497" y="6057554"/>
                    <a:ext cx="1010978" cy="252920"/>
                    <a:chOff x="975600" y="2080173"/>
                    <a:chExt cx="972000" cy="658766"/>
                  </a:xfrm>
                </p:grpSpPr>
                <p:sp>
                  <p:nvSpPr>
                    <p:cNvPr id="478" name="矩形 477">
                      <a:extLst>
                        <a:ext uri="{FF2B5EF4-FFF2-40B4-BE49-F238E27FC236}">
                          <a16:creationId xmlns:a16="http://schemas.microsoft.com/office/drawing/2014/main" id="{B0DDA8E5-6886-E9E0-038B-20C8ECB003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79" name="矩形 478">
                      <a:extLst>
                        <a:ext uri="{FF2B5EF4-FFF2-40B4-BE49-F238E27FC236}">
                          <a16:creationId xmlns:a16="http://schemas.microsoft.com/office/drawing/2014/main" id="{AAACF6CD-E8FD-1271-9AEC-7D2601408F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80" name="矩形 479">
                      <a:extLst>
                        <a:ext uri="{FF2B5EF4-FFF2-40B4-BE49-F238E27FC236}">
                          <a16:creationId xmlns:a16="http://schemas.microsoft.com/office/drawing/2014/main" id="{E99C0419-5015-177E-C082-E652847CB0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080173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81" name="矩形 480">
                      <a:extLst>
                        <a:ext uri="{FF2B5EF4-FFF2-40B4-BE49-F238E27FC236}">
                          <a16:creationId xmlns:a16="http://schemas.microsoft.com/office/drawing/2014/main" id="{C16F8997-615A-71DB-0667-D61D0B4043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82" name="矩形 481">
                      <a:extLst>
                        <a:ext uri="{FF2B5EF4-FFF2-40B4-BE49-F238E27FC236}">
                          <a16:creationId xmlns:a16="http://schemas.microsoft.com/office/drawing/2014/main" id="{C1158843-F82E-3ECB-CED5-BAB922B9B7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83" name="矩形 482">
                      <a:extLst>
                        <a:ext uri="{FF2B5EF4-FFF2-40B4-BE49-F238E27FC236}">
                          <a16:creationId xmlns:a16="http://schemas.microsoft.com/office/drawing/2014/main" id="{7E7E1D8E-0E21-494D-C574-7A009CCD77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305131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84" name="矩形 483">
                      <a:extLst>
                        <a:ext uri="{FF2B5EF4-FFF2-40B4-BE49-F238E27FC236}">
                          <a16:creationId xmlns:a16="http://schemas.microsoft.com/office/drawing/2014/main" id="{E7EF9A6E-2DA1-484A-9F1E-D6A5C5BB4A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75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85" name="矩形 484">
                      <a:extLst>
                        <a:ext uri="{FF2B5EF4-FFF2-40B4-BE49-F238E27FC236}">
                          <a16:creationId xmlns:a16="http://schemas.microsoft.com/office/drawing/2014/main" id="{FD073A10-7891-84FB-2B9C-D9330923D4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99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86" name="矩形 485">
                      <a:extLst>
                        <a:ext uri="{FF2B5EF4-FFF2-40B4-BE49-F238E27FC236}">
                          <a16:creationId xmlns:a16="http://schemas.microsoft.com/office/drawing/2014/main" id="{940E16CA-A24A-12F6-57A8-9BB49FB2D0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23600" y="2522939"/>
                      <a:ext cx="324000" cy="2160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487" name="直接箭头连接符 486">
                      <a:extLst>
                        <a:ext uri="{FF2B5EF4-FFF2-40B4-BE49-F238E27FC236}">
                          <a16:creationId xmlns:a16="http://schemas.microsoft.com/office/drawing/2014/main" id="{42830D6C-323C-858B-D6BB-3613072DD69C}"/>
                        </a:ext>
                      </a:extLst>
                    </p:cNvPr>
                    <p:cNvCxnSpPr>
                      <a:cxnSpLocks/>
                      <a:endCxn id="484" idx="2"/>
                    </p:cNvCxnSpPr>
                    <p:nvPr/>
                  </p:nvCxnSpPr>
                  <p:spPr>
                    <a:xfrm flipH="1">
                      <a:off x="1137600" y="2706602"/>
                      <a:ext cx="544690" cy="32337"/>
                    </a:xfrm>
                    <a:prstGeom prst="straightConnector1">
                      <a:avLst/>
                    </a:prstGeom>
                    <a:ln w="19050">
                      <a:noFill/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473" name="矩形 472">
                    <a:extLst>
                      <a:ext uri="{FF2B5EF4-FFF2-40B4-BE49-F238E27FC236}">
                        <a16:creationId xmlns:a16="http://schemas.microsoft.com/office/drawing/2014/main" id="{B9180A81-DCA7-F3E1-7DE0-E10DC3BF2B2A}"/>
                      </a:ext>
                    </a:extLst>
                  </p:cNvPr>
                  <p:cNvSpPr/>
                  <p:nvPr/>
                </p:nvSpPr>
                <p:spPr>
                  <a:xfrm>
                    <a:off x="1195764" y="5666959"/>
                    <a:ext cx="1722616" cy="705263"/>
                  </a:xfrm>
                  <a:prstGeom prst="rect">
                    <a:avLst/>
                  </a:prstGeom>
                  <a:noFill/>
                  <a:ln w="19050">
                    <a:solidFill>
                      <a:srgbClr val="FF0000"/>
                    </a:solidFill>
                    <a:prstDash val="dashDot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474" name="矩形 473">
                    <a:extLst>
                      <a:ext uri="{FF2B5EF4-FFF2-40B4-BE49-F238E27FC236}">
                        <a16:creationId xmlns:a16="http://schemas.microsoft.com/office/drawing/2014/main" id="{34B0A5D2-05B6-1E2A-4BDB-3F664CC18907}"/>
                      </a:ext>
                    </a:extLst>
                  </p:cNvPr>
                  <p:cNvSpPr/>
                  <p:nvPr/>
                </p:nvSpPr>
                <p:spPr>
                  <a:xfrm>
                    <a:off x="1260886" y="5850218"/>
                    <a:ext cx="710790" cy="155295"/>
                  </a:xfrm>
                  <a:prstGeom prst="rect">
                    <a:avLst/>
                  </a:prstGeom>
                  <a:noFill/>
                  <a:ln w="952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/>
                    <a:r>
                      <a:rPr lang="zh-CN" altLang="en-US" sz="9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固放</a:t>
                    </a:r>
                  </a:p>
                </p:txBody>
              </p:sp>
              <p:sp>
                <p:nvSpPr>
                  <p:cNvPr id="475" name="矩形 474">
                    <a:extLst>
                      <a:ext uri="{FF2B5EF4-FFF2-40B4-BE49-F238E27FC236}">
                        <a16:creationId xmlns:a16="http://schemas.microsoft.com/office/drawing/2014/main" id="{5F21A3DD-C854-B91B-3804-8699DFF50084}"/>
                      </a:ext>
                    </a:extLst>
                  </p:cNvPr>
                  <p:cNvSpPr/>
                  <p:nvPr/>
                </p:nvSpPr>
                <p:spPr>
                  <a:xfrm>
                    <a:off x="2204612" y="5843417"/>
                    <a:ext cx="602790" cy="154800"/>
                  </a:xfrm>
                  <a:prstGeom prst="rect">
                    <a:avLst/>
                  </a:prstGeom>
                  <a:noFill/>
                  <a:ln w="9525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/>
                    <a:r>
                      <a:rPr lang="zh-CN" altLang="en-US" sz="9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增益衰减</a:t>
                    </a:r>
                  </a:p>
                </p:txBody>
              </p:sp>
              <p:sp>
                <p:nvSpPr>
                  <p:cNvPr id="476" name="矩形 475">
                    <a:extLst>
                      <a:ext uri="{FF2B5EF4-FFF2-40B4-BE49-F238E27FC236}">
                        <a16:creationId xmlns:a16="http://schemas.microsoft.com/office/drawing/2014/main" id="{09A828C8-828F-E182-B7D2-564091C4BBF7}"/>
                      </a:ext>
                    </a:extLst>
                  </p:cNvPr>
                  <p:cNvSpPr/>
                  <p:nvPr/>
                </p:nvSpPr>
                <p:spPr>
                  <a:xfrm>
                    <a:off x="1244947" y="6138614"/>
                    <a:ext cx="710790" cy="155295"/>
                  </a:xfrm>
                  <a:prstGeom prst="rect">
                    <a:avLst/>
                  </a:prstGeom>
                  <a:noFill/>
                  <a:ln w="952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/>
                    <a:r>
                      <a:rPr lang="zh-CN" altLang="en-US" sz="9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行波管</a:t>
                    </a:r>
                  </a:p>
                </p:txBody>
              </p:sp>
              <p:sp>
                <p:nvSpPr>
                  <p:cNvPr id="477" name="矩形 476">
                    <a:extLst>
                      <a:ext uri="{FF2B5EF4-FFF2-40B4-BE49-F238E27FC236}">
                        <a16:creationId xmlns:a16="http://schemas.microsoft.com/office/drawing/2014/main" id="{8319FCA1-10FC-503B-817D-EE7118A82A20}"/>
                      </a:ext>
                    </a:extLst>
                  </p:cNvPr>
                  <p:cNvSpPr/>
                  <p:nvPr/>
                </p:nvSpPr>
                <p:spPr>
                  <a:xfrm>
                    <a:off x="2195087" y="6136575"/>
                    <a:ext cx="602790" cy="154800"/>
                  </a:xfrm>
                  <a:prstGeom prst="rect">
                    <a:avLst/>
                  </a:prstGeom>
                  <a:noFill/>
                  <a:ln w="9525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36000" tIns="36000" rIns="36000" bIns="36000" rtlCol="0" anchor="ctr"/>
                  <a:lstStyle/>
                  <a:p>
                    <a:pPr algn="ctr"/>
                    <a:r>
                      <a:rPr lang="zh-CN" altLang="en-US" sz="9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增益衰减</a:t>
                    </a:r>
                  </a:p>
                </p:txBody>
              </p:sp>
            </p:grpSp>
            <p:grpSp>
              <p:nvGrpSpPr>
                <p:cNvPr id="66" name="组合 65">
                  <a:extLst>
                    <a:ext uri="{FF2B5EF4-FFF2-40B4-BE49-F238E27FC236}">
                      <a16:creationId xmlns:a16="http://schemas.microsoft.com/office/drawing/2014/main" id="{E59A83EF-1D78-6F6C-711B-28A7FB5AAA87}"/>
                    </a:ext>
                  </a:extLst>
                </p:cNvPr>
                <p:cNvGrpSpPr/>
                <p:nvPr/>
              </p:nvGrpSpPr>
              <p:grpSpPr>
                <a:xfrm>
                  <a:off x="1" y="16745"/>
                  <a:ext cx="2253006" cy="2858430"/>
                  <a:chOff x="973171" y="2080173"/>
                  <a:chExt cx="974429" cy="658766"/>
                </a:xfrm>
              </p:grpSpPr>
              <p:sp>
                <p:nvSpPr>
                  <p:cNvPr id="437" name="矩形 436">
                    <a:extLst>
                      <a:ext uri="{FF2B5EF4-FFF2-40B4-BE49-F238E27FC236}">
                        <a16:creationId xmlns:a16="http://schemas.microsoft.com/office/drawing/2014/main" id="{DC7F93E3-9CA9-6721-8BA4-0CC361CCE817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529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438" name="矩形 437">
                    <a:extLst>
                      <a:ext uri="{FF2B5EF4-FFF2-40B4-BE49-F238E27FC236}">
                        <a16:creationId xmlns:a16="http://schemas.microsoft.com/office/drawing/2014/main" id="{4E9F58F2-E63D-66A9-F9CB-D6B751EFFF81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9" name="矩形 438">
                    <a:extLst>
                      <a:ext uri="{FF2B5EF4-FFF2-40B4-BE49-F238E27FC236}">
                        <a16:creationId xmlns:a16="http://schemas.microsoft.com/office/drawing/2014/main" id="{9AA09DC7-760F-CF16-6E4E-8523BAFADC2A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40" name="矩形 439">
                    <a:extLst>
                      <a:ext uri="{FF2B5EF4-FFF2-40B4-BE49-F238E27FC236}">
                        <a16:creationId xmlns:a16="http://schemas.microsoft.com/office/drawing/2014/main" id="{0588A148-1FFC-881D-7535-08AD2A949DE0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41" name="矩形 440">
                    <a:extLst>
                      <a:ext uri="{FF2B5EF4-FFF2-40B4-BE49-F238E27FC236}">
                        <a16:creationId xmlns:a16="http://schemas.microsoft.com/office/drawing/2014/main" id="{D8A902E6-3804-6893-C757-B0AAB17027F1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42" name="矩形 441">
                    <a:extLst>
                      <a:ext uri="{FF2B5EF4-FFF2-40B4-BE49-F238E27FC236}">
                        <a16:creationId xmlns:a16="http://schemas.microsoft.com/office/drawing/2014/main" id="{DC931396-1D74-2617-BC31-81507349C94D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43" name="矩形 442">
                    <a:extLst>
                      <a:ext uri="{FF2B5EF4-FFF2-40B4-BE49-F238E27FC236}">
                        <a16:creationId xmlns:a16="http://schemas.microsoft.com/office/drawing/2014/main" id="{DA6F1E50-B453-36FD-7085-F53BE3DDEF27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44" name="矩形 443">
                    <a:extLst>
                      <a:ext uri="{FF2B5EF4-FFF2-40B4-BE49-F238E27FC236}">
                        <a16:creationId xmlns:a16="http://schemas.microsoft.com/office/drawing/2014/main" id="{13AD03B4-F838-99A3-AAB0-04F4927C9384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45" name="矩形 444">
                    <a:extLst>
                      <a:ext uri="{FF2B5EF4-FFF2-40B4-BE49-F238E27FC236}">
                        <a16:creationId xmlns:a16="http://schemas.microsoft.com/office/drawing/2014/main" id="{4B67B453-8626-0FA9-DBAE-D69372B7C30C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46" name="矩形 445">
                    <a:extLst>
                      <a:ext uri="{FF2B5EF4-FFF2-40B4-BE49-F238E27FC236}">
                        <a16:creationId xmlns:a16="http://schemas.microsoft.com/office/drawing/2014/main" id="{DBA87C54-36F2-2AC2-224D-556B52F1A44E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447" name="直接箭头连接符 446">
                    <a:extLst>
                      <a:ext uri="{FF2B5EF4-FFF2-40B4-BE49-F238E27FC236}">
                        <a16:creationId xmlns:a16="http://schemas.microsoft.com/office/drawing/2014/main" id="{C55DE4EC-CB9C-E4E8-C87D-83362BF3F751}"/>
                      </a:ext>
                    </a:extLst>
                  </p:cNvPr>
                  <p:cNvCxnSpPr>
                    <a:cxnSpLocks/>
                    <a:endCxn id="444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7" name="组合 66">
                  <a:extLst>
                    <a:ext uri="{FF2B5EF4-FFF2-40B4-BE49-F238E27FC236}">
                      <a16:creationId xmlns:a16="http://schemas.microsoft.com/office/drawing/2014/main" id="{BDAF60C3-24F0-7A7C-2746-0BAEE1381416}"/>
                    </a:ext>
                  </a:extLst>
                </p:cNvPr>
                <p:cNvGrpSpPr/>
                <p:nvPr/>
              </p:nvGrpSpPr>
              <p:grpSpPr>
                <a:xfrm>
                  <a:off x="-141403" y="75414"/>
                  <a:ext cx="1493199" cy="285029"/>
                  <a:chOff x="970437" y="2030191"/>
                  <a:chExt cx="977163" cy="946473"/>
                </a:xfrm>
              </p:grpSpPr>
              <p:sp>
                <p:nvSpPr>
                  <p:cNvPr id="426" name="矩形 425">
                    <a:extLst>
                      <a:ext uri="{FF2B5EF4-FFF2-40B4-BE49-F238E27FC236}">
                        <a16:creationId xmlns:a16="http://schemas.microsoft.com/office/drawing/2014/main" id="{B526ED33-4F91-48B2-F36D-A86E8A5A4532}"/>
                      </a:ext>
                    </a:extLst>
                  </p:cNvPr>
                  <p:cNvSpPr/>
                  <p:nvPr/>
                </p:nvSpPr>
                <p:spPr>
                  <a:xfrm>
                    <a:off x="970437" y="2030191"/>
                    <a:ext cx="972000" cy="94647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数据管理系统</a:t>
                    </a:r>
                  </a:p>
                </p:txBody>
              </p:sp>
              <p:sp>
                <p:nvSpPr>
                  <p:cNvPr id="427" name="矩形 426">
                    <a:extLst>
                      <a:ext uri="{FF2B5EF4-FFF2-40B4-BE49-F238E27FC236}">
                        <a16:creationId xmlns:a16="http://schemas.microsoft.com/office/drawing/2014/main" id="{78124841-336B-5EB7-19AE-8230C85A072E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28" name="矩形 427">
                    <a:extLst>
                      <a:ext uri="{FF2B5EF4-FFF2-40B4-BE49-F238E27FC236}">
                        <a16:creationId xmlns:a16="http://schemas.microsoft.com/office/drawing/2014/main" id="{6BDF9194-93D3-2073-50C2-8386D3A8001A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29" name="矩形 428">
                    <a:extLst>
                      <a:ext uri="{FF2B5EF4-FFF2-40B4-BE49-F238E27FC236}">
                        <a16:creationId xmlns:a16="http://schemas.microsoft.com/office/drawing/2014/main" id="{1FC113D7-00E8-1963-B472-5B861FB9AC01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0" name="矩形 429">
                    <a:extLst>
                      <a:ext uri="{FF2B5EF4-FFF2-40B4-BE49-F238E27FC236}">
                        <a16:creationId xmlns:a16="http://schemas.microsoft.com/office/drawing/2014/main" id="{7B2D557D-E030-3F1C-F5B9-A5BB77EC31B9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1" name="矩形 430">
                    <a:extLst>
                      <a:ext uri="{FF2B5EF4-FFF2-40B4-BE49-F238E27FC236}">
                        <a16:creationId xmlns:a16="http://schemas.microsoft.com/office/drawing/2014/main" id="{A3A3296E-A126-15C6-B24C-61102B74930E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2" name="矩形 431">
                    <a:extLst>
                      <a:ext uri="{FF2B5EF4-FFF2-40B4-BE49-F238E27FC236}">
                        <a16:creationId xmlns:a16="http://schemas.microsoft.com/office/drawing/2014/main" id="{ABBCCECB-D8AD-B682-B7F1-E871708C9DD8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3" name="矩形 432">
                    <a:extLst>
                      <a:ext uri="{FF2B5EF4-FFF2-40B4-BE49-F238E27FC236}">
                        <a16:creationId xmlns:a16="http://schemas.microsoft.com/office/drawing/2014/main" id="{53E9B19E-F435-1D68-1196-091BE979A842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4" name="矩形 433">
                    <a:extLst>
                      <a:ext uri="{FF2B5EF4-FFF2-40B4-BE49-F238E27FC236}">
                        <a16:creationId xmlns:a16="http://schemas.microsoft.com/office/drawing/2014/main" id="{E7CCF364-9C09-9224-39BC-F9732A8806A1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5" name="矩形 434">
                    <a:extLst>
                      <a:ext uri="{FF2B5EF4-FFF2-40B4-BE49-F238E27FC236}">
                        <a16:creationId xmlns:a16="http://schemas.microsoft.com/office/drawing/2014/main" id="{6DAB1E0C-AC10-8734-88D0-67D63C23FC22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436" name="直接箭头连接符 435">
                    <a:extLst>
                      <a:ext uri="{FF2B5EF4-FFF2-40B4-BE49-F238E27FC236}">
                        <a16:creationId xmlns:a16="http://schemas.microsoft.com/office/drawing/2014/main" id="{72BA04D4-27A8-4404-94AF-3EED1FA0F4BE}"/>
                      </a:ext>
                    </a:extLst>
                  </p:cNvPr>
                  <p:cNvCxnSpPr>
                    <a:cxnSpLocks/>
                    <a:endCxn id="433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8" name="组合 67">
                  <a:extLst>
                    <a:ext uri="{FF2B5EF4-FFF2-40B4-BE49-F238E27FC236}">
                      <a16:creationId xmlns:a16="http://schemas.microsoft.com/office/drawing/2014/main" id="{09C0B3D4-4FF6-6763-B462-17CDE6482CDB}"/>
                    </a:ext>
                  </a:extLst>
                </p:cNvPr>
                <p:cNvGrpSpPr/>
                <p:nvPr/>
              </p:nvGrpSpPr>
              <p:grpSpPr>
                <a:xfrm>
                  <a:off x="9687310" y="5309830"/>
                  <a:ext cx="707537" cy="284400"/>
                  <a:chOff x="973171" y="2080173"/>
                  <a:chExt cx="974429" cy="658766"/>
                </a:xfrm>
              </p:grpSpPr>
              <p:sp>
                <p:nvSpPr>
                  <p:cNvPr id="415" name="矩形 414">
                    <a:extLst>
                      <a:ext uri="{FF2B5EF4-FFF2-40B4-BE49-F238E27FC236}">
                        <a16:creationId xmlns:a16="http://schemas.microsoft.com/office/drawing/2014/main" id="{73EFA75C-BEEB-2718-FF5E-F06458B15F1D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峰值跟踪</a:t>
                    </a:r>
                    <a:endParaRPr lang="en-US" altLang="zh-CN" sz="10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调节器</a:t>
                    </a:r>
                  </a:p>
                </p:txBody>
              </p:sp>
              <p:sp>
                <p:nvSpPr>
                  <p:cNvPr id="416" name="矩形 415">
                    <a:extLst>
                      <a:ext uri="{FF2B5EF4-FFF2-40B4-BE49-F238E27FC236}">
                        <a16:creationId xmlns:a16="http://schemas.microsoft.com/office/drawing/2014/main" id="{8DBB812F-2100-F001-1E12-B67197BE6D3F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7" name="矩形 416">
                    <a:extLst>
                      <a:ext uri="{FF2B5EF4-FFF2-40B4-BE49-F238E27FC236}">
                        <a16:creationId xmlns:a16="http://schemas.microsoft.com/office/drawing/2014/main" id="{10B25C0C-1410-8888-7293-EBCA8A95B174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8" name="矩形 417">
                    <a:extLst>
                      <a:ext uri="{FF2B5EF4-FFF2-40B4-BE49-F238E27FC236}">
                        <a16:creationId xmlns:a16="http://schemas.microsoft.com/office/drawing/2014/main" id="{D4958843-64F6-086D-95C0-D791D195AEDF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9" name="矩形 418">
                    <a:extLst>
                      <a:ext uri="{FF2B5EF4-FFF2-40B4-BE49-F238E27FC236}">
                        <a16:creationId xmlns:a16="http://schemas.microsoft.com/office/drawing/2014/main" id="{91D02EAE-F6D2-6AC5-063F-E4993F6EB623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20" name="矩形 419">
                    <a:extLst>
                      <a:ext uri="{FF2B5EF4-FFF2-40B4-BE49-F238E27FC236}">
                        <a16:creationId xmlns:a16="http://schemas.microsoft.com/office/drawing/2014/main" id="{E5A7C2E1-C378-8FBD-6DAC-1CF6F8951504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21" name="矩形 420">
                    <a:extLst>
                      <a:ext uri="{FF2B5EF4-FFF2-40B4-BE49-F238E27FC236}">
                        <a16:creationId xmlns:a16="http://schemas.microsoft.com/office/drawing/2014/main" id="{18A02668-D9C0-C89E-4158-EF0081A0E3C5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22" name="矩形 421">
                    <a:extLst>
                      <a:ext uri="{FF2B5EF4-FFF2-40B4-BE49-F238E27FC236}">
                        <a16:creationId xmlns:a16="http://schemas.microsoft.com/office/drawing/2014/main" id="{502AA1B6-C275-26EF-4C8E-EF748B93E886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23" name="矩形 422">
                    <a:extLst>
                      <a:ext uri="{FF2B5EF4-FFF2-40B4-BE49-F238E27FC236}">
                        <a16:creationId xmlns:a16="http://schemas.microsoft.com/office/drawing/2014/main" id="{C4BA482B-069D-5322-C64A-E0C40AB7E62C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24" name="矩形 423">
                    <a:extLst>
                      <a:ext uri="{FF2B5EF4-FFF2-40B4-BE49-F238E27FC236}">
                        <a16:creationId xmlns:a16="http://schemas.microsoft.com/office/drawing/2014/main" id="{6876CF81-46BF-2EA5-F202-5600770F2D8C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425" name="直接箭头连接符 424">
                    <a:extLst>
                      <a:ext uri="{FF2B5EF4-FFF2-40B4-BE49-F238E27FC236}">
                        <a16:creationId xmlns:a16="http://schemas.microsoft.com/office/drawing/2014/main" id="{08A1E1DD-F308-0512-930F-8E8E307CD577}"/>
                      </a:ext>
                    </a:extLst>
                  </p:cNvPr>
                  <p:cNvCxnSpPr>
                    <a:cxnSpLocks/>
                    <a:endCxn id="422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9" name="组合 68">
                  <a:extLst>
                    <a:ext uri="{FF2B5EF4-FFF2-40B4-BE49-F238E27FC236}">
                      <a16:creationId xmlns:a16="http://schemas.microsoft.com/office/drawing/2014/main" id="{4C1CC64C-D091-0750-8462-AD9F14F89653}"/>
                    </a:ext>
                  </a:extLst>
                </p:cNvPr>
                <p:cNvGrpSpPr/>
                <p:nvPr/>
              </p:nvGrpSpPr>
              <p:grpSpPr>
                <a:xfrm>
                  <a:off x="9200550" y="4911696"/>
                  <a:ext cx="1252646" cy="284847"/>
                  <a:chOff x="973171" y="2080173"/>
                  <a:chExt cx="974429" cy="658766"/>
                </a:xfrm>
              </p:grpSpPr>
              <p:sp>
                <p:nvSpPr>
                  <p:cNvPr id="404" name="矩形 403">
                    <a:extLst>
                      <a:ext uri="{FF2B5EF4-FFF2-40B4-BE49-F238E27FC236}">
                        <a16:creationId xmlns:a16="http://schemas.microsoft.com/office/drawing/2014/main" id="{922F94A3-1BB5-1EC8-A3BA-E39F74A76CC7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串联开关调节器</a:t>
                    </a:r>
                  </a:p>
                </p:txBody>
              </p:sp>
              <p:sp>
                <p:nvSpPr>
                  <p:cNvPr id="405" name="矩形 404">
                    <a:extLst>
                      <a:ext uri="{FF2B5EF4-FFF2-40B4-BE49-F238E27FC236}">
                        <a16:creationId xmlns:a16="http://schemas.microsoft.com/office/drawing/2014/main" id="{BD96AA9E-543E-C85B-3D14-22810BEDA77B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06" name="矩形 405">
                    <a:extLst>
                      <a:ext uri="{FF2B5EF4-FFF2-40B4-BE49-F238E27FC236}">
                        <a16:creationId xmlns:a16="http://schemas.microsoft.com/office/drawing/2014/main" id="{5DF05EB4-6834-A973-168C-CD3420D4C771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07" name="矩形 406">
                    <a:extLst>
                      <a:ext uri="{FF2B5EF4-FFF2-40B4-BE49-F238E27FC236}">
                        <a16:creationId xmlns:a16="http://schemas.microsoft.com/office/drawing/2014/main" id="{3C539D45-567F-95F1-B741-02C692F6B16C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08" name="矩形 407">
                    <a:extLst>
                      <a:ext uri="{FF2B5EF4-FFF2-40B4-BE49-F238E27FC236}">
                        <a16:creationId xmlns:a16="http://schemas.microsoft.com/office/drawing/2014/main" id="{454EDCE2-2EC8-6B44-68D6-A1E3729012EB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09" name="矩形 408">
                    <a:extLst>
                      <a:ext uri="{FF2B5EF4-FFF2-40B4-BE49-F238E27FC236}">
                        <a16:creationId xmlns:a16="http://schemas.microsoft.com/office/drawing/2014/main" id="{D35A025B-B606-9C59-533F-DB8BB3E26AB7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0" name="矩形 409">
                    <a:extLst>
                      <a:ext uri="{FF2B5EF4-FFF2-40B4-BE49-F238E27FC236}">
                        <a16:creationId xmlns:a16="http://schemas.microsoft.com/office/drawing/2014/main" id="{F2F90725-4D20-1846-FAE0-0162E2072484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1" name="矩形 410">
                    <a:extLst>
                      <a:ext uri="{FF2B5EF4-FFF2-40B4-BE49-F238E27FC236}">
                        <a16:creationId xmlns:a16="http://schemas.microsoft.com/office/drawing/2014/main" id="{C2ECF044-2844-DB92-F2F7-08BA79C5CAC1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2" name="矩形 411">
                    <a:extLst>
                      <a:ext uri="{FF2B5EF4-FFF2-40B4-BE49-F238E27FC236}">
                        <a16:creationId xmlns:a16="http://schemas.microsoft.com/office/drawing/2014/main" id="{BBA75A32-A89E-B2A7-D9D5-9B696FE378A7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3" name="矩形 412">
                    <a:extLst>
                      <a:ext uri="{FF2B5EF4-FFF2-40B4-BE49-F238E27FC236}">
                        <a16:creationId xmlns:a16="http://schemas.microsoft.com/office/drawing/2014/main" id="{6B113183-3D0F-9332-47B4-CAA37B7935DC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414" name="直接箭头连接符 413">
                    <a:extLst>
                      <a:ext uri="{FF2B5EF4-FFF2-40B4-BE49-F238E27FC236}">
                        <a16:creationId xmlns:a16="http://schemas.microsoft.com/office/drawing/2014/main" id="{6438359D-78A8-2B6D-753F-2D933C58859E}"/>
                      </a:ext>
                    </a:extLst>
                  </p:cNvPr>
                  <p:cNvCxnSpPr>
                    <a:cxnSpLocks/>
                    <a:endCxn id="411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0" name="组合 69">
                  <a:extLst>
                    <a:ext uri="{FF2B5EF4-FFF2-40B4-BE49-F238E27FC236}">
                      <a16:creationId xmlns:a16="http://schemas.microsoft.com/office/drawing/2014/main" id="{5845CA98-9420-039F-E16E-450B8D48B505}"/>
                    </a:ext>
                  </a:extLst>
                </p:cNvPr>
                <p:cNvGrpSpPr/>
                <p:nvPr/>
              </p:nvGrpSpPr>
              <p:grpSpPr>
                <a:xfrm>
                  <a:off x="9494437" y="4426073"/>
                  <a:ext cx="928795" cy="285688"/>
                  <a:chOff x="973171" y="2080173"/>
                  <a:chExt cx="974429" cy="658766"/>
                </a:xfrm>
              </p:grpSpPr>
              <p:sp>
                <p:nvSpPr>
                  <p:cNvPr id="393" name="矩形 392">
                    <a:extLst>
                      <a:ext uri="{FF2B5EF4-FFF2-40B4-BE49-F238E27FC236}">
                        <a16:creationId xmlns:a16="http://schemas.microsoft.com/office/drawing/2014/main" id="{E97C603C-472A-0ABC-DAED-4B14F623DE49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充电调节器</a:t>
                    </a:r>
                  </a:p>
                </p:txBody>
              </p:sp>
              <p:sp>
                <p:nvSpPr>
                  <p:cNvPr id="394" name="矩形 393">
                    <a:extLst>
                      <a:ext uri="{FF2B5EF4-FFF2-40B4-BE49-F238E27FC236}">
                        <a16:creationId xmlns:a16="http://schemas.microsoft.com/office/drawing/2014/main" id="{3B9B8A52-F265-8E64-AC57-42EB316D6DA8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95" name="矩形 394">
                    <a:extLst>
                      <a:ext uri="{FF2B5EF4-FFF2-40B4-BE49-F238E27FC236}">
                        <a16:creationId xmlns:a16="http://schemas.microsoft.com/office/drawing/2014/main" id="{00BD36D0-850C-E0A0-756D-1F938CCA7D35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96" name="矩形 395">
                    <a:extLst>
                      <a:ext uri="{FF2B5EF4-FFF2-40B4-BE49-F238E27FC236}">
                        <a16:creationId xmlns:a16="http://schemas.microsoft.com/office/drawing/2014/main" id="{F6C2C974-BA69-0B4B-500E-CFC72880ED33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97" name="矩形 396">
                    <a:extLst>
                      <a:ext uri="{FF2B5EF4-FFF2-40B4-BE49-F238E27FC236}">
                        <a16:creationId xmlns:a16="http://schemas.microsoft.com/office/drawing/2014/main" id="{1EAD3E49-9C91-7FAE-6A64-80CC445043B1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98" name="矩形 397">
                    <a:extLst>
                      <a:ext uri="{FF2B5EF4-FFF2-40B4-BE49-F238E27FC236}">
                        <a16:creationId xmlns:a16="http://schemas.microsoft.com/office/drawing/2014/main" id="{2EF24900-F031-F782-F334-C240C9076A47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99" name="矩形 398">
                    <a:extLst>
                      <a:ext uri="{FF2B5EF4-FFF2-40B4-BE49-F238E27FC236}">
                        <a16:creationId xmlns:a16="http://schemas.microsoft.com/office/drawing/2014/main" id="{FC9A02B3-399F-A6A3-5D79-7FF34BB09C0F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00" name="矩形 399">
                    <a:extLst>
                      <a:ext uri="{FF2B5EF4-FFF2-40B4-BE49-F238E27FC236}">
                        <a16:creationId xmlns:a16="http://schemas.microsoft.com/office/drawing/2014/main" id="{B1AF858A-82CA-D03A-39D2-3CC465DD8CBF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01" name="矩形 400">
                    <a:extLst>
                      <a:ext uri="{FF2B5EF4-FFF2-40B4-BE49-F238E27FC236}">
                        <a16:creationId xmlns:a16="http://schemas.microsoft.com/office/drawing/2014/main" id="{1E89C9E3-A3EE-F02E-D965-CA15E2854620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02" name="矩形 401">
                    <a:extLst>
                      <a:ext uri="{FF2B5EF4-FFF2-40B4-BE49-F238E27FC236}">
                        <a16:creationId xmlns:a16="http://schemas.microsoft.com/office/drawing/2014/main" id="{CAC39C32-1112-C8D6-397A-18979594085D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403" name="直接箭头连接符 402">
                    <a:extLst>
                      <a:ext uri="{FF2B5EF4-FFF2-40B4-BE49-F238E27FC236}">
                        <a16:creationId xmlns:a16="http://schemas.microsoft.com/office/drawing/2014/main" id="{0596B5E6-5020-74D0-823F-6DFBA76373FA}"/>
                      </a:ext>
                    </a:extLst>
                  </p:cNvPr>
                  <p:cNvCxnSpPr>
                    <a:cxnSpLocks/>
                    <a:endCxn id="400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71" name="直接连接符 70">
                  <a:extLst>
                    <a:ext uri="{FF2B5EF4-FFF2-40B4-BE49-F238E27FC236}">
                      <a16:creationId xmlns:a16="http://schemas.microsoft.com/office/drawing/2014/main" id="{8CA15271-887B-8D50-D03B-1D6F350ECBAE}"/>
                    </a:ext>
                  </a:extLst>
                </p:cNvPr>
                <p:cNvCxnSpPr/>
                <p:nvPr/>
              </p:nvCxnSpPr>
              <p:spPr>
                <a:xfrm>
                  <a:off x="0" y="3020400"/>
                  <a:ext cx="12192000" cy="0"/>
                </a:xfrm>
                <a:prstGeom prst="line">
                  <a:avLst/>
                </a:prstGeom>
                <a:ln w="63500" cap="rnd" cmpd="tri">
                  <a:solidFill>
                    <a:srgbClr val="C00000"/>
                  </a:solidFill>
                  <a:prstDash val="solid"/>
                  <a:headEnd type="diamond" w="sm" len="sm"/>
                  <a:tailEnd type="diamond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直接箭头连接符 71">
                  <a:extLst>
                    <a:ext uri="{FF2B5EF4-FFF2-40B4-BE49-F238E27FC236}">
                      <a16:creationId xmlns:a16="http://schemas.microsoft.com/office/drawing/2014/main" id="{06263BB8-7F58-6D49-FACA-2FE84EC951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9899650" y="3020400"/>
                  <a:ext cx="0" cy="637200"/>
                </a:xfrm>
                <a:prstGeom prst="straightConnector1">
                  <a:avLst/>
                </a:prstGeom>
                <a:ln w="38100" cmpd="dbl">
                  <a:solidFill>
                    <a:srgbClr val="C0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直接连接符 72">
                  <a:extLst>
                    <a:ext uri="{FF2B5EF4-FFF2-40B4-BE49-F238E27FC236}">
                      <a16:creationId xmlns:a16="http://schemas.microsoft.com/office/drawing/2014/main" id="{1DD0BD1C-F617-25F7-7B50-B4D1097080AD}"/>
                    </a:ext>
                  </a:extLst>
                </p:cNvPr>
                <p:cNvCxnSpPr/>
                <p:nvPr/>
              </p:nvCxnSpPr>
              <p:spPr>
                <a:xfrm>
                  <a:off x="0" y="3228975"/>
                  <a:ext cx="12192000" cy="0"/>
                </a:xfrm>
                <a:prstGeom prst="line">
                  <a:avLst/>
                </a:prstGeom>
                <a:ln w="63500" cap="rnd" cmpd="tri">
                  <a:solidFill>
                    <a:srgbClr val="02AAFE"/>
                  </a:solidFill>
                  <a:prstDash val="solid"/>
                  <a:headEnd type="diamond" w="sm" len="sm"/>
                  <a:tailEnd type="diamond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直接连接符 73">
                  <a:extLst>
                    <a:ext uri="{FF2B5EF4-FFF2-40B4-BE49-F238E27FC236}">
                      <a16:creationId xmlns:a16="http://schemas.microsoft.com/office/drawing/2014/main" id="{530E9E03-AE10-584E-EBAE-6C162E35A89E}"/>
                    </a:ext>
                  </a:extLst>
                </p:cNvPr>
                <p:cNvCxnSpPr/>
                <p:nvPr/>
              </p:nvCxnSpPr>
              <p:spPr>
                <a:xfrm>
                  <a:off x="0" y="3419475"/>
                  <a:ext cx="12192000" cy="0"/>
                </a:xfrm>
                <a:prstGeom prst="line">
                  <a:avLst/>
                </a:prstGeom>
                <a:ln w="63500" cap="rnd" cmpd="tri">
                  <a:solidFill>
                    <a:schemeClr val="accent6">
                      <a:lumMod val="75000"/>
                    </a:schemeClr>
                  </a:solidFill>
                  <a:prstDash val="solid"/>
                  <a:headEnd type="diamond" w="sm" len="sm"/>
                  <a:tailEnd type="diamond" w="sm" len="sm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786DA055-D244-B53E-2D69-6C8514CDBC45}"/>
                    </a:ext>
                  </a:extLst>
                </p:cNvPr>
                <p:cNvSpPr/>
                <p:nvPr/>
              </p:nvSpPr>
              <p:spPr>
                <a:xfrm>
                  <a:off x="4394508" y="2879655"/>
                  <a:ext cx="4692262" cy="28502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dist"/>
                  <a:r>
                    <a:rPr lang="zh-CN" altLang="en-US" sz="12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供电母线</a:t>
                  </a:r>
                </a:p>
              </p:txBody>
            </p:sp>
            <p:sp>
              <p:nvSpPr>
                <p:cNvPr id="76" name="矩形 75">
                  <a:extLst>
                    <a:ext uri="{FF2B5EF4-FFF2-40B4-BE49-F238E27FC236}">
                      <a16:creationId xmlns:a16="http://schemas.microsoft.com/office/drawing/2014/main" id="{D4014B9D-332F-5392-D5B3-10A53FD0AB88}"/>
                    </a:ext>
                  </a:extLst>
                </p:cNvPr>
                <p:cNvSpPr/>
                <p:nvPr/>
              </p:nvSpPr>
              <p:spPr>
                <a:xfrm>
                  <a:off x="4394507" y="3086460"/>
                  <a:ext cx="4692260" cy="28502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dist"/>
                  <a:r>
                    <a:rPr lang="zh-CN" altLang="en-US" sz="12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控制总线</a:t>
                  </a:r>
                </a:p>
              </p:txBody>
            </p:sp>
            <p:sp>
              <p:nvSpPr>
                <p:cNvPr id="77" name="矩形 76">
                  <a:extLst>
                    <a:ext uri="{FF2B5EF4-FFF2-40B4-BE49-F238E27FC236}">
                      <a16:creationId xmlns:a16="http://schemas.microsoft.com/office/drawing/2014/main" id="{88E2DC83-C963-402D-E909-CF6327F9B29F}"/>
                    </a:ext>
                  </a:extLst>
                </p:cNvPr>
                <p:cNvSpPr/>
                <p:nvPr/>
              </p:nvSpPr>
              <p:spPr>
                <a:xfrm>
                  <a:off x="4394507" y="3296010"/>
                  <a:ext cx="4711785" cy="285029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dist"/>
                  <a:r>
                    <a:rPr lang="zh-CN" altLang="en-US" sz="12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数据总线</a:t>
                  </a:r>
                </a:p>
              </p:txBody>
            </p:sp>
            <p:cxnSp>
              <p:nvCxnSpPr>
                <p:cNvPr id="78" name="直接箭头连接符 77">
                  <a:extLst>
                    <a:ext uri="{FF2B5EF4-FFF2-40B4-BE49-F238E27FC236}">
                      <a16:creationId xmlns:a16="http://schemas.microsoft.com/office/drawing/2014/main" id="{5A9F6008-5051-9642-CCC1-F098B89557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696700" y="3002280"/>
                  <a:ext cx="0" cy="655320"/>
                </a:xfrm>
                <a:prstGeom prst="straightConnector1">
                  <a:avLst/>
                </a:prstGeom>
                <a:ln w="38100" cmpd="dbl">
                  <a:solidFill>
                    <a:srgbClr val="C00000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9" name="组合 78">
                  <a:extLst>
                    <a:ext uri="{FF2B5EF4-FFF2-40B4-BE49-F238E27FC236}">
                      <a16:creationId xmlns:a16="http://schemas.microsoft.com/office/drawing/2014/main" id="{43B7B7E7-F2CC-F0F8-7794-DDE8F356708D}"/>
                    </a:ext>
                  </a:extLst>
                </p:cNvPr>
                <p:cNvGrpSpPr/>
                <p:nvPr/>
              </p:nvGrpSpPr>
              <p:grpSpPr>
                <a:xfrm>
                  <a:off x="9495826" y="4010406"/>
                  <a:ext cx="928795" cy="285688"/>
                  <a:chOff x="973171" y="2080173"/>
                  <a:chExt cx="974429" cy="658766"/>
                </a:xfrm>
              </p:grpSpPr>
              <p:sp>
                <p:nvSpPr>
                  <p:cNvPr id="382" name="矩形 381">
                    <a:extLst>
                      <a:ext uri="{FF2B5EF4-FFF2-40B4-BE49-F238E27FC236}">
                        <a16:creationId xmlns:a16="http://schemas.microsoft.com/office/drawing/2014/main" id="{6A0D9236-7169-7DBE-5ACD-A3921F31A851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蓄电池组</a:t>
                    </a:r>
                  </a:p>
                </p:txBody>
              </p:sp>
              <p:sp>
                <p:nvSpPr>
                  <p:cNvPr id="383" name="矩形 382">
                    <a:extLst>
                      <a:ext uri="{FF2B5EF4-FFF2-40B4-BE49-F238E27FC236}">
                        <a16:creationId xmlns:a16="http://schemas.microsoft.com/office/drawing/2014/main" id="{8560DBA2-AE37-3B8E-E9D7-07F2D6878255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84" name="矩形 383">
                    <a:extLst>
                      <a:ext uri="{FF2B5EF4-FFF2-40B4-BE49-F238E27FC236}">
                        <a16:creationId xmlns:a16="http://schemas.microsoft.com/office/drawing/2014/main" id="{AB5174F6-BE8D-9B1B-0D3C-2E8102D9EFAF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85" name="矩形 384">
                    <a:extLst>
                      <a:ext uri="{FF2B5EF4-FFF2-40B4-BE49-F238E27FC236}">
                        <a16:creationId xmlns:a16="http://schemas.microsoft.com/office/drawing/2014/main" id="{BEC1BE4F-107A-5805-5C3E-2B1350E16ADC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86" name="矩形 385">
                    <a:extLst>
                      <a:ext uri="{FF2B5EF4-FFF2-40B4-BE49-F238E27FC236}">
                        <a16:creationId xmlns:a16="http://schemas.microsoft.com/office/drawing/2014/main" id="{649B77F1-3FE2-6BE5-7C44-68531894F258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87" name="矩形 386">
                    <a:extLst>
                      <a:ext uri="{FF2B5EF4-FFF2-40B4-BE49-F238E27FC236}">
                        <a16:creationId xmlns:a16="http://schemas.microsoft.com/office/drawing/2014/main" id="{34FF030F-20DA-E7D3-9AC1-C1272E3A32E3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88" name="矩形 387">
                    <a:extLst>
                      <a:ext uri="{FF2B5EF4-FFF2-40B4-BE49-F238E27FC236}">
                        <a16:creationId xmlns:a16="http://schemas.microsoft.com/office/drawing/2014/main" id="{31BACF7A-4777-2602-030C-E3EEE9706E11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89" name="矩形 388">
                    <a:extLst>
                      <a:ext uri="{FF2B5EF4-FFF2-40B4-BE49-F238E27FC236}">
                        <a16:creationId xmlns:a16="http://schemas.microsoft.com/office/drawing/2014/main" id="{5FB4FB28-13BC-F37C-CED6-0C4C8205C22F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90" name="矩形 389">
                    <a:extLst>
                      <a:ext uri="{FF2B5EF4-FFF2-40B4-BE49-F238E27FC236}">
                        <a16:creationId xmlns:a16="http://schemas.microsoft.com/office/drawing/2014/main" id="{469C9988-0F8F-D65A-3767-85BF2C430F0E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91" name="矩形 390">
                    <a:extLst>
                      <a:ext uri="{FF2B5EF4-FFF2-40B4-BE49-F238E27FC236}">
                        <a16:creationId xmlns:a16="http://schemas.microsoft.com/office/drawing/2014/main" id="{9E8A1086-3CCB-B67A-C3C4-A7043ABF23B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392" name="直接箭头连接符 391">
                    <a:extLst>
                      <a:ext uri="{FF2B5EF4-FFF2-40B4-BE49-F238E27FC236}">
                        <a16:creationId xmlns:a16="http://schemas.microsoft.com/office/drawing/2014/main" id="{5DA2405C-EDAC-2AF8-1A96-513CA60A3FB9}"/>
                      </a:ext>
                    </a:extLst>
                  </p:cNvPr>
                  <p:cNvCxnSpPr>
                    <a:cxnSpLocks/>
                    <a:endCxn id="389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0" name="组合 79">
                  <a:extLst>
                    <a:ext uri="{FF2B5EF4-FFF2-40B4-BE49-F238E27FC236}">
                      <a16:creationId xmlns:a16="http://schemas.microsoft.com/office/drawing/2014/main" id="{3A8796B9-E511-5E03-BA6E-A9C7632BC963}"/>
                    </a:ext>
                  </a:extLst>
                </p:cNvPr>
                <p:cNvGrpSpPr/>
                <p:nvPr/>
              </p:nvGrpSpPr>
              <p:grpSpPr>
                <a:xfrm>
                  <a:off x="10902948" y="4016558"/>
                  <a:ext cx="928795" cy="285688"/>
                  <a:chOff x="973171" y="2080173"/>
                  <a:chExt cx="974429" cy="658766"/>
                </a:xfrm>
              </p:grpSpPr>
              <p:sp>
                <p:nvSpPr>
                  <p:cNvPr id="371" name="矩形 370">
                    <a:extLst>
                      <a:ext uri="{FF2B5EF4-FFF2-40B4-BE49-F238E27FC236}">
                        <a16:creationId xmlns:a16="http://schemas.microsoft.com/office/drawing/2014/main" id="{B7CF7C27-9D48-81D5-48B6-88DAD8C8D07B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放电调节器</a:t>
                    </a:r>
                  </a:p>
                </p:txBody>
              </p:sp>
              <p:sp>
                <p:nvSpPr>
                  <p:cNvPr id="372" name="矩形 371">
                    <a:extLst>
                      <a:ext uri="{FF2B5EF4-FFF2-40B4-BE49-F238E27FC236}">
                        <a16:creationId xmlns:a16="http://schemas.microsoft.com/office/drawing/2014/main" id="{C672DBBD-6BE3-E91C-9AC2-15A6FB7710BF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73" name="矩形 372">
                    <a:extLst>
                      <a:ext uri="{FF2B5EF4-FFF2-40B4-BE49-F238E27FC236}">
                        <a16:creationId xmlns:a16="http://schemas.microsoft.com/office/drawing/2014/main" id="{2C6B55B3-D4B7-DFE6-6153-47D2ECF2A746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74" name="矩形 373">
                    <a:extLst>
                      <a:ext uri="{FF2B5EF4-FFF2-40B4-BE49-F238E27FC236}">
                        <a16:creationId xmlns:a16="http://schemas.microsoft.com/office/drawing/2014/main" id="{3CB7D0B2-2AA1-3F2F-8609-9A9DBC97F848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75" name="矩形 374">
                    <a:extLst>
                      <a:ext uri="{FF2B5EF4-FFF2-40B4-BE49-F238E27FC236}">
                        <a16:creationId xmlns:a16="http://schemas.microsoft.com/office/drawing/2014/main" id="{6A592089-577C-3F3E-97E1-F0D81235DEC9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76" name="矩形 375">
                    <a:extLst>
                      <a:ext uri="{FF2B5EF4-FFF2-40B4-BE49-F238E27FC236}">
                        <a16:creationId xmlns:a16="http://schemas.microsoft.com/office/drawing/2014/main" id="{23A309E0-ACBF-154A-1F74-DA5AE952ACB3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77" name="矩形 376">
                    <a:extLst>
                      <a:ext uri="{FF2B5EF4-FFF2-40B4-BE49-F238E27FC236}">
                        <a16:creationId xmlns:a16="http://schemas.microsoft.com/office/drawing/2014/main" id="{57760FC7-35AC-78A9-2850-3679FC060545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78" name="矩形 377">
                    <a:extLst>
                      <a:ext uri="{FF2B5EF4-FFF2-40B4-BE49-F238E27FC236}">
                        <a16:creationId xmlns:a16="http://schemas.microsoft.com/office/drawing/2014/main" id="{E6BA2692-E324-2079-5308-833462324493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79" name="矩形 378">
                    <a:extLst>
                      <a:ext uri="{FF2B5EF4-FFF2-40B4-BE49-F238E27FC236}">
                        <a16:creationId xmlns:a16="http://schemas.microsoft.com/office/drawing/2014/main" id="{AE3A45CC-43FA-6AB1-9B3A-29E276A1A9FD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80" name="矩形 379">
                    <a:extLst>
                      <a:ext uri="{FF2B5EF4-FFF2-40B4-BE49-F238E27FC236}">
                        <a16:creationId xmlns:a16="http://schemas.microsoft.com/office/drawing/2014/main" id="{90BBAA3F-CAD0-05EF-9A7D-323FA52EEFBE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381" name="直接箭头连接符 380">
                    <a:extLst>
                      <a:ext uri="{FF2B5EF4-FFF2-40B4-BE49-F238E27FC236}">
                        <a16:creationId xmlns:a16="http://schemas.microsoft.com/office/drawing/2014/main" id="{15071CAB-8C1C-B23C-A37E-6C590147102F}"/>
                      </a:ext>
                    </a:extLst>
                  </p:cNvPr>
                  <p:cNvCxnSpPr>
                    <a:cxnSpLocks/>
                    <a:endCxn id="378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10EB8965-AA58-3293-941E-91F4394564DF}"/>
                    </a:ext>
                  </a:extLst>
                </p:cNvPr>
                <p:cNvSpPr/>
                <p:nvPr/>
              </p:nvSpPr>
              <p:spPr>
                <a:xfrm>
                  <a:off x="10313173" y="4380010"/>
                  <a:ext cx="1065253" cy="28715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00" b="1" dirty="0">
                      <a:solidFill>
                        <a:srgbClr val="C0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供电说明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ADA69007-E6E5-15E7-A07D-F51CB3CEA474}"/>
                    </a:ext>
                  </a:extLst>
                </p:cNvPr>
                <p:cNvSpPr/>
                <p:nvPr/>
              </p:nvSpPr>
              <p:spPr>
                <a:xfrm>
                  <a:off x="10538921" y="4426072"/>
                  <a:ext cx="1582503" cy="2350763"/>
                </a:xfrm>
                <a:prstGeom prst="rect">
                  <a:avLst/>
                </a:prstGeom>
                <a:noFill/>
                <a:ln w="19050">
                  <a:solidFill>
                    <a:srgbClr val="C00000"/>
                  </a:solidFill>
                  <a:prstDash val="dashDot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83" name="矩形 82">
                  <a:extLst>
                    <a:ext uri="{FF2B5EF4-FFF2-40B4-BE49-F238E27FC236}">
                      <a16:creationId xmlns:a16="http://schemas.microsoft.com/office/drawing/2014/main" id="{12E3E3B4-9000-983D-6723-41AA045D36F6}"/>
                    </a:ext>
                  </a:extLst>
                </p:cNvPr>
                <p:cNvSpPr/>
                <p:nvPr/>
              </p:nvSpPr>
              <p:spPr>
                <a:xfrm>
                  <a:off x="10481771" y="4523585"/>
                  <a:ext cx="1582503" cy="6195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zh-CN" altLang="en-US" sz="10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光照期，主电源为太阳电池阵，蓄电池组辅助供电；</a:t>
                  </a:r>
                  <a:endParaRPr lang="en-US" altLang="zh-CN" sz="10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0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地影期，由蓄电池组供电</a:t>
                  </a:r>
                </a:p>
              </p:txBody>
            </p:sp>
            <p:grpSp>
              <p:nvGrpSpPr>
                <p:cNvPr id="84" name="组合 83">
                  <a:extLst>
                    <a:ext uri="{FF2B5EF4-FFF2-40B4-BE49-F238E27FC236}">
                      <a16:creationId xmlns:a16="http://schemas.microsoft.com/office/drawing/2014/main" id="{95390EB2-9E86-2105-39A6-85AEED25D3E7}"/>
                    </a:ext>
                  </a:extLst>
                </p:cNvPr>
                <p:cNvGrpSpPr/>
                <p:nvPr/>
              </p:nvGrpSpPr>
              <p:grpSpPr>
                <a:xfrm>
                  <a:off x="10603774" y="5240629"/>
                  <a:ext cx="288000" cy="180000"/>
                  <a:chOff x="973171" y="2080173"/>
                  <a:chExt cx="974429" cy="658766"/>
                </a:xfrm>
              </p:grpSpPr>
              <p:sp>
                <p:nvSpPr>
                  <p:cNvPr id="360" name="矩形 359">
                    <a:extLst>
                      <a:ext uri="{FF2B5EF4-FFF2-40B4-BE49-F238E27FC236}">
                        <a16:creationId xmlns:a16="http://schemas.microsoft.com/office/drawing/2014/main" id="{08482369-F6FB-2B41-E6F1-FB88DD662570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飞轮</a:t>
                    </a:r>
                  </a:p>
                </p:txBody>
              </p:sp>
              <p:sp>
                <p:nvSpPr>
                  <p:cNvPr id="361" name="矩形 360">
                    <a:extLst>
                      <a:ext uri="{FF2B5EF4-FFF2-40B4-BE49-F238E27FC236}">
                        <a16:creationId xmlns:a16="http://schemas.microsoft.com/office/drawing/2014/main" id="{0F25B773-9F44-F473-55E6-2C034C7A6348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62" name="矩形 361">
                    <a:extLst>
                      <a:ext uri="{FF2B5EF4-FFF2-40B4-BE49-F238E27FC236}">
                        <a16:creationId xmlns:a16="http://schemas.microsoft.com/office/drawing/2014/main" id="{534F93F6-508D-550B-C87F-04951BFD0E88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63" name="矩形 362">
                    <a:extLst>
                      <a:ext uri="{FF2B5EF4-FFF2-40B4-BE49-F238E27FC236}">
                        <a16:creationId xmlns:a16="http://schemas.microsoft.com/office/drawing/2014/main" id="{2F574279-D094-4A39-0B3F-6D1CB516737C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64" name="矩形 363">
                    <a:extLst>
                      <a:ext uri="{FF2B5EF4-FFF2-40B4-BE49-F238E27FC236}">
                        <a16:creationId xmlns:a16="http://schemas.microsoft.com/office/drawing/2014/main" id="{C456174F-C751-B2BE-BB50-05F030BECB87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65" name="矩形 364">
                    <a:extLst>
                      <a:ext uri="{FF2B5EF4-FFF2-40B4-BE49-F238E27FC236}">
                        <a16:creationId xmlns:a16="http://schemas.microsoft.com/office/drawing/2014/main" id="{0E3203D5-70A3-8EB4-3A4C-5A9E4BDB6A78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66" name="矩形 365">
                    <a:extLst>
                      <a:ext uri="{FF2B5EF4-FFF2-40B4-BE49-F238E27FC236}">
                        <a16:creationId xmlns:a16="http://schemas.microsoft.com/office/drawing/2014/main" id="{F7986072-D57E-A023-C693-8CDDF5C7AFEB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67" name="矩形 366">
                    <a:extLst>
                      <a:ext uri="{FF2B5EF4-FFF2-40B4-BE49-F238E27FC236}">
                        <a16:creationId xmlns:a16="http://schemas.microsoft.com/office/drawing/2014/main" id="{75157DD1-7EFC-4636-74E9-24482F3EB564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68" name="矩形 367">
                    <a:extLst>
                      <a:ext uri="{FF2B5EF4-FFF2-40B4-BE49-F238E27FC236}">
                        <a16:creationId xmlns:a16="http://schemas.microsoft.com/office/drawing/2014/main" id="{1C381DF1-8CC2-8993-6139-11E7C1612B4A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69" name="矩形 368">
                    <a:extLst>
                      <a:ext uri="{FF2B5EF4-FFF2-40B4-BE49-F238E27FC236}">
                        <a16:creationId xmlns:a16="http://schemas.microsoft.com/office/drawing/2014/main" id="{AC9AF272-629C-EC96-45AE-80173CF8FBE0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370" name="直接箭头连接符 369">
                    <a:extLst>
                      <a:ext uri="{FF2B5EF4-FFF2-40B4-BE49-F238E27FC236}">
                        <a16:creationId xmlns:a16="http://schemas.microsoft.com/office/drawing/2014/main" id="{61933BB7-DDBC-918E-6AA5-72CA16397891}"/>
                      </a:ext>
                    </a:extLst>
                  </p:cNvPr>
                  <p:cNvCxnSpPr>
                    <a:cxnSpLocks/>
                    <a:endCxn id="367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85" name="矩形 84">
                  <a:extLst>
                    <a:ext uri="{FF2B5EF4-FFF2-40B4-BE49-F238E27FC236}">
                      <a16:creationId xmlns:a16="http://schemas.microsoft.com/office/drawing/2014/main" id="{15EDA0C3-6639-2E7C-3E98-0A35CCBE2293}"/>
                    </a:ext>
                  </a:extLst>
                </p:cNvPr>
                <p:cNvSpPr/>
                <p:nvPr/>
              </p:nvSpPr>
              <p:spPr>
                <a:xfrm>
                  <a:off x="10424621" y="4977508"/>
                  <a:ext cx="1065253" cy="287151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00" b="1" dirty="0">
                      <a:solidFill>
                        <a:srgbClr val="C0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供电对象部件</a:t>
                  </a:r>
                </a:p>
              </p:txBody>
            </p:sp>
            <p:grpSp>
              <p:nvGrpSpPr>
                <p:cNvPr id="86" name="组合 85">
                  <a:extLst>
                    <a:ext uri="{FF2B5EF4-FFF2-40B4-BE49-F238E27FC236}">
                      <a16:creationId xmlns:a16="http://schemas.microsoft.com/office/drawing/2014/main" id="{E42CEA21-A151-ED21-216B-5C05060273D6}"/>
                    </a:ext>
                  </a:extLst>
                </p:cNvPr>
                <p:cNvGrpSpPr/>
                <p:nvPr/>
              </p:nvGrpSpPr>
              <p:grpSpPr>
                <a:xfrm>
                  <a:off x="10892150" y="5242292"/>
                  <a:ext cx="288000" cy="180000"/>
                  <a:chOff x="973171" y="2080173"/>
                  <a:chExt cx="974429" cy="658766"/>
                </a:xfrm>
              </p:grpSpPr>
              <p:sp>
                <p:nvSpPr>
                  <p:cNvPr id="349" name="矩形 348">
                    <a:extLst>
                      <a:ext uri="{FF2B5EF4-FFF2-40B4-BE49-F238E27FC236}">
                        <a16:creationId xmlns:a16="http://schemas.microsoft.com/office/drawing/2014/main" id="{AC9879EA-99EF-F186-FF78-3A269E76FB12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陀螺</a:t>
                    </a:r>
                  </a:p>
                </p:txBody>
              </p:sp>
              <p:sp>
                <p:nvSpPr>
                  <p:cNvPr id="350" name="矩形 349">
                    <a:extLst>
                      <a:ext uri="{FF2B5EF4-FFF2-40B4-BE49-F238E27FC236}">
                        <a16:creationId xmlns:a16="http://schemas.microsoft.com/office/drawing/2014/main" id="{C1A09AB6-BDA0-981E-FE23-DEA4A147B8E5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51" name="矩形 350">
                    <a:extLst>
                      <a:ext uri="{FF2B5EF4-FFF2-40B4-BE49-F238E27FC236}">
                        <a16:creationId xmlns:a16="http://schemas.microsoft.com/office/drawing/2014/main" id="{6F361E7A-20C4-CC97-FB6D-DA7B26F6FD1E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52" name="矩形 351">
                    <a:extLst>
                      <a:ext uri="{FF2B5EF4-FFF2-40B4-BE49-F238E27FC236}">
                        <a16:creationId xmlns:a16="http://schemas.microsoft.com/office/drawing/2014/main" id="{6441D895-639E-1C27-6312-2D9E3D2822B3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53" name="矩形 352">
                    <a:extLst>
                      <a:ext uri="{FF2B5EF4-FFF2-40B4-BE49-F238E27FC236}">
                        <a16:creationId xmlns:a16="http://schemas.microsoft.com/office/drawing/2014/main" id="{5860D357-9970-AEE2-BCE0-43A950B95822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54" name="矩形 353">
                    <a:extLst>
                      <a:ext uri="{FF2B5EF4-FFF2-40B4-BE49-F238E27FC236}">
                        <a16:creationId xmlns:a16="http://schemas.microsoft.com/office/drawing/2014/main" id="{4F0C1898-4CB2-57E7-6A27-7601A0E7BA0F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55" name="矩形 354">
                    <a:extLst>
                      <a:ext uri="{FF2B5EF4-FFF2-40B4-BE49-F238E27FC236}">
                        <a16:creationId xmlns:a16="http://schemas.microsoft.com/office/drawing/2014/main" id="{9A36AFA3-F8DB-12C9-22B5-294ED098C98B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56" name="矩形 355">
                    <a:extLst>
                      <a:ext uri="{FF2B5EF4-FFF2-40B4-BE49-F238E27FC236}">
                        <a16:creationId xmlns:a16="http://schemas.microsoft.com/office/drawing/2014/main" id="{CF68A127-9D3D-EADE-6E13-35AA89D44B81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57" name="矩形 356">
                    <a:extLst>
                      <a:ext uri="{FF2B5EF4-FFF2-40B4-BE49-F238E27FC236}">
                        <a16:creationId xmlns:a16="http://schemas.microsoft.com/office/drawing/2014/main" id="{381CAD3A-AF55-0FA2-B49A-6468485389E8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58" name="矩形 357">
                    <a:extLst>
                      <a:ext uri="{FF2B5EF4-FFF2-40B4-BE49-F238E27FC236}">
                        <a16:creationId xmlns:a16="http://schemas.microsoft.com/office/drawing/2014/main" id="{1B83212B-562C-C4BF-2F45-4C28F1180F84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359" name="直接箭头连接符 358">
                    <a:extLst>
                      <a:ext uri="{FF2B5EF4-FFF2-40B4-BE49-F238E27FC236}">
                        <a16:creationId xmlns:a16="http://schemas.microsoft.com/office/drawing/2014/main" id="{27DD319F-4920-8934-063D-5064D4D6640E}"/>
                      </a:ext>
                    </a:extLst>
                  </p:cNvPr>
                  <p:cNvCxnSpPr>
                    <a:cxnSpLocks/>
                    <a:endCxn id="356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7" name="组合 86">
                  <a:extLst>
                    <a:ext uri="{FF2B5EF4-FFF2-40B4-BE49-F238E27FC236}">
                      <a16:creationId xmlns:a16="http://schemas.microsoft.com/office/drawing/2014/main" id="{194E2499-8DAA-E35E-AAF3-935AB2E92E2F}"/>
                    </a:ext>
                  </a:extLst>
                </p:cNvPr>
                <p:cNvGrpSpPr/>
                <p:nvPr/>
              </p:nvGrpSpPr>
              <p:grpSpPr>
                <a:xfrm>
                  <a:off x="11180150" y="5242292"/>
                  <a:ext cx="288000" cy="180000"/>
                  <a:chOff x="973171" y="2080173"/>
                  <a:chExt cx="974429" cy="658766"/>
                </a:xfrm>
              </p:grpSpPr>
              <p:sp>
                <p:nvSpPr>
                  <p:cNvPr id="338" name="矩形 337">
                    <a:extLst>
                      <a:ext uri="{FF2B5EF4-FFF2-40B4-BE49-F238E27FC236}">
                        <a16:creationId xmlns:a16="http://schemas.microsoft.com/office/drawing/2014/main" id="{F197C3EE-75DB-F00C-94C0-A0E4C0DF5D7B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星敏</a:t>
                    </a:r>
                  </a:p>
                </p:txBody>
              </p:sp>
              <p:sp>
                <p:nvSpPr>
                  <p:cNvPr id="339" name="矩形 338">
                    <a:extLst>
                      <a:ext uri="{FF2B5EF4-FFF2-40B4-BE49-F238E27FC236}">
                        <a16:creationId xmlns:a16="http://schemas.microsoft.com/office/drawing/2014/main" id="{47549576-8ADC-2A32-4E53-819C5DE8AB44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40" name="矩形 339">
                    <a:extLst>
                      <a:ext uri="{FF2B5EF4-FFF2-40B4-BE49-F238E27FC236}">
                        <a16:creationId xmlns:a16="http://schemas.microsoft.com/office/drawing/2014/main" id="{E3BFDDBE-43F2-7208-1912-B2C4CCBCC5D7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41" name="矩形 340">
                    <a:extLst>
                      <a:ext uri="{FF2B5EF4-FFF2-40B4-BE49-F238E27FC236}">
                        <a16:creationId xmlns:a16="http://schemas.microsoft.com/office/drawing/2014/main" id="{3DECD9A5-D3A9-078C-33EC-2CE3118E2F7E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42" name="矩形 341">
                    <a:extLst>
                      <a:ext uri="{FF2B5EF4-FFF2-40B4-BE49-F238E27FC236}">
                        <a16:creationId xmlns:a16="http://schemas.microsoft.com/office/drawing/2014/main" id="{C77123BD-6C92-C581-09BC-8446AA2F8EFC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43" name="矩形 342">
                    <a:extLst>
                      <a:ext uri="{FF2B5EF4-FFF2-40B4-BE49-F238E27FC236}">
                        <a16:creationId xmlns:a16="http://schemas.microsoft.com/office/drawing/2014/main" id="{2536114D-5AF6-A162-025D-2CD724BE1E19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44" name="矩形 343">
                    <a:extLst>
                      <a:ext uri="{FF2B5EF4-FFF2-40B4-BE49-F238E27FC236}">
                        <a16:creationId xmlns:a16="http://schemas.microsoft.com/office/drawing/2014/main" id="{914F7BF4-96CF-00BF-20C8-FB2A9FE9E8EC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45" name="矩形 344">
                    <a:extLst>
                      <a:ext uri="{FF2B5EF4-FFF2-40B4-BE49-F238E27FC236}">
                        <a16:creationId xmlns:a16="http://schemas.microsoft.com/office/drawing/2014/main" id="{2DB9BDAE-1C3C-70CB-8B8F-DF6CF962A12E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46" name="矩形 345">
                    <a:extLst>
                      <a:ext uri="{FF2B5EF4-FFF2-40B4-BE49-F238E27FC236}">
                        <a16:creationId xmlns:a16="http://schemas.microsoft.com/office/drawing/2014/main" id="{A25CC5A2-240D-4D67-4381-907DEE83F02B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47" name="矩形 346">
                    <a:extLst>
                      <a:ext uri="{FF2B5EF4-FFF2-40B4-BE49-F238E27FC236}">
                        <a16:creationId xmlns:a16="http://schemas.microsoft.com/office/drawing/2014/main" id="{2AB6E475-A525-241C-ABE0-6BF512A3D84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348" name="直接箭头连接符 347">
                    <a:extLst>
                      <a:ext uri="{FF2B5EF4-FFF2-40B4-BE49-F238E27FC236}">
                        <a16:creationId xmlns:a16="http://schemas.microsoft.com/office/drawing/2014/main" id="{0D643A63-9896-B684-0BA8-2437A6A0CEED}"/>
                      </a:ext>
                    </a:extLst>
                  </p:cNvPr>
                  <p:cNvCxnSpPr>
                    <a:cxnSpLocks/>
                    <a:endCxn id="345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8" name="组合 87">
                  <a:extLst>
                    <a:ext uri="{FF2B5EF4-FFF2-40B4-BE49-F238E27FC236}">
                      <a16:creationId xmlns:a16="http://schemas.microsoft.com/office/drawing/2014/main" id="{D959AD15-DEA1-7E2A-8233-A111AEF4B26D}"/>
                    </a:ext>
                  </a:extLst>
                </p:cNvPr>
                <p:cNvGrpSpPr/>
                <p:nvPr/>
              </p:nvGrpSpPr>
              <p:grpSpPr>
                <a:xfrm>
                  <a:off x="11468150" y="5242292"/>
                  <a:ext cx="288000" cy="180000"/>
                  <a:chOff x="973171" y="2080173"/>
                  <a:chExt cx="974429" cy="658766"/>
                </a:xfrm>
              </p:grpSpPr>
              <p:sp>
                <p:nvSpPr>
                  <p:cNvPr id="327" name="矩形 326">
                    <a:extLst>
                      <a:ext uri="{FF2B5EF4-FFF2-40B4-BE49-F238E27FC236}">
                        <a16:creationId xmlns:a16="http://schemas.microsoft.com/office/drawing/2014/main" id="{D29AF58C-A657-A800-028F-CA5185E33FE5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太敏</a:t>
                    </a:r>
                  </a:p>
                </p:txBody>
              </p:sp>
              <p:sp>
                <p:nvSpPr>
                  <p:cNvPr id="328" name="矩形 327">
                    <a:extLst>
                      <a:ext uri="{FF2B5EF4-FFF2-40B4-BE49-F238E27FC236}">
                        <a16:creationId xmlns:a16="http://schemas.microsoft.com/office/drawing/2014/main" id="{AA788064-EA96-7746-E4AB-4E087B6D8DBE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29" name="矩形 328">
                    <a:extLst>
                      <a:ext uri="{FF2B5EF4-FFF2-40B4-BE49-F238E27FC236}">
                        <a16:creationId xmlns:a16="http://schemas.microsoft.com/office/drawing/2014/main" id="{2A75E7CF-6EC3-A74A-3B3E-A7FE82C948CD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30" name="矩形 329">
                    <a:extLst>
                      <a:ext uri="{FF2B5EF4-FFF2-40B4-BE49-F238E27FC236}">
                        <a16:creationId xmlns:a16="http://schemas.microsoft.com/office/drawing/2014/main" id="{060E6FF4-6C0D-CC25-B731-AB6DB11A3DAB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31" name="矩形 330">
                    <a:extLst>
                      <a:ext uri="{FF2B5EF4-FFF2-40B4-BE49-F238E27FC236}">
                        <a16:creationId xmlns:a16="http://schemas.microsoft.com/office/drawing/2014/main" id="{A2CCEB37-4042-A6C9-208B-6C35EB7AA4B2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32" name="矩形 331">
                    <a:extLst>
                      <a:ext uri="{FF2B5EF4-FFF2-40B4-BE49-F238E27FC236}">
                        <a16:creationId xmlns:a16="http://schemas.microsoft.com/office/drawing/2014/main" id="{1DE440DB-744D-E0BC-C5AC-DA3E358BD6C0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33" name="矩形 332">
                    <a:extLst>
                      <a:ext uri="{FF2B5EF4-FFF2-40B4-BE49-F238E27FC236}">
                        <a16:creationId xmlns:a16="http://schemas.microsoft.com/office/drawing/2014/main" id="{4BE2FFF6-D8FC-39F8-9418-754822125A3E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34" name="矩形 333">
                    <a:extLst>
                      <a:ext uri="{FF2B5EF4-FFF2-40B4-BE49-F238E27FC236}">
                        <a16:creationId xmlns:a16="http://schemas.microsoft.com/office/drawing/2014/main" id="{E899F750-98AE-8B4B-5ED6-3CFABC9BAB85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35" name="矩形 334">
                    <a:extLst>
                      <a:ext uri="{FF2B5EF4-FFF2-40B4-BE49-F238E27FC236}">
                        <a16:creationId xmlns:a16="http://schemas.microsoft.com/office/drawing/2014/main" id="{2CA131F5-C9C1-99BE-DF63-34C746AC4702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36" name="矩形 335">
                    <a:extLst>
                      <a:ext uri="{FF2B5EF4-FFF2-40B4-BE49-F238E27FC236}">
                        <a16:creationId xmlns:a16="http://schemas.microsoft.com/office/drawing/2014/main" id="{CEAFC138-BA04-CD9F-3E23-2757A4DC9DFC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337" name="直接箭头连接符 336">
                    <a:extLst>
                      <a:ext uri="{FF2B5EF4-FFF2-40B4-BE49-F238E27FC236}">
                        <a16:creationId xmlns:a16="http://schemas.microsoft.com/office/drawing/2014/main" id="{74981EFE-A6F8-FF49-E860-E960C454CECA}"/>
                      </a:ext>
                    </a:extLst>
                  </p:cNvPr>
                  <p:cNvCxnSpPr>
                    <a:cxnSpLocks/>
                    <a:endCxn id="334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9" name="组合 88">
                  <a:extLst>
                    <a:ext uri="{FF2B5EF4-FFF2-40B4-BE49-F238E27FC236}">
                      <a16:creationId xmlns:a16="http://schemas.microsoft.com/office/drawing/2014/main" id="{C89F4A21-C4EA-6A74-9A0B-26232824BD76}"/>
                    </a:ext>
                  </a:extLst>
                </p:cNvPr>
                <p:cNvGrpSpPr/>
                <p:nvPr/>
              </p:nvGrpSpPr>
              <p:grpSpPr>
                <a:xfrm>
                  <a:off x="11757600" y="5241600"/>
                  <a:ext cx="288000" cy="180000"/>
                  <a:chOff x="973171" y="2080173"/>
                  <a:chExt cx="974429" cy="658766"/>
                </a:xfrm>
              </p:grpSpPr>
              <p:sp>
                <p:nvSpPr>
                  <p:cNvPr id="316" name="矩形 315">
                    <a:extLst>
                      <a:ext uri="{FF2B5EF4-FFF2-40B4-BE49-F238E27FC236}">
                        <a16:creationId xmlns:a16="http://schemas.microsoft.com/office/drawing/2014/main" id="{05D91739-9CCB-6B93-ADDC-7309FFD80908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地敏</a:t>
                    </a:r>
                  </a:p>
                </p:txBody>
              </p:sp>
              <p:sp>
                <p:nvSpPr>
                  <p:cNvPr id="317" name="矩形 316">
                    <a:extLst>
                      <a:ext uri="{FF2B5EF4-FFF2-40B4-BE49-F238E27FC236}">
                        <a16:creationId xmlns:a16="http://schemas.microsoft.com/office/drawing/2014/main" id="{E1AD5482-DE0B-0DA2-951B-C9BD03E0C772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8" name="矩形 317">
                    <a:extLst>
                      <a:ext uri="{FF2B5EF4-FFF2-40B4-BE49-F238E27FC236}">
                        <a16:creationId xmlns:a16="http://schemas.microsoft.com/office/drawing/2014/main" id="{84ACA47E-925F-25A2-FD14-F1C846BBA34B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9" name="矩形 318">
                    <a:extLst>
                      <a:ext uri="{FF2B5EF4-FFF2-40B4-BE49-F238E27FC236}">
                        <a16:creationId xmlns:a16="http://schemas.microsoft.com/office/drawing/2014/main" id="{826D6EE1-6C64-BBB0-C06C-5B6E558DA9B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20" name="矩形 319">
                    <a:extLst>
                      <a:ext uri="{FF2B5EF4-FFF2-40B4-BE49-F238E27FC236}">
                        <a16:creationId xmlns:a16="http://schemas.microsoft.com/office/drawing/2014/main" id="{CC48C88F-69A9-F747-C61D-2DEE181EA12D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21" name="矩形 320">
                    <a:extLst>
                      <a:ext uri="{FF2B5EF4-FFF2-40B4-BE49-F238E27FC236}">
                        <a16:creationId xmlns:a16="http://schemas.microsoft.com/office/drawing/2014/main" id="{801FAEE7-49D2-F194-8A7A-89B154EF7E72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22" name="矩形 321">
                    <a:extLst>
                      <a:ext uri="{FF2B5EF4-FFF2-40B4-BE49-F238E27FC236}">
                        <a16:creationId xmlns:a16="http://schemas.microsoft.com/office/drawing/2014/main" id="{3D22B9CE-ECF5-5902-3705-716038E138A7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23" name="矩形 322">
                    <a:extLst>
                      <a:ext uri="{FF2B5EF4-FFF2-40B4-BE49-F238E27FC236}">
                        <a16:creationId xmlns:a16="http://schemas.microsoft.com/office/drawing/2014/main" id="{FEF32E2A-E268-916B-925E-B75443020E7F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24" name="矩形 323">
                    <a:extLst>
                      <a:ext uri="{FF2B5EF4-FFF2-40B4-BE49-F238E27FC236}">
                        <a16:creationId xmlns:a16="http://schemas.microsoft.com/office/drawing/2014/main" id="{91B3CC6A-D62A-0830-F30C-8D1F14FF39B4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25" name="矩形 324">
                    <a:extLst>
                      <a:ext uri="{FF2B5EF4-FFF2-40B4-BE49-F238E27FC236}">
                        <a16:creationId xmlns:a16="http://schemas.microsoft.com/office/drawing/2014/main" id="{CB916C81-E847-A97C-19D2-50EC0E9C022C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326" name="直接箭头连接符 325">
                    <a:extLst>
                      <a:ext uri="{FF2B5EF4-FFF2-40B4-BE49-F238E27FC236}">
                        <a16:creationId xmlns:a16="http://schemas.microsoft.com/office/drawing/2014/main" id="{9133178D-FEE1-F7DB-810D-FEDA34B0B1E7}"/>
                      </a:ext>
                    </a:extLst>
                  </p:cNvPr>
                  <p:cNvCxnSpPr>
                    <a:cxnSpLocks/>
                    <a:endCxn id="323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0" name="组合 89">
                  <a:extLst>
                    <a:ext uri="{FF2B5EF4-FFF2-40B4-BE49-F238E27FC236}">
                      <a16:creationId xmlns:a16="http://schemas.microsoft.com/office/drawing/2014/main" id="{4514B8A3-F9A7-2D0A-52BB-68B550763A50}"/>
                    </a:ext>
                  </a:extLst>
                </p:cNvPr>
                <p:cNvGrpSpPr/>
                <p:nvPr/>
              </p:nvGrpSpPr>
              <p:grpSpPr>
                <a:xfrm>
                  <a:off x="10605600" y="5457600"/>
                  <a:ext cx="432000" cy="180000"/>
                  <a:chOff x="973171" y="2080173"/>
                  <a:chExt cx="974429" cy="658766"/>
                </a:xfrm>
              </p:grpSpPr>
              <p:sp>
                <p:nvSpPr>
                  <p:cNvPr id="305" name="矩形 304">
                    <a:extLst>
                      <a:ext uri="{FF2B5EF4-FFF2-40B4-BE49-F238E27FC236}">
                        <a16:creationId xmlns:a16="http://schemas.microsoft.com/office/drawing/2014/main" id="{506E3CC6-3221-7106-4787-91B4BCCD1D44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传感器</a:t>
                    </a:r>
                  </a:p>
                </p:txBody>
              </p:sp>
              <p:sp>
                <p:nvSpPr>
                  <p:cNvPr id="306" name="矩形 305">
                    <a:extLst>
                      <a:ext uri="{FF2B5EF4-FFF2-40B4-BE49-F238E27FC236}">
                        <a16:creationId xmlns:a16="http://schemas.microsoft.com/office/drawing/2014/main" id="{732D6E42-6F38-9143-FF09-65FA0E7E6FF1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07" name="矩形 306">
                    <a:extLst>
                      <a:ext uri="{FF2B5EF4-FFF2-40B4-BE49-F238E27FC236}">
                        <a16:creationId xmlns:a16="http://schemas.microsoft.com/office/drawing/2014/main" id="{6F16B02B-AF34-B85D-1204-70F571565E96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08" name="矩形 307">
                    <a:extLst>
                      <a:ext uri="{FF2B5EF4-FFF2-40B4-BE49-F238E27FC236}">
                        <a16:creationId xmlns:a16="http://schemas.microsoft.com/office/drawing/2014/main" id="{6770B6A8-DB93-39CC-9C55-D475F108C20F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09" name="矩形 308">
                    <a:extLst>
                      <a:ext uri="{FF2B5EF4-FFF2-40B4-BE49-F238E27FC236}">
                        <a16:creationId xmlns:a16="http://schemas.microsoft.com/office/drawing/2014/main" id="{678665C4-9BE6-3840-94C9-EDCE0E6A84DB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0" name="矩形 309">
                    <a:extLst>
                      <a:ext uri="{FF2B5EF4-FFF2-40B4-BE49-F238E27FC236}">
                        <a16:creationId xmlns:a16="http://schemas.microsoft.com/office/drawing/2014/main" id="{82F70723-AAFA-1BB7-E60C-35782FAA8D48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1" name="矩形 310">
                    <a:extLst>
                      <a:ext uri="{FF2B5EF4-FFF2-40B4-BE49-F238E27FC236}">
                        <a16:creationId xmlns:a16="http://schemas.microsoft.com/office/drawing/2014/main" id="{71CBA227-ACDF-6751-2A73-DB38A327DD67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2" name="矩形 311">
                    <a:extLst>
                      <a:ext uri="{FF2B5EF4-FFF2-40B4-BE49-F238E27FC236}">
                        <a16:creationId xmlns:a16="http://schemas.microsoft.com/office/drawing/2014/main" id="{5B80A8A5-673F-0BD9-01FF-B64FEA49609A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3" name="矩形 312">
                    <a:extLst>
                      <a:ext uri="{FF2B5EF4-FFF2-40B4-BE49-F238E27FC236}">
                        <a16:creationId xmlns:a16="http://schemas.microsoft.com/office/drawing/2014/main" id="{00854F40-D727-275E-2BB8-11414F97929E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4" name="矩形 313">
                    <a:extLst>
                      <a:ext uri="{FF2B5EF4-FFF2-40B4-BE49-F238E27FC236}">
                        <a16:creationId xmlns:a16="http://schemas.microsoft.com/office/drawing/2014/main" id="{2C67E8E6-E1AA-3C20-056B-6649C476BE1E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315" name="直接箭头连接符 314">
                    <a:extLst>
                      <a:ext uri="{FF2B5EF4-FFF2-40B4-BE49-F238E27FC236}">
                        <a16:creationId xmlns:a16="http://schemas.microsoft.com/office/drawing/2014/main" id="{9A2164F0-331F-A1F1-61D4-CAA5DE6CD8B7}"/>
                      </a:ext>
                    </a:extLst>
                  </p:cNvPr>
                  <p:cNvCxnSpPr>
                    <a:cxnSpLocks/>
                    <a:endCxn id="312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1" name="组合 90">
                  <a:extLst>
                    <a:ext uri="{FF2B5EF4-FFF2-40B4-BE49-F238E27FC236}">
                      <a16:creationId xmlns:a16="http://schemas.microsoft.com/office/drawing/2014/main" id="{346DCBCD-036E-71E0-E238-EB560817A864}"/>
                    </a:ext>
                  </a:extLst>
                </p:cNvPr>
                <p:cNvGrpSpPr/>
                <p:nvPr/>
              </p:nvGrpSpPr>
              <p:grpSpPr>
                <a:xfrm>
                  <a:off x="11037600" y="5457600"/>
                  <a:ext cx="648000" cy="180000"/>
                  <a:chOff x="973171" y="2080173"/>
                  <a:chExt cx="974429" cy="658766"/>
                </a:xfrm>
              </p:grpSpPr>
              <p:sp>
                <p:nvSpPr>
                  <p:cNvPr id="294" name="矩形 293">
                    <a:extLst>
                      <a:ext uri="{FF2B5EF4-FFF2-40B4-BE49-F238E27FC236}">
                        <a16:creationId xmlns:a16="http://schemas.microsoft.com/office/drawing/2014/main" id="{4B99B4C5-CD5B-67F1-D9C5-D9BBEC3AAFD5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多路复用器</a:t>
                    </a:r>
                  </a:p>
                </p:txBody>
              </p:sp>
              <p:sp>
                <p:nvSpPr>
                  <p:cNvPr id="295" name="矩形 294">
                    <a:extLst>
                      <a:ext uri="{FF2B5EF4-FFF2-40B4-BE49-F238E27FC236}">
                        <a16:creationId xmlns:a16="http://schemas.microsoft.com/office/drawing/2014/main" id="{A3C05E5D-227B-90A4-753A-F996FAE3B40E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96" name="矩形 295">
                    <a:extLst>
                      <a:ext uri="{FF2B5EF4-FFF2-40B4-BE49-F238E27FC236}">
                        <a16:creationId xmlns:a16="http://schemas.microsoft.com/office/drawing/2014/main" id="{401DA73D-552F-BB84-9C4E-7E66E8B08F26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97" name="矩形 296">
                    <a:extLst>
                      <a:ext uri="{FF2B5EF4-FFF2-40B4-BE49-F238E27FC236}">
                        <a16:creationId xmlns:a16="http://schemas.microsoft.com/office/drawing/2014/main" id="{1E2421E3-504B-CC50-C37A-07D6AD975407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98" name="矩形 297">
                    <a:extLst>
                      <a:ext uri="{FF2B5EF4-FFF2-40B4-BE49-F238E27FC236}">
                        <a16:creationId xmlns:a16="http://schemas.microsoft.com/office/drawing/2014/main" id="{58BD7D9A-E9C4-9330-14F9-D0F73F08CC59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99" name="矩形 298">
                    <a:extLst>
                      <a:ext uri="{FF2B5EF4-FFF2-40B4-BE49-F238E27FC236}">
                        <a16:creationId xmlns:a16="http://schemas.microsoft.com/office/drawing/2014/main" id="{50E9100B-E1FE-C368-3B1F-9379F5C74A3E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00" name="矩形 299">
                    <a:extLst>
                      <a:ext uri="{FF2B5EF4-FFF2-40B4-BE49-F238E27FC236}">
                        <a16:creationId xmlns:a16="http://schemas.microsoft.com/office/drawing/2014/main" id="{9CCE0CF4-9AAC-96AC-E34B-381E6D644E7D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01" name="矩形 300">
                    <a:extLst>
                      <a:ext uri="{FF2B5EF4-FFF2-40B4-BE49-F238E27FC236}">
                        <a16:creationId xmlns:a16="http://schemas.microsoft.com/office/drawing/2014/main" id="{922F4C39-0401-B2F3-1796-47289F00B0CD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02" name="矩形 301">
                    <a:extLst>
                      <a:ext uri="{FF2B5EF4-FFF2-40B4-BE49-F238E27FC236}">
                        <a16:creationId xmlns:a16="http://schemas.microsoft.com/office/drawing/2014/main" id="{C83412D2-0A33-868A-186A-447C6B82AD53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03" name="矩形 302">
                    <a:extLst>
                      <a:ext uri="{FF2B5EF4-FFF2-40B4-BE49-F238E27FC236}">
                        <a16:creationId xmlns:a16="http://schemas.microsoft.com/office/drawing/2014/main" id="{CB9129E9-2349-185F-2302-571016249BC7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304" name="直接箭头连接符 303">
                    <a:extLst>
                      <a:ext uri="{FF2B5EF4-FFF2-40B4-BE49-F238E27FC236}">
                        <a16:creationId xmlns:a16="http://schemas.microsoft.com/office/drawing/2014/main" id="{29D34D95-5756-D5CC-E58E-9D1A2D555C77}"/>
                      </a:ext>
                    </a:extLst>
                  </p:cNvPr>
                  <p:cNvCxnSpPr>
                    <a:cxnSpLocks/>
                    <a:endCxn id="301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2" name="组合 91">
                  <a:extLst>
                    <a:ext uri="{FF2B5EF4-FFF2-40B4-BE49-F238E27FC236}">
                      <a16:creationId xmlns:a16="http://schemas.microsoft.com/office/drawing/2014/main" id="{468E45C8-D757-43AE-0EFD-AA5759D0B387}"/>
                    </a:ext>
                  </a:extLst>
                </p:cNvPr>
                <p:cNvGrpSpPr/>
                <p:nvPr/>
              </p:nvGrpSpPr>
              <p:grpSpPr>
                <a:xfrm>
                  <a:off x="11685600" y="5457600"/>
                  <a:ext cx="432000" cy="180000"/>
                  <a:chOff x="973171" y="2080173"/>
                  <a:chExt cx="974429" cy="658766"/>
                </a:xfrm>
              </p:grpSpPr>
              <p:sp>
                <p:nvSpPr>
                  <p:cNvPr id="283" name="矩形 282">
                    <a:extLst>
                      <a:ext uri="{FF2B5EF4-FFF2-40B4-BE49-F238E27FC236}">
                        <a16:creationId xmlns:a16="http://schemas.microsoft.com/office/drawing/2014/main" id="{A456E614-9B06-869D-74AD-C909BFBE3BEB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量化器</a:t>
                    </a:r>
                  </a:p>
                </p:txBody>
              </p:sp>
              <p:sp>
                <p:nvSpPr>
                  <p:cNvPr id="284" name="矩形 283">
                    <a:extLst>
                      <a:ext uri="{FF2B5EF4-FFF2-40B4-BE49-F238E27FC236}">
                        <a16:creationId xmlns:a16="http://schemas.microsoft.com/office/drawing/2014/main" id="{74E5CCAA-BA59-10DF-1A53-6DC0A618F5DE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85" name="矩形 284">
                    <a:extLst>
                      <a:ext uri="{FF2B5EF4-FFF2-40B4-BE49-F238E27FC236}">
                        <a16:creationId xmlns:a16="http://schemas.microsoft.com/office/drawing/2014/main" id="{766F894F-130C-FD78-FC43-664018F20FA1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86" name="矩形 285">
                    <a:extLst>
                      <a:ext uri="{FF2B5EF4-FFF2-40B4-BE49-F238E27FC236}">
                        <a16:creationId xmlns:a16="http://schemas.microsoft.com/office/drawing/2014/main" id="{F686D818-8DE8-B0B3-8C71-ABCB5D3622D7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87" name="矩形 286">
                    <a:extLst>
                      <a:ext uri="{FF2B5EF4-FFF2-40B4-BE49-F238E27FC236}">
                        <a16:creationId xmlns:a16="http://schemas.microsoft.com/office/drawing/2014/main" id="{F60393EC-CAAC-7519-0FA1-0A812D96F354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88" name="矩形 287">
                    <a:extLst>
                      <a:ext uri="{FF2B5EF4-FFF2-40B4-BE49-F238E27FC236}">
                        <a16:creationId xmlns:a16="http://schemas.microsoft.com/office/drawing/2014/main" id="{7B756DE5-02C2-11BD-5C5C-F0F2A6C9EBB3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89" name="矩形 288">
                    <a:extLst>
                      <a:ext uri="{FF2B5EF4-FFF2-40B4-BE49-F238E27FC236}">
                        <a16:creationId xmlns:a16="http://schemas.microsoft.com/office/drawing/2014/main" id="{3B092211-E795-168A-01B6-86288E42DA00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90" name="矩形 289">
                    <a:extLst>
                      <a:ext uri="{FF2B5EF4-FFF2-40B4-BE49-F238E27FC236}">
                        <a16:creationId xmlns:a16="http://schemas.microsoft.com/office/drawing/2014/main" id="{5768E09B-A3F1-7C7C-392F-5F12EAE91C24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91" name="矩形 290">
                    <a:extLst>
                      <a:ext uri="{FF2B5EF4-FFF2-40B4-BE49-F238E27FC236}">
                        <a16:creationId xmlns:a16="http://schemas.microsoft.com/office/drawing/2014/main" id="{655D66E1-9BCC-A59E-4B27-22249C63FE4B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92" name="矩形 291">
                    <a:extLst>
                      <a:ext uri="{FF2B5EF4-FFF2-40B4-BE49-F238E27FC236}">
                        <a16:creationId xmlns:a16="http://schemas.microsoft.com/office/drawing/2014/main" id="{A3640043-02D7-5D86-6196-248C5C891535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293" name="直接箭头连接符 292">
                    <a:extLst>
                      <a:ext uri="{FF2B5EF4-FFF2-40B4-BE49-F238E27FC236}">
                        <a16:creationId xmlns:a16="http://schemas.microsoft.com/office/drawing/2014/main" id="{2E71E2CE-592B-27BD-778F-F65963472E1F}"/>
                      </a:ext>
                    </a:extLst>
                  </p:cNvPr>
                  <p:cNvCxnSpPr>
                    <a:cxnSpLocks/>
                    <a:endCxn id="290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3" name="组合 92">
                  <a:extLst>
                    <a:ext uri="{FF2B5EF4-FFF2-40B4-BE49-F238E27FC236}">
                      <a16:creationId xmlns:a16="http://schemas.microsoft.com/office/drawing/2014/main" id="{BFE49E05-C9F9-EC1E-ED1D-EB8ADD60C657}"/>
                    </a:ext>
                  </a:extLst>
                </p:cNvPr>
                <p:cNvGrpSpPr/>
                <p:nvPr/>
              </p:nvGrpSpPr>
              <p:grpSpPr>
                <a:xfrm>
                  <a:off x="10605600" y="5673600"/>
                  <a:ext cx="648000" cy="180000"/>
                  <a:chOff x="973171" y="2080173"/>
                  <a:chExt cx="974429" cy="658766"/>
                </a:xfrm>
              </p:grpSpPr>
              <p:sp>
                <p:nvSpPr>
                  <p:cNvPr id="272" name="矩形 271">
                    <a:extLst>
                      <a:ext uri="{FF2B5EF4-FFF2-40B4-BE49-F238E27FC236}">
                        <a16:creationId xmlns:a16="http://schemas.microsoft.com/office/drawing/2014/main" id="{C8746BF2-B695-06A2-8651-25C0D5950816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模数转换器</a:t>
                    </a:r>
                  </a:p>
                </p:txBody>
              </p:sp>
              <p:sp>
                <p:nvSpPr>
                  <p:cNvPr id="273" name="矩形 272">
                    <a:extLst>
                      <a:ext uri="{FF2B5EF4-FFF2-40B4-BE49-F238E27FC236}">
                        <a16:creationId xmlns:a16="http://schemas.microsoft.com/office/drawing/2014/main" id="{A5A625F5-7613-C27A-7861-5A9607C101E5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74" name="矩形 273">
                    <a:extLst>
                      <a:ext uri="{FF2B5EF4-FFF2-40B4-BE49-F238E27FC236}">
                        <a16:creationId xmlns:a16="http://schemas.microsoft.com/office/drawing/2014/main" id="{167C2012-E511-E1A9-AE81-CB8613E12D9D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75" name="矩形 274">
                    <a:extLst>
                      <a:ext uri="{FF2B5EF4-FFF2-40B4-BE49-F238E27FC236}">
                        <a16:creationId xmlns:a16="http://schemas.microsoft.com/office/drawing/2014/main" id="{80B3C6BD-0922-0458-7D60-B58BE355055B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76" name="矩形 275">
                    <a:extLst>
                      <a:ext uri="{FF2B5EF4-FFF2-40B4-BE49-F238E27FC236}">
                        <a16:creationId xmlns:a16="http://schemas.microsoft.com/office/drawing/2014/main" id="{45154DDC-4A24-0E3E-0C9E-69F26F071232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77" name="矩形 276">
                    <a:extLst>
                      <a:ext uri="{FF2B5EF4-FFF2-40B4-BE49-F238E27FC236}">
                        <a16:creationId xmlns:a16="http://schemas.microsoft.com/office/drawing/2014/main" id="{5709F924-F537-DEC5-1F07-F54BF97E70A0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78" name="矩形 277">
                    <a:extLst>
                      <a:ext uri="{FF2B5EF4-FFF2-40B4-BE49-F238E27FC236}">
                        <a16:creationId xmlns:a16="http://schemas.microsoft.com/office/drawing/2014/main" id="{873C6C74-FB92-87FA-E5B3-A6BCC6679BFD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79" name="矩形 278">
                    <a:extLst>
                      <a:ext uri="{FF2B5EF4-FFF2-40B4-BE49-F238E27FC236}">
                        <a16:creationId xmlns:a16="http://schemas.microsoft.com/office/drawing/2014/main" id="{0134EC62-B3BD-E641-23D9-98B859D49223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80" name="矩形 279">
                    <a:extLst>
                      <a:ext uri="{FF2B5EF4-FFF2-40B4-BE49-F238E27FC236}">
                        <a16:creationId xmlns:a16="http://schemas.microsoft.com/office/drawing/2014/main" id="{3F0EB1A8-FB88-32DD-88E8-385DDA2AB6F8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81" name="矩形 280">
                    <a:extLst>
                      <a:ext uri="{FF2B5EF4-FFF2-40B4-BE49-F238E27FC236}">
                        <a16:creationId xmlns:a16="http://schemas.microsoft.com/office/drawing/2014/main" id="{959D071E-4001-B46E-15C4-F48B57D3004D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282" name="直接箭头连接符 281">
                    <a:extLst>
                      <a:ext uri="{FF2B5EF4-FFF2-40B4-BE49-F238E27FC236}">
                        <a16:creationId xmlns:a16="http://schemas.microsoft.com/office/drawing/2014/main" id="{B44BFC75-064E-E502-1C71-D7EBDF43610A}"/>
                      </a:ext>
                    </a:extLst>
                  </p:cNvPr>
                  <p:cNvCxnSpPr>
                    <a:cxnSpLocks/>
                    <a:endCxn id="279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4" name="组合 93">
                  <a:extLst>
                    <a:ext uri="{FF2B5EF4-FFF2-40B4-BE49-F238E27FC236}">
                      <a16:creationId xmlns:a16="http://schemas.microsoft.com/office/drawing/2014/main" id="{81579212-23BF-959A-11EB-B289FA49EE01}"/>
                    </a:ext>
                  </a:extLst>
                </p:cNvPr>
                <p:cNvGrpSpPr/>
                <p:nvPr/>
              </p:nvGrpSpPr>
              <p:grpSpPr>
                <a:xfrm>
                  <a:off x="11253600" y="5673600"/>
                  <a:ext cx="432000" cy="180000"/>
                  <a:chOff x="973171" y="2080173"/>
                  <a:chExt cx="974429" cy="658766"/>
                </a:xfrm>
              </p:grpSpPr>
              <p:sp>
                <p:nvSpPr>
                  <p:cNvPr id="261" name="矩形 260">
                    <a:extLst>
                      <a:ext uri="{FF2B5EF4-FFF2-40B4-BE49-F238E27FC236}">
                        <a16:creationId xmlns:a16="http://schemas.microsoft.com/office/drawing/2014/main" id="{ECA36E33-430C-D767-1B2E-29E8D41D11A4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调制器</a:t>
                    </a:r>
                  </a:p>
                </p:txBody>
              </p:sp>
              <p:sp>
                <p:nvSpPr>
                  <p:cNvPr id="262" name="矩形 261">
                    <a:extLst>
                      <a:ext uri="{FF2B5EF4-FFF2-40B4-BE49-F238E27FC236}">
                        <a16:creationId xmlns:a16="http://schemas.microsoft.com/office/drawing/2014/main" id="{00D552E7-4318-43EE-3B43-25F40CC6BA0F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63" name="矩形 262">
                    <a:extLst>
                      <a:ext uri="{FF2B5EF4-FFF2-40B4-BE49-F238E27FC236}">
                        <a16:creationId xmlns:a16="http://schemas.microsoft.com/office/drawing/2014/main" id="{B754292C-AC21-B57B-D4E1-DA0D1BA99149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64" name="矩形 263">
                    <a:extLst>
                      <a:ext uri="{FF2B5EF4-FFF2-40B4-BE49-F238E27FC236}">
                        <a16:creationId xmlns:a16="http://schemas.microsoft.com/office/drawing/2014/main" id="{11602B5C-9293-637F-4B78-BABAC710EE61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65" name="矩形 264">
                    <a:extLst>
                      <a:ext uri="{FF2B5EF4-FFF2-40B4-BE49-F238E27FC236}">
                        <a16:creationId xmlns:a16="http://schemas.microsoft.com/office/drawing/2014/main" id="{61690D60-C87B-87A3-7742-7330BFC3F5E3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66" name="矩形 265">
                    <a:extLst>
                      <a:ext uri="{FF2B5EF4-FFF2-40B4-BE49-F238E27FC236}">
                        <a16:creationId xmlns:a16="http://schemas.microsoft.com/office/drawing/2014/main" id="{7C498FE4-4D5C-6CCC-E418-4E8078D61F45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67" name="矩形 266">
                    <a:extLst>
                      <a:ext uri="{FF2B5EF4-FFF2-40B4-BE49-F238E27FC236}">
                        <a16:creationId xmlns:a16="http://schemas.microsoft.com/office/drawing/2014/main" id="{385B5CA4-A788-3625-8CA0-FBADF8B87B54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68" name="矩形 267">
                    <a:extLst>
                      <a:ext uri="{FF2B5EF4-FFF2-40B4-BE49-F238E27FC236}">
                        <a16:creationId xmlns:a16="http://schemas.microsoft.com/office/drawing/2014/main" id="{75793266-1860-37B6-4465-3FA928C6B4B1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69" name="矩形 268">
                    <a:extLst>
                      <a:ext uri="{FF2B5EF4-FFF2-40B4-BE49-F238E27FC236}">
                        <a16:creationId xmlns:a16="http://schemas.microsoft.com/office/drawing/2014/main" id="{4FD007DC-4EC3-3F33-8983-0D0D0E8B8C7A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70" name="矩形 269">
                    <a:extLst>
                      <a:ext uri="{FF2B5EF4-FFF2-40B4-BE49-F238E27FC236}">
                        <a16:creationId xmlns:a16="http://schemas.microsoft.com/office/drawing/2014/main" id="{552A14EE-B7A1-F8E6-AAC0-CB7BDB9595B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271" name="直接箭头连接符 270">
                    <a:extLst>
                      <a:ext uri="{FF2B5EF4-FFF2-40B4-BE49-F238E27FC236}">
                        <a16:creationId xmlns:a16="http://schemas.microsoft.com/office/drawing/2014/main" id="{5AE5F654-73AA-2C68-B6A2-FF074ECE4708}"/>
                      </a:ext>
                    </a:extLst>
                  </p:cNvPr>
                  <p:cNvCxnSpPr>
                    <a:cxnSpLocks/>
                    <a:endCxn id="268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5" name="组合 94">
                  <a:extLst>
                    <a:ext uri="{FF2B5EF4-FFF2-40B4-BE49-F238E27FC236}">
                      <a16:creationId xmlns:a16="http://schemas.microsoft.com/office/drawing/2014/main" id="{C6428B62-0297-A06D-4472-C1579D53A883}"/>
                    </a:ext>
                  </a:extLst>
                </p:cNvPr>
                <p:cNvGrpSpPr/>
                <p:nvPr/>
              </p:nvGrpSpPr>
              <p:grpSpPr>
                <a:xfrm>
                  <a:off x="11685600" y="5673600"/>
                  <a:ext cx="432000" cy="180000"/>
                  <a:chOff x="973171" y="2080173"/>
                  <a:chExt cx="974429" cy="658766"/>
                </a:xfrm>
              </p:grpSpPr>
              <p:sp>
                <p:nvSpPr>
                  <p:cNvPr id="250" name="矩形 249">
                    <a:extLst>
                      <a:ext uri="{FF2B5EF4-FFF2-40B4-BE49-F238E27FC236}">
                        <a16:creationId xmlns:a16="http://schemas.microsoft.com/office/drawing/2014/main" id="{3E8651FC-A0EA-B2BE-14BC-6934D15C7BC2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发射机</a:t>
                    </a:r>
                  </a:p>
                </p:txBody>
              </p:sp>
              <p:sp>
                <p:nvSpPr>
                  <p:cNvPr id="251" name="矩形 250">
                    <a:extLst>
                      <a:ext uri="{FF2B5EF4-FFF2-40B4-BE49-F238E27FC236}">
                        <a16:creationId xmlns:a16="http://schemas.microsoft.com/office/drawing/2014/main" id="{4A9D9D29-7C8A-624C-4AF0-7E9F97DEB0EB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2" name="矩形 251">
                    <a:extLst>
                      <a:ext uri="{FF2B5EF4-FFF2-40B4-BE49-F238E27FC236}">
                        <a16:creationId xmlns:a16="http://schemas.microsoft.com/office/drawing/2014/main" id="{5C041C71-1EE0-762B-D121-8D8171AEBE7C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3" name="矩形 252">
                    <a:extLst>
                      <a:ext uri="{FF2B5EF4-FFF2-40B4-BE49-F238E27FC236}">
                        <a16:creationId xmlns:a16="http://schemas.microsoft.com/office/drawing/2014/main" id="{BCE3EA7B-07D6-9E6A-C9A0-E34E4525BB85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4" name="矩形 253">
                    <a:extLst>
                      <a:ext uri="{FF2B5EF4-FFF2-40B4-BE49-F238E27FC236}">
                        <a16:creationId xmlns:a16="http://schemas.microsoft.com/office/drawing/2014/main" id="{860F4AA4-2261-52BB-CE99-17C24D1D08AA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5" name="矩形 254">
                    <a:extLst>
                      <a:ext uri="{FF2B5EF4-FFF2-40B4-BE49-F238E27FC236}">
                        <a16:creationId xmlns:a16="http://schemas.microsoft.com/office/drawing/2014/main" id="{759DFDC0-F7CA-773F-B198-D576DF64C7CF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6" name="矩形 255">
                    <a:extLst>
                      <a:ext uri="{FF2B5EF4-FFF2-40B4-BE49-F238E27FC236}">
                        <a16:creationId xmlns:a16="http://schemas.microsoft.com/office/drawing/2014/main" id="{EF9FE364-F4D3-F1CE-276A-3D676BC1333B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7" name="矩形 256">
                    <a:extLst>
                      <a:ext uri="{FF2B5EF4-FFF2-40B4-BE49-F238E27FC236}">
                        <a16:creationId xmlns:a16="http://schemas.microsoft.com/office/drawing/2014/main" id="{704287FE-404A-F6CD-7012-557C9EE61AFB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8" name="矩形 257">
                    <a:extLst>
                      <a:ext uri="{FF2B5EF4-FFF2-40B4-BE49-F238E27FC236}">
                        <a16:creationId xmlns:a16="http://schemas.microsoft.com/office/drawing/2014/main" id="{87DA5A50-4D74-241D-3E9B-16B51B6B6E39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9" name="矩形 258">
                    <a:extLst>
                      <a:ext uri="{FF2B5EF4-FFF2-40B4-BE49-F238E27FC236}">
                        <a16:creationId xmlns:a16="http://schemas.microsoft.com/office/drawing/2014/main" id="{B4369B94-929C-46F4-8F01-EC9724478BFE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260" name="直接箭头连接符 259">
                    <a:extLst>
                      <a:ext uri="{FF2B5EF4-FFF2-40B4-BE49-F238E27FC236}">
                        <a16:creationId xmlns:a16="http://schemas.microsoft.com/office/drawing/2014/main" id="{601C1085-E586-8B43-199C-AAEB8508C801}"/>
                      </a:ext>
                    </a:extLst>
                  </p:cNvPr>
                  <p:cNvCxnSpPr>
                    <a:cxnSpLocks/>
                    <a:endCxn id="257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DBA833FE-269D-0DB3-F579-098F7116ADF5}"/>
                    </a:ext>
                  </a:extLst>
                </p:cNvPr>
                <p:cNvGrpSpPr/>
                <p:nvPr/>
              </p:nvGrpSpPr>
              <p:grpSpPr>
                <a:xfrm>
                  <a:off x="10609424" y="5889600"/>
                  <a:ext cx="432000" cy="180000"/>
                  <a:chOff x="973171" y="2080173"/>
                  <a:chExt cx="974429" cy="658766"/>
                </a:xfrm>
              </p:grpSpPr>
              <p:sp>
                <p:nvSpPr>
                  <p:cNvPr id="239" name="矩形 238">
                    <a:extLst>
                      <a:ext uri="{FF2B5EF4-FFF2-40B4-BE49-F238E27FC236}">
                        <a16:creationId xmlns:a16="http://schemas.microsoft.com/office/drawing/2014/main" id="{DAFDA57D-62BF-52BC-B7C7-BD0C22903835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接收机</a:t>
                    </a:r>
                  </a:p>
                </p:txBody>
              </p:sp>
              <p:sp>
                <p:nvSpPr>
                  <p:cNvPr id="240" name="矩形 239">
                    <a:extLst>
                      <a:ext uri="{FF2B5EF4-FFF2-40B4-BE49-F238E27FC236}">
                        <a16:creationId xmlns:a16="http://schemas.microsoft.com/office/drawing/2014/main" id="{6C36FEA5-3237-3B2B-1AD9-D2CFACFCD225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1" name="矩形 240">
                    <a:extLst>
                      <a:ext uri="{FF2B5EF4-FFF2-40B4-BE49-F238E27FC236}">
                        <a16:creationId xmlns:a16="http://schemas.microsoft.com/office/drawing/2014/main" id="{AF7C6171-8025-0706-A5C7-AB283A1E508E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2" name="矩形 241">
                    <a:extLst>
                      <a:ext uri="{FF2B5EF4-FFF2-40B4-BE49-F238E27FC236}">
                        <a16:creationId xmlns:a16="http://schemas.microsoft.com/office/drawing/2014/main" id="{A4AE37AF-8740-DEB2-59A8-9221502F46B5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3" name="矩形 242">
                    <a:extLst>
                      <a:ext uri="{FF2B5EF4-FFF2-40B4-BE49-F238E27FC236}">
                        <a16:creationId xmlns:a16="http://schemas.microsoft.com/office/drawing/2014/main" id="{01FD4E8F-D6F6-AB47-9BEE-1EC0853E44E5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4" name="矩形 243">
                    <a:extLst>
                      <a:ext uri="{FF2B5EF4-FFF2-40B4-BE49-F238E27FC236}">
                        <a16:creationId xmlns:a16="http://schemas.microsoft.com/office/drawing/2014/main" id="{8895DE90-E345-1BE2-3B71-BC9C2EABA46E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5" name="矩形 244">
                    <a:extLst>
                      <a:ext uri="{FF2B5EF4-FFF2-40B4-BE49-F238E27FC236}">
                        <a16:creationId xmlns:a16="http://schemas.microsoft.com/office/drawing/2014/main" id="{F8B28458-D6BF-B876-08F1-F194CBD53BD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6" name="矩形 245">
                    <a:extLst>
                      <a:ext uri="{FF2B5EF4-FFF2-40B4-BE49-F238E27FC236}">
                        <a16:creationId xmlns:a16="http://schemas.microsoft.com/office/drawing/2014/main" id="{949964C6-AB52-5374-2A0E-718C205B8865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7" name="矩形 246">
                    <a:extLst>
                      <a:ext uri="{FF2B5EF4-FFF2-40B4-BE49-F238E27FC236}">
                        <a16:creationId xmlns:a16="http://schemas.microsoft.com/office/drawing/2014/main" id="{5F28BA89-7ECC-8F15-373F-48AC3752CD9F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8" name="矩形 247">
                    <a:extLst>
                      <a:ext uri="{FF2B5EF4-FFF2-40B4-BE49-F238E27FC236}">
                        <a16:creationId xmlns:a16="http://schemas.microsoft.com/office/drawing/2014/main" id="{B8298A06-4E68-484A-AE0D-CE0070E07363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249" name="直接箭头连接符 248">
                    <a:extLst>
                      <a:ext uri="{FF2B5EF4-FFF2-40B4-BE49-F238E27FC236}">
                        <a16:creationId xmlns:a16="http://schemas.microsoft.com/office/drawing/2014/main" id="{E2516A26-589D-3A2A-0630-2BE2E2671705}"/>
                      </a:ext>
                    </a:extLst>
                  </p:cNvPr>
                  <p:cNvCxnSpPr>
                    <a:cxnSpLocks/>
                    <a:endCxn id="246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7" name="组合 96">
                  <a:extLst>
                    <a:ext uri="{FF2B5EF4-FFF2-40B4-BE49-F238E27FC236}">
                      <a16:creationId xmlns:a16="http://schemas.microsoft.com/office/drawing/2014/main" id="{7703F0EB-403A-481D-27CA-3A0D6EC2E726}"/>
                    </a:ext>
                  </a:extLst>
                </p:cNvPr>
                <p:cNvGrpSpPr/>
                <p:nvPr/>
              </p:nvGrpSpPr>
              <p:grpSpPr>
                <a:xfrm>
                  <a:off x="11041424" y="5889600"/>
                  <a:ext cx="648000" cy="180000"/>
                  <a:chOff x="973171" y="2080173"/>
                  <a:chExt cx="974429" cy="658766"/>
                </a:xfrm>
              </p:grpSpPr>
              <p:sp>
                <p:nvSpPr>
                  <p:cNvPr id="228" name="矩形 227">
                    <a:extLst>
                      <a:ext uri="{FF2B5EF4-FFF2-40B4-BE49-F238E27FC236}">
                        <a16:creationId xmlns:a16="http://schemas.microsoft.com/office/drawing/2014/main" id="{77C08878-DB20-BD71-76AC-7D5E5B221C25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相干解调器</a:t>
                    </a:r>
                  </a:p>
                </p:txBody>
              </p:sp>
              <p:sp>
                <p:nvSpPr>
                  <p:cNvPr id="229" name="矩形 228">
                    <a:extLst>
                      <a:ext uri="{FF2B5EF4-FFF2-40B4-BE49-F238E27FC236}">
                        <a16:creationId xmlns:a16="http://schemas.microsoft.com/office/drawing/2014/main" id="{D35770D7-93D5-32B6-C0B7-53BF5378E13F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0" name="矩形 229">
                    <a:extLst>
                      <a:ext uri="{FF2B5EF4-FFF2-40B4-BE49-F238E27FC236}">
                        <a16:creationId xmlns:a16="http://schemas.microsoft.com/office/drawing/2014/main" id="{D1D28A7D-6477-B311-87DE-896C8D10E145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1" name="矩形 230">
                    <a:extLst>
                      <a:ext uri="{FF2B5EF4-FFF2-40B4-BE49-F238E27FC236}">
                        <a16:creationId xmlns:a16="http://schemas.microsoft.com/office/drawing/2014/main" id="{FB841E29-40D3-9538-0B69-B3D8E2ED6BD5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2" name="矩形 231">
                    <a:extLst>
                      <a:ext uri="{FF2B5EF4-FFF2-40B4-BE49-F238E27FC236}">
                        <a16:creationId xmlns:a16="http://schemas.microsoft.com/office/drawing/2014/main" id="{07E5FD8D-5CDD-4DBA-7DB3-23407C6AFAE4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3" name="矩形 232">
                    <a:extLst>
                      <a:ext uri="{FF2B5EF4-FFF2-40B4-BE49-F238E27FC236}">
                        <a16:creationId xmlns:a16="http://schemas.microsoft.com/office/drawing/2014/main" id="{36398BBA-0251-700C-B58C-4B214D2993E7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4" name="矩形 233">
                    <a:extLst>
                      <a:ext uri="{FF2B5EF4-FFF2-40B4-BE49-F238E27FC236}">
                        <a16:creationId xmlns:a16="http://schemas.microsoft.com/office/drawing/2014/main" id="{14072F56-702C-EE04-ECBC-D535208F0F14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5" name="矩形 234">
                    <a:extLst>
                      <a:ext uri="{FF2B5EF4-FFF2-40B4-BE49-F238E27FC236}">
                        <a16:creationId xmlns:a16="http://schemas.microsoft.com/office/drawing/2014/main" id="{0E607D6D-7679-40CC-1850-2096FC8541B1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6" name="矩形 235">
                    <a:extLst>
                      <a:ext uri="{FF2B5EF4-FFF2-40B4-BE49-F238E27FC236}">
                        <a16:creationId xmlns:a16="http://schemas.microsoft.com/office/drawing/2014/main" id="{A8D56261-9772-47EA-0632-D8F25E8F5909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7" name="矩形 236">
                    <a:extLst>
                      <a:ext uri="{FF2B5EF4-FFF2-40B4-BE49-F238E27FC236}">
                        <a16:creationId xmlns:a16="http://schemas.microsoft.com/office/drawing/2014/main" id="{38C75E4B-0223-9A96-F7BF-FB20EBBCA453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238" name="直接箭头连接符 237">
                    <a:extLst>
                      <a:ext uri="{FF2B5EF4-FFF2-40B4-BE49-F238E27FC236}">
                        <a16:creationId xmlns:a16="http://schemas.microsoft.com/office/drawing/2014/main" id="{3FFB2337-418D-7A2E-3D81-40A465ED8B36}"/>
                      </a:ext>
                    </a:extLst>
                  </p:cNvPr>
                  <p:cNvCxnSpPr>
                    <a:cxnSpLocks/>
                    <a:endCxn id="235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8" name="组合 97">
                  <a:extLst>
                    <a:ext uri="{FF2B5EF4-FFF2-40B4-BE49-F238E27FC236}">
                      <a16:creationId xmlns:a16="http://schemas.microsoft.com/office/drawing/2014/main" id="{00F95AF1-6F58-1A81-961C-F71D04F1438E}"/>
                    </a:ext>
                  </a:extLst>
                </p:cNvPr>
                <p:cNvGrpSpPr/>
                <p:nvPr/>
              </p:nvGrpSpPr>
              <p:grpSpPr>
                <a:xfrm>
                  <a:off x="11689424" y="5889600"/>
                  <a:ext cx="432000" cy="180000"/>
                  <a:chOff x="973171" y="2080173"/>
                  <a:chExt cx="974429" cy="658766"/>
                </a:xfrm>
              </p:grpSpPr>
              <p:sp>
                <p:nvSpPr>
                  <p:cNvPr id="217" name="矩形 216">
                    <a:extLst>
                      <a:ext uri="{FF2B5EF4-FFF2-40B4-BE49-F238E27FC236}">
                        <a16:creationId xmlns:a16="http://schemas.microsoft.com/office/drawing/2014/main" id="{2358C527-9EC9-51FC-305E-BD2855B012E0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量化器</a:t>
                    </a:r>
                  </a:p>
                </p:txBody>
              </p:sp>
              <p:sp>
                <p:nvSpPr>
                  <p:cNvPr id="218" name="矩形 217">
                    <a:extLst>
                      <a:ext uri="{FF2B5EF4-FFF2-40B4-BE49-F238E27FC236}">
                        <a16:creationId xmlns:a16="http://schemas.microsoft.com/office/drawing/2014/main" id="{BFE6D215-BA9E-F39C-8201-23FA178374FC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19" name="矩形 218">
                    <a:extLst>
                      <a:ext uri="{FF2B5EF4-FFF2-40B4-BE49-F238E27FC236}">
                        <a16:creationId xmlns:a16="http://schemas.microsoft.com/office/drawing/2014/main" id="{C1373367-7121-52A0-1EE2-4E2957006D20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20" name="矩形 219">
                    <a:extLst>
                      <a:ext uri="{FF2B5EF4-FFF2-40B4-BE49-F238E27FC236}">
                        <a16:creationId xmlns:a16="http://schemas.microsoft.com/office/drawing/2014/main" id="{E9720936-FE09-DA59-70D6-33D11EB89C45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21" name="矩形 220">
                    <a:extLst>
                      <a:ext uri="{FF2B5EF4-FFF2-40B4-BE49-F238E27FC236}">
                        <a16:creationId xmlns:a16="http://schemas.microsoft.com/office/drawing/2014/main" id="{FD5C8126-CEEE-49B6-DCC2-4DD141AD6193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22" name="矩形 221">
                    <a:extLst>
                      <a:ext uri="{FF2B5EF4-FFF2-40B4-BE49-F238E27FC236}">
                        <a16:creationId xmlns:a16="http://schemas.microsoft.com/office/drawing/2014/main" id="{DA07749C-9BF6-5223-F028-C1639142BAA4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23" name="矩形 222">
                    <a:extLst>
                      <a:ext uri="{FF2B5EF4-FFF2-40B4-BE49-F238E27FC236}">
                        <a16:creationId xmlns:a16="http://schemas.microsoft.com/office/drawing/2014/main" id="{A5B7D6EA-5A23-2315-B6DE-31A2E5F48E12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24" name="矩形 223">
                    <a:extLst>
                      <a:ext uri="{FF2B5EF4-FFF2-40B4-BE49-F238E27FC236}">
                        <a16:creationId xmlns:a16="http://schemas.microsoft.com/office/drawing/2014/main" id="{8E663AF7-F817-B9A4-9FA6-E36942B670BA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25" name="矩形 224">
                    <a:extLst>
                      <a:ext uri="{FF2B5EF4-FFF2-40B4-BE49-F238E27FC236}">
                        <a16:creationId xmlns:a16="http://schemas.microsoft.com/office/drawing/2014/main" id="{5C3E03C3-1829-8730-DC05-77C74D0B6088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26" name="矩形 225">
                    <a:extLst>
                      <a:ext uri="{FF2B5EF4-FFF2-40B4-BE49-F238E27FC236}">
                        <a16:creationId xmlns:a16="http://schemas.microsoft.com/office/drawing/2014/main" id="{206F1392-D148-24D7-DEFC-AE086C124D25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227" name="直接箭头连接符 226">
                    <a:extLst>
                      <a:ext uri="{FF2B5EF4-FFF2-40B4-BE49-F238E27FC236}">
                        <a16:creationId xmlns:a16="http://schemas.microsoft.com/office/drawing/2014/main" id="{8C0FA721-C10C-D991-AD8F-D4AD4DF2FC90}"/>
                      </a:ext>
                    </a:extLst>
                  </p:cNvPr>
                  <p:cNvCxnSpPr>
                    <a:cxnSpLocks/>
                    <a:endCxn id="224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组合 98">
                  <a:extLst>
                    <a:ext uri="{FF2B5EF4-FFF2-40B4-BE49-F238E27FC236}">
                      <a16:creationId xmlns:a16="http://schemas.microsoft.com/office/drawing/2014/main" id="{CFAB98D6-A568-6EFF-F0AF-DCA6F0B35AA3}"/>
                    </a:ext>
                  </a:extLst>
                </p:cNvPr>
                <p:cNvGrpSpPr/>
                <p:nvPr/>
              </p:nvGrpSpPr>
              <p:grpSpPr>
                <a:xfrm>
                  <a:off x="10609424" y="6105600"/>
                  <a:ext cx="648000" cy="180000"/>
                  <a:chOff x="973171" y="2080173"/>
                  <a:chExt cx="974429" cy="658766"/>
                </a:xfrm>
              </p:grpSpPr>
              <p:sp>
                <p:nvSpPr>
                  <p:cNvPr id="206" name="矩形 205">
                    <a:extLst>
                      <a:ext uri="{FF2B5EF4-FFF2-40B4-BE49-F238E27FC236}">
                        <a16:creationId xmlns:a16="http://schemas.microsoft.com/office/drawing/2014/main" id="{E40398B2-9C02-6E8A-13E2-4C7BF28A03C8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数模转换器</a:t>
                    </a:r>
                  </a:p>
                </p:txBody>
              </p:sp>
              <p:sp>
                <p:nvSpPr>
                  <p:cNvPr id="207" name="矩形 206">
                    <a:extLst>
                      <a:ext uri="{FF2B5EF4-FFF2-40B4-BE49-F238E27FC236}">
                        <a16:creationId xmlns:a16="http://schemas.microsoft.com/office/drawing/2014/main" id="{1DA7C0BA-53F2-EDB1-62EC-B3FA7C6ABDFA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08" name="矩形 207">
                    <a:extLst>
                      <a:ext uri="{FF2B5EF4-FFF2-40B4-BE49-F238E27FC236}">
                        <a16:creationId xmlns:a16="http://schemas.microsoft.com/office/drawing/2014/main" id="{006843DF-D8DC-1D9E-D477-CDF5A2963E01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09" name="矩形 208">
                    <a:extLst>
                      <a:ext uri="{FF2B5EF4-FFF2-40B4-BE49-F238E27FC236}">
                        <a16:creationId xmlns:a16="http://schemas.microsoft.com/office/drawing/2014/main" id="{DE46FA1A-4554-D0A6-18E1-F069B06EC010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10" name="矩形 209">
                    <a:extLst>
                      <a:ext uri="{FF2B5EF4-FFF2-40B4-BE49-F238E27FC236}">
                        <a16:creationId xmlns:a16="http://schemas.microsoft.com/office/drawing/2014/main" id="{F9A1D9A2-E253-0395-C9A7-7D82723D0D73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11" name="矩形 210">
                    <a:extLst>
                      <a:ext uri="{FF2B5EF4-FFF2-40B4-BE49-F238E27FC236}">
                        <a16:creationId xmlns:a16="http://schemas.microsoft.com/office/drawing/2014/main" id="{A5681EA5-53EC-E1AD-607A-FAFD1019E062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12" name="矩形 211">
                    <a:extLst>
                      <a:ext uri="{FF2B5EF4-FFF2-40B4-BE49-F238E27FC236}">
                        <a16:creationId xmlns:a16="http://schemas.microsoft.com/office/drawing/2014/main" id="{6BCD99E2-35F3-15E6-6919-4395356F6DE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13" name="矩形 212">
                    <a:extLst>
                      <a:ext uri="{FF2B5EF4-FFF2-40B4-BE49-F238E27FC236}">
                        <a16:creationId xmlns:a16="http://schemas.microsoft.com/office/drawing/2014/main" id="{F630A1BA-0DAE-CE62-A2B5-5F2337170F45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14" name="矩形 213">
                    <a:extLst>
                      <a:ext uri="{FF2B5EF4-FFF2-40B4-BE49-F238E27FC236}">
                        <a16:creationId xmlns:a16="http://schemas.microsoft.com/office/drawing/2014/main" id="{9E5E4114-3D21-E58E-1AAA-11BC874A5C1B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15" name="矩形 214">
                    <a:extLst>
                      <a:ext uri="{FF2B5EF4-FFF2-40B4-BE49-F238E27FC236}">
                        <a16:creationId xmlns:a16="http://schemas.microsoft.com/office/drawing/2014/main" id="{8D6BDC84-4CBE-4FD0-825B-2D056004F1C5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216" name="直接箭头连接符 215">
                    <a:extLst>
                      <a:ext uri="{FF2B5EF4-FFF2-40B4-BE49-F238E27FC236}">
                        <a16:creationId xmlns:a16="http://schemas.microsoft.com/office/drawing/2014/main" id="{A4DE035B-332C-0D64-425A-461F5C711989}"/>
                      </a:ext>
                    </a:extLst>
                  </p:cNvPr>
                  <p:cNvCxnSpPr>
                    <a:cxnSpLocks/>
                    <a:endCxn id="213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0" name="组合 99">
                  <a:extLst>
                    <a:ext uri="{FF2B5EF4-FFF2-40B4-BE49-F238E27FC236}">
                      <a16:creationId xmlns:a16="http://schemas.microsoft.com/office/drawing/2014/main" id="{D07049C9-453E-6C5E-B8B3-555CAAB4AFE5}"/>
                    </a:ext>
                  </a:extLst>
                </p:cNvPr>
                <p:cNvGrpSpPr/>
                <p:nvPr/>
              </p:nvGrpSpPr>
              <p:grpSpPr>
                <a:xfrm>
                  <a:off x="11257424" y="6105600"/>
                  <a:ext cx="432000" cy="180000"/>
                  <a:chOff x="973171" y="2080173"/>
                  <a:chExt cx="974429" cy="658766"/>
                </a:xfrm>
              </p:grpSpPr>
              <p:sp>
                <p:nvSpPr>
                  <p:cNvPr id="195" name="矩形 194">
                    <a:extLst>
                      <a:ext uri="{FF2B5EF4-FFF2-40B4-BE49-F238E27FC236}">
                        <a16:creationId xmlns:a16="http://schemas.microsoft.com/office/drawing/2014/main" id="{97E9F9B1-6872-BDB5-5403-123B3295DCD1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判决器</a:t>
                    </a:r>
                  </a:p>
                </p:txBody>
              </p:sp>
              <p:sp>
                <p:nvSpPr>
                  <p:cNvPr id="196" name="矩形 195">
                    <a:extLst>
                      <a:ext uri="{FF2B5EF4-FFF2-40B4-BE49-F238E27FC236}">
                        <a16:creationId xmlns:a16="http://schemas.microsoft.com/office/drawing/2014/main" id="{AFB9ABD5-ACDF-9D0B-0F44-B9503157027B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97" name="矩形 196">
                    <a:extLst>
                      <a:ext uri="{FF2B5EF4-FFF2-40B4-BE49-F238E27FC236}">
                        <a16:creationId xmlns:a16="http://schemas.microsoft.com/office/drawing/2014/main" id="{F97C6F7F-98AC-8FC1-D954-BE8A31BB4A7F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98" name="矩形 197">
                    <a:extLst>
                      <a:ext uri="{FF2B5EF4-FFF2-40B4-BE49-F238E27FC236}">
                        <a16:creationId xmlns:a16="http://schemas.microsoft.com/office/drawing/2014/main" id="{2207EC94-3908-0054-E2BE-39FA1EE64380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99" name="矩形 198">
                    <a:extLst>
                      <a:ext uri="{FF2B5EF4-FFF2-40B4-BE49-F238E27FC236}">
                        <a16:creationId xmlns:a16="http://schemas.microsoft.com/office/drawing/2014/main" id="{7627AFE7-8587-C247-5317-247852D1BEA5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00" name="矩形 199">
                    <a:extLst>
                      <a:ext uri="{FF2B5EF4-FFF2-40B4-BE49-F238E27FC236}">
                        <a16:creationId xmlns:a16="http://schemas.microsoft.com/office/drawing/2014/main" id="{1C7C91DF-FB0D-2551-1A72-1F5B152842E1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01" name="矩形 200">
                    <a:extLst>
                      <a:ext uri="{FF2B5EF4-FFF2-40B4-BE49-F238E27FC236}">
                        <a16:creationId xmlns:a16="http://schemas.microsoft.com/office/drawing/2014/main" id="{20A995A3-5A11-E7CB-CC2F-CFE585ACBC0F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02" name="矩形 201">
                    <a:extLst>
                      <a:ext uri="{FF2B5EF4-FFF2-40B4-BE49-F238E27FC236}">
                        <a16:creationId xmlns:a16="http://schemas.microsoft.com/office/drawing/2014/main" id="{AD2A0AA2-86B0-02C1-A3FD-B25A00C9532F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03" name="矩形 202">
                    <a:extLst>
                      <a:ext uri="{FF2B5EF4-FFF2-40B4-BE49-F238E27FC236}">
                        <a16:creationId xmlns:a16="http://schemas.microsoft.com/office/drawing/2014/main" id="{43A93056-7049-100D-5FAC-F175E97CC0F4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04" name="矩形 203">
                    <a:extLst>
                      <a:ext uri="{FF2B5EF4-FFF2-40B4-BE49-F238E27FC236}">
                        <a16:creationId xmlns:a16="http://schemas.microsoft.com/office/drawing/2014/main" id="{706D4C46-9E93-2413-544B-2F9914341030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205" name="直接箭头连接符 204">
                    <a:extLst>
                      <a:ext uri="{FF2B5EF4-FFF2-40B4-BE49-F238E27FC236}">
                        <a16:creationId xmlns:a16="http://schemas.microsoft.com/office/drawing/2014/main" id="{A85FAF31-27CA-D2C6-45EA-2599243202B4}"/>
                      </a:ext>
                    </a:extLst>
                  </p:cNvPr>
                  <p:cNvCxnSpPr>
                    <a:cxnSpLocks/>
                    <a:endCxn id="202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1" name="组合 100">
                  <a:extLst>
                    <a:ext uri="{FF2B5EF4-FFF2-40B4-BE49-F238E27FC236}">
                      <a16:creationId xmlns:a16="http://schemas.microsoft.com/office/drawing/2014/main" id="{7EAADA24-EA06-B72B-CACE-E283214F5A22}"/>
                    </a:ext>
                  </a:extLst>
                </p:cNvPr>
                <p:cNvGrpSpPr/>
                <p:nvPr/>
              </p:nvGrpSpPr>
              <p:grpSpPr>
                <a:xfrm>
                  <a:off x="11689424" y="6105600"/>
                  <a:ext cx="432000" cy="180000"/>
                  <a:chOff x="973171" y="2080173"/>
                  <a:chExt cx="974429" cy="658766"/>
                </a:xfrm>
              </p:grpSpPr>
              <p:sp>
                <p:nvSpPr>
                  <p:cNvPr id="184" name="矩形 183">
                    <a:extLst>
                      <a:ext uri="{FF2B5EF4-FFF2-40B4-BE49-F238E27FC236}">
                        <a16:creationId xmlns:a16="http://schemas.microsoft.com/office/drawing/2014/main" id="{E97A4B66-418A-8599-FE94-F3EFF26B02EC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抽样器</a:t>
                    </a:r>
                  </a:p>
                </p:txBody>
              </p:sp>
              <p:sp>
                <p:nvSpPr>
                  <p:cNvPr id="185" name="矩形 184">
                    <a:extLst>
                      <a:ext uri="{FF2B5EF4-FFF2-40B4-BE49-F238E27FC236}">
                        <a16:creationId xmlns:a16="http://schemas.microsoft.com/office/drawing/2014/main" id="{C9A58416-32CD-5F1F-930F-E67547159E4B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86" name="矩形 185">
                    <a:extLst>
                      <a:ext uri="{FF2B5EF4-FFF2-40B4-BE49-F238E27FC236}">
                        <a16:creationId xmlns:a16="http://schemas.microsoft.com/office/drawing/2014/main" id="{E3C663DF-E95C-689F-EF7C-FC2F7029095B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87" name="矩形 186">
                    <a:extLst>
                      <a:ext uri="{FF2B5EF4-FFF2-40B4-BE49-F238E27FC236}">
                        <a16:creationId xmlns:a16="http://schemas.microsoft.com/office/drawing/2014/main" id="{A807B7FF-99C2-14E3-319D-ABF322D42AC5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88" name="矩形 187">
                    <a:extLst>
                      <a:ext uri="{FF2B5EF4-FFF2-40B4-BE49-F238E27FC236}">
                        <a16:creationId xmlns:a16="http://schemas.microsoft.com/office/drawing/2014/main" id="{FC86D124-F326-14D6-ABB6-C4418A9CE0ED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89" name="矩形 188">
                    <a:extLst>
                      <a:ext uri="{FF2B5EF4-FFF2-40B4-BE49-F238E27FC236}">
                        <a16:creationId xmlns:a16="http://schemas.microsoft.com/office/drawing/2014/main" id="{E6B5326A-0936-A7C0-000B-7A37D0F08B79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90" name="矩形 189">
                    <a:extLst>
                      <a:ext uri="{FF2B5EF4-FFF2-40B4-BE49-F238E27FC236}">
                        <a16:creationId xmlns:a16="http://schemas.microsoft.com/office/drawing/2014/main" id="{6B99288E-EF41-A579-AAE0-CA82D551598E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91" name="矩形 190">
                    <a:extLst>
                      <a:ext uri="{FF2B5EF4-FFF2-40B4-BE49-F238E27FC236}">
                        <a16:creationId xmlns:a16="http://schemas.microsoft.com/office/drawing/2014/main" id="{AC4FE1AB-7C51-5E5B-266B-92ECD9803AA3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92" name="矩形 191">
                    <a:extLst>
                      <a:ext uri="{FF2B5EF4-FFF2-40B4-BE49-F238E27FC236}">
                        <a16:creationId xmlns:a16="http://schemas.microsoft.com/office/drawing/2014/main" id="{656C951F-D154-783F-4BF2-668003100498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93" name="矩形 192">
                    <a:extLst>
                      <a:ext uri="{FF2B5EF4-FFF2-40B4-BE49-F238E27FC236}">
                        <a16:creationId xmlns:a16="http://schemas.microsoft.com/office/drawing/2014/main" id="{2FC0D3F0-5640-A0DC-7B20-3305582F3B3C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94" name="直接箭头连接符 193">
                    <a:extLst>
                      <a:ext uri="{FF2B5EF4-FFF2-40B4-BE49-F238E27FC236}">
                        <a16:creationId xmlns:a16="http://schemas.microsoft.com/office/drawing/2014/main" id="{E00A5992-6AC7-EF4C-AB19-8B8C93AAA23E}"/>
                      </a:ext>
                    </a:extLst>
                  </p:cNvPr>
                  <p:cNvCxnSpPr>
                    <a:cxnSpLocks/>
                    <a:endCxn id="191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2" name="组合 101">
                  <a:extLst>
                    <a:ext uri="{FF2B5EF4-FFF2-40B4-BE49-F238E27FC236}">
                      <a16:creationId xmlns:a16="http://schemas.microsoft.com/office/drawing/2014/main" id="{79A7D17F-BE31-069A-73D6-C14C0B4B1FD4}"/>
                    </a:ext>
                  </a:extLst>
                </p:cNvPr>
                <p:cNvGrpSpPr/>
                <p:nvPr/>
              </p:nvGrpSpPr>
              <p:grpSpPr>
                <a:xfrm>
                  <a:off x="10605600" y="6321600"/>
                  <a:ext cx="648000" cy="180000"/>
                  <a:chOff x="973171" y="2080173"/>
                  <a:chExt cx="974429" cy="658766"/>
                </a:xfrm>
              </p:grpSpPr>
              <p:sp>
                <p:nvSpPr>
                  <p:cNvPr id="173" name="矩形 172">
                    <a:extLst>
                      <a:ext uri="{FF2B5EF4-FFF2-40B4-BE49-F238E27FC236}">
                        <a16:creationId xmlns:a16="http://schemas.microsoft.com/office/drawing/2014/main" id="{54B6E569-19C4-3864-D846-DB210BD77BC7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多路解调器</a:t>
                    </a:r>
                  </a:p>
                </p:txBody>
              </p:sp>
              <p:sp>
                <p:nvSpPr>
                  <p:cNvPr id="174" name="矩形 173">
                    <a:extLst>
                      <a:ext uri="{FF2B5EF4-FFF2-40B4-BE49-F238E27FC236}">
                        <a16:creationId xmlns:a16="http://schemas.microsoft.com/office/drawing/2014/main" id="{0B928A37-B113-E1CF-F210-39FC3470ADC9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75" name="矩形 174">
                    <a:extLst>
                      <a:ext uri="{FF2B5EF4-FFF2-40B4-BE49-F238E27FC236}">
                        <a16:creationId xmlns:a16="http://schemas.microsoft.com/office/drawing/2014/main" id="{03F5828E-7FDF-30A6-8790-A4AE68294A72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76" name="矩形 175">
                    <a:extLst>
                      <a:ext uri="{FF2B5EF4-FFF2-40B4-BE49-F238E27FC236}">
                        <a16:creationId xmlns:a16="http://schemas.microsoft.com/office/drawing/2014/main" id="{9E919491-4E76-8B1A-9D54-AC9CBC75A36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77" name="矩形 176">
                    <a:extLst>
                      <a:ext uri="{FF2B5EF4-FFF2-40B4-BE49-F238E27FC236}">
                        <a16:creationId xmlns:a16="http://schemas.microsoft.com/office/drawing/2014/main" id="{41AA319C-2BFB-CEB3-B0A5-FADEAEC17600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78" name="矩形 177">
                    <a:extLst>
                      <a:ext uri="{FF2B5EF4-FFF2-40B4-BE49-F238E27FC236}">
                        <a16:creationId xmlns:a16="http://schemas.microsoft.com/office/drawing/2014/main" id="{925CEEB4-7991-D845-D9E2-B1CB684F00CD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79" name="矩形 178">
                    <a:extLst>
                      <a:ext uri="{FF2B5EF4-FFF2-40B4-BE49-F238E27FC236}">
                        <a16:creationId xmlns:a16="http://schemas.microsoft.com/office/drawing/2014/main" id="{119357A7-C0DC-3F48-1390-1E21DC457056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80" name="矩形 179">
                    <a:extLst>
                      <a:ext uri="{FF2B5EF4-FFF2-40B4-BE49-F238E27FC236}">
                        <a16:creationId xmlns:a16="http://schemas.microsoft.com/office/drawing/2014/main" id="{0E8E7311-B3E7-A22C-3FC7-563F4865CE31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81" name="矩形 180">
                    <a:extLst>
                      <a:ext uri="{FF2B5EF4-FFF2-40B4-BE49-F238E27FC236}">
                        <a16:creationId xmlns:a16="http://schemas.microsoft.com/office/drawing/2014/main" id="{3F707E90-CF4A-61A0-46AB-BFBADE373C72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82" name="矩形 181">
                    <a:extLst>
                      <a:ext uri="{FF2B5EF4-FFF2-40B4-BE49-F238E27FC236}">
                        <a16:creationId xmlns:a16="http://schemas.microsoft.com/office/drawing/2014/main" id="{A596DEE6-6920-8B8B-4B50-DA53C0653E62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83" name="直接箭头连接符 182">
                    <a:extLst>
                      <a:ext uri="{FF2B5EF4-FFF2-40B4-BE49-F238E27FC236}">
                        <a16:creationId xmlns:a16="http://schemas.microsoft.com/office/drawing/2014/main" id="{E4689DDF-93EC-EEC4-4DB2-4687C0674043}"/>
                      </a:ext>
                    </a:extLst>
                  </p:cNvPr>
                  <p:cNvCxnSpPr>
                    <a:cxnSpLocks/>
                    <a:endCxn id="180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7DBE63D4-5CC7-3A96-FB6D-0202E8558C85}"/>
                    </a:ext>
                  </a:extLst>
                </p:cNvPr>
                <p:cNvGrpSpPr/>
                <p:nvPr/>
              </p:nvGrpSpPr>
              <p:grpSpPr>
                <a:xfrm>
                  <a:off x="11253600" y="6321600"/>
                  <a:ext cx="648000" cy="180000"/>
                  <a:chOff x="973171" y="2080173"/>
                  <a:chExt cx="974429" cy="658766"/>
                </a:xfrm>
              </p:grpSpPr>
              <p:sp>
                <p:nvSpPr>
                  <p:cNvPr id="162" name="矩形 161">
                    <a:extLst>
                      <a:ext uri="{FF2B5EF4-FFF2-40B4-BE49-F238E27FC236}">
                        <a16:creationId xmlns:a16="http://schemas.microsoft.com/office/drawing/2014/main" id="{F546FBC1-DC3D-9320-B059-206311CEEDEB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数据显示器</a:t>
                    </a:r>
                  </a:p>
                </p:txBody>
              </p:sp>
              <p:sp>
                <p:nvSpPr>
                  <p:cNvPr id="163" name="矩形 162">
                    <a:extLst>
                      <a:ext uri="{FF2B5EF4-FFF2-40B4-BE49-F238E27FC236}">
                        <a16:creationId xmlns:a16="http://schemas.microsoft.com/office/drawing/2014/main" id="{A4E171B7-EE99-8D60-7286-19000BCEBCFA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4" name="矩形 163">
                    <a:extLst>
                      <a:ext uri="{FF2B5EF4-FFF2-40B4-BE49-F238E27FC236}">
                        <a16:creationId xmlns:a16="http://schemas.microsoft.com/office/drawing/2014/main" id="{7DA6314E-89D3-83F9-2359-6C313AF75D8D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5" name="矩形 164">
                    <a:extLst>
                      <a:ext uri="{FF2B5EF4-FFF2-40B4-BE49-F238E27FC236}">
                        <a16:creationId xmlns:a16="http://schemas.microsoft.com/office/drawing/2014/main" id="{69647BEC-9629-CDA9-11A5-4A0147D19CA1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6" name="矩形 165">
                    <a:extLst>
                      <a:ext uri="{FF2B5EF4-FFF2-40B4-BE49-F238E27FC236}">
                        <a16:creationId xmlns:a16="http://schemas.microsoft.com/office/drawing/2014/main" id="{77A0DE4D-468B-4517-9FAD-E60E55DAF452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7" name="矩形 166">
                    <a:extLst>
                      <a:ext uri="{FF2B5EF4-FFF2-40B4-BE49-F238E27FC236}">
                        <a16:creationId xmlns:a16="http://schemas.microsoft.com/office/drawing/2014/main" id="{81BC76A6-7964-BE69-0E37-DA4EABBE382D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8" name="矩形 167">
                    <a:extLst>
                      <a:ext uri="{FF2B5EF4-FFF2-40B4-BE49-F238E27FC236}">
                        <a16:creationId xmlns:a16="http://schemas.microsoft.com/office/drawing/2014/main" id="{71C05A47-3572-C33B-93C2-8B1C568A4D70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9" name="矩形 168">
                    <a:extLst>
                      <a:ext uri="{FF2B5EF4-FFF2-40B4-BE49-F238E27FC236}">
                        <a16:creationId xmlns:a16="http://schemas.microsoft.com/office/drawing/2014/main" id="{AAC10F64-16C8-AC94-C73D-9E6E81354577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70" name="矩形 169">
                    <a:extLst>
                      <a:ext uri="{FF2B5EF4-FFF2-40B4-BE49-F238E27FC236}">
                        <a16:creationId xmlns:a16="http://schemas.microsoft.com/office/drawing/2014/main" id="{13B32615-D4D6-4EC5-3019-B19580165EBA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71" name="矩形 170">
                    <a:extLst>
                      <a:ext uri="{FF2B5EF4-FFF2-40B4-BE49-F238E27FC236}">
                        <a16:creationId xmlns:a16="http://schemas.microsoft.com/office/drawing/2014/main" id="{C5213917-5724-8C1B-130F-026CC7FC6E8E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72" name="直接箭头连接符 171">
                    <a:extLst>
                      <a:ext uri="{FF2B5EF4-FFF2-40B4-BE49-F238E27FC236}">
                        <a16:creationId xmlns:a16="http://schemas.microsoft.com/office/drawing/2014/main" id="{59A2C918-D283-0F0D-49FE-B328BD01AE3F}"/>
                      </a:ext>
                    </a:extLst>
                  </p:cNvPr>
                  <p:cNvCxnSpPr>
                    <a:cxnSpLocks/>
                    <a:endCxn id="169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04" name="矩形 103">
                  <a:extLst>
                    <a:ext uri="{FF2B5EF4-FFF2-40B4-BE49-F238E27FC236}">
                      <a16:creationId xmlns:a16="http://schemas.microsoft.com/office/drawing/2014/main" id="{FB8D35A5-5B9E-7D85-10D5-6501B0644D99}"/>
                    </a:ext>
                  </a:extLst>
                </p:cNvPr>
                <p:cNvSpPr/>
                <p:nvPr/>
              </p:nvSpPr>
              <p:spPr>
                <a:xfrm>
                  <a:off x="9106292" y="6071572"/>
                  <a:ext cx="1350891" cy="705263"/>
                </a:xfrm>
                <a:prstGeom prst="rect">
                  <a:avLst/>
                </a:prstGeom>
                <a:noFill/>
                <a:ln w="19050">
                  <a:solidFill>
                    <a:srgbClr val="FF0000"/>
                  </a:solidFill>
                  <a:prstDash val="dashDot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5" name="矩形 104">
                  <a:extLst>
                    <a:ext uri="{FF2B5EF4-FFF2-40B4-BE49-F238E27FC236}">
                      <a16:creationId xmlns:a16="http://schemas.microsoft.com/office/drawing/2014/main" id="{BE4EC01B-2CF2-9F85-1E97-1E7C00974CCA}"/>
                    </a:ext>
                  </a:extLst>
                </p:cNvPr>
                <p:cNvSpPr/>
                <p:nvPr/>
              </p:nvSpPr>
              <p:spPr>
                <a:xfrm>
                  <a:off x="8998426" y="6096875"/>
                  <a:ext cx="999751" cy="17731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00" b="1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故障类型说明</a:t>
                  </a:r>
                </a:p>
              </p:txBody>
            </p:sp>
            <p:sp>
              <p:nvSpPr>
                <p:cNvPr id="106" name="矩形 105">
                  <a:extLst>
                    <a:ext uri="{FF2B5EF4-FFF2-40B4-BE49-F238E27FC236}">
                      <a16:creationId xmlns:a16="http://schemas.microsoft.com/office/drawing/2014/main" id="{CCF40B02-0D4B-F7A7-8B4E-E2EFB084E39B}"/>
                    </a:ext>
                  </a:extLst>
                </p:cNvPr>
                <p:cNvSpPr/>
                <p:nvPr/>
              </p:nvSpPr>
              <p:spPr>
                <a:xfrm>
                  <a:off x="9169200" y="6299493"/>
                  <a:ext cx="599016" cy="177315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/>
                  <a:r>
                    <a:rPr lang="zh-CN" altLang="en-US" sz="9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太阳板</a:t>
                  </a:r>
                </a:p>
              </p:txBody>
            </p:sp>
            <p:sp>
              <p:nvSpPr>
                <p:cNvPr id="107" name="矩形 106">
                  <a:extLst>
                    <a:ext uri="{FF2B5EF4-FFF2-40B4-BE49-F238E27FC236}">
                      <a16:creationId xmlns:a16="http://schemas.microsoft.com/office/drawing/2014/main" id="{7C4A1087-53C4-BE49-45DD-0D1FC1783D98}"/>
                    </a:ext>
                  </a:extLst>
                </p:cNvPr>
                <p:cNvSpPr/>
                <p:nvPr/>
              </p:nvSpPr>
              <p:spPr>
                <a:xfrm>
                  <a:off x="9851830" y="6299493"/>
                  <a:ext cx="521739" cy="177315"/>
                </a:xfrm>
                <a:prstGeom prst="rect">
                  <a:avLst/>
                </a:prstGeom>
                <a:noFill/>
                <a:ln w="952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/>
                  <a:r>
                    <a:rPr lang="zh-CN" altLang="en-US" sz="9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缺损</a:t>
                  </a:r>
                </a:p>
              </p:txBody>
            </p:sp>
            <p:sp>
              <p:nvSpPr>
                <p:cNvPr id="108" name="矩形 107">
                  <a:extLst>
                    <a:ext uri="{FF2B5EF4-FFF2-40B4-BE49-F238E27FC236}">
                      <a16:creationId xmlns:a16="http://schemas.microsoft.com/office/drawing/2014/main" id="{1780D645-BD18-6552-7C95-EA0C45A573B8}"/>
                    </a:ext>
                  </a:extLst>
                </p:cNvPr>
                <p:cNvSpPr/>
                <p:nvPr/>
              </p:nvSpPr>
              <p:spPr>
                <a:xfrm>
                  <a:off x="9169200" y="6538164"/>
                  <a:ext cx="615823" cy="177315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/>
                  <a:r>
                    <a:rPr lang="zh-CN" altLang="en-US" sz="9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蓄电池组</a:t>
                  </a: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D71A5ACA-8746-1586-095D-B20146B69737}"/>
                    </a:ext>
                  </a:extLst>
                </p:cNvPr>
                <p:cNvSpPr/>
                <p:nvPr/>
              </p:nvSpPr>
              <p:spPr>
                <a:xfrm>
                  <a:off x="9842173" y="6523514"/>
                  <a:ext cx="521739" cy="177315"/>
                </a:xfrm>
                <a:prstGeom prst="rect">
                  <a:avLst/>
                </a:prstGeom>
                <a:noFill/>
                <a:ln w="952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36000" bIns="36000" rtlCol="0" anchor="ctr"/>
                <a:lstStyle/>
                <a:p>
                  <a:pPr algn="ctr"/>
                  <a:r>
                    <a:rPr lang="zh-CN" altLang="en-US" sz="9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降容</a:t>
                  </a:r>
                </a:p>
              </p:txBody>
            </p:sp>
            <p:cxnSp>
              <p:nvCxnSpPr>
                <p:cNvPr id="110" name="直接箭头连接符 109">
                  <a:extLst>
                    <a:ext uri="{FF2B5EF4-FFF2-40B4-BE49-F238E27FC236}">
                      <a16:creationId xmlns:a16="http://schemas.microsoft.com/office/drawing/2014/main" id="{EA8D5502-338C-FBC5-F547-8D08BBD7909F}"/>
                    </a:ext>
                  </a:extLst>
                </p:cNvPr>
                <p:cNvCxnSpPr>
                  <a:cxnSpLocks/>
                  <a:stCxn id="1253" idx="3"/>
                  <a:endCxn id="1224" idx="1"/>
                </p:cNvCxnSpPr>
                <p:nvPr/>
              </p:nvCxnSpPr>
              <p:spPr>
                <a:xfrm flipV="1">
                  <a:off x="3733897" y="625159"/>
                  <a:ext cx="167482" cy="8739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直接箭头连接符 110">
                  <a:extLst>
                    <a:ext uri="{FF2B5EF4-FFF2-40B4-BE49-F238E27FC236}">
                      <a16:creationId xmlns:a16="http://schemas.microsoft.com/office/drawing/2014/main" id="{14481B50-DB05-43A7-172B-DCBB8E5E981D}"/>
                    </a:ext>
                  </a:extLst>
                </p:cNvPr>
                <p:cNvCxnSpPr>
                  <a:cxnSpLocks/>
                  <a:stCxn id="755" idx="6"/>
                  <a:endCxn id="1195" idx="1"/>
                </p:cNvCxnSpPr>
                <p:nvPr/>
              </p:nvCxnSpPr>
              <p:spPr>
                <a:xfrm flipV="1">
                  <a:off x="4875490" y="532545"/>
                  <a:ext cx="164805" cy="1797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直接箭头连接符 111">
                  <a:extLst>
                    <a:ext uri="{FF2B5EF4-FFF2-40B4-BE49-F238E27FC236}">
                      <a16:creationId xmlns:a16="http://schemas.microsoft.com/office/drawing/2014/main" id="{D588EA18-C56D-E630-8210-9E1B626A7540}"/>
                    </a:ext>
                  </a:extLst>
                </p:cNvPr>
                <p:cNvCxnSpPr>
                  <a:cxnSpLocks/>
                  <a:stCxn id="1195" idx="3"/>
                  <a:endCxn id="1184" idx="1"/>
                </p:cNvCxnSpPr>
                <p:nvPr/>
              </p:nvCxnSpPr>
              <p:spPr>
                <a:xfrm>
                  <a:off x="5953919" y="532545"/>
                  <a:ext cx="191135" cy="0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直接箭头连接符 112">
                  <a:extLst>
                    <a:ext uri="{FF2B5EF4-FFF2-40B4-BE49-F238E27FC236}">
                      <a16:creationId xmlns:a16="http://schemas.microsoft.com/office/drawing/2014/main" id="{9FAE51D1-EAE2-7249-5EA5-C685CCCDA80E}"/>
                    </a:ext>
                  </a:extLst>
                </p:cNvPr>
                <p:cNvCxnSpPr>
                  <a:cxnSpLocks/>
                  <a:stCxn id="1184" idx="3"/>
                  <a:endCxn id="1173" idx="1"/>
                </p:cNvCxnSpPr>
                <p:nvPr/>
              </p:nvCxnSpPr>
              <p:spPr>
                <a:xfrm>
                  <a:off x="7058678" y="532545"/>
                  <a:ext cx="235586" cy="3191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直接箭头连接符 113">
                  <a:extLst>
                    <a:ext uri="{FF2B5EF4-FFF2-40B4-BE49-F238E27FC236}">
                      <a16:creationId xmlns:a16="http://schemas.microsoft.com/office/drawing/2014/main" id="{36998A89-BC53-E64D-0A97-45A98CAB0A1F}"/>
                    </a:ext>
                  </a:extLst>
                </p:cNvPr>
                <p:cNvCxnSpPr>
                  <a:cxnSpLocks/>
                  <a:stCxn id="1173" idx="3"/>
                  <a:endCxn id="1162" idx="1"/>
                </p:cNvCxnSpPr>
                <p:nvPr/>
              </p:nvCxnSpPr>
              <p:spPr>
                <a:xfrm flipV="1">
                  <a:off x="8207888" y="533743"/>
                  <a:ext cx="240506" cy="1993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直接箭头连接符 114">
                  <a:extLst>
                    <a:ext uri="{FF2B5EF4-FFF2-40B4-BE49-F238E27FC236}">
                      <a16:creationId xmlns:a16="http://schemas.microsoft.com/office/drawing/2014/main" id="{45A77202-DF74-F8FB-0BBB-E88AE6369913}"/>
                    </a:ext>
                  </a:extLst>
                </p:cNvPr>
                <p:cNvCxnSpPr>
                  <a:cxnSpLocks/>
                  <a:stCxn id="1162" idx="3"/>
                  <a:endCxn id="1394" idx="1"/>
                </p:cNvCxnSpPr>
                <p:nvPr/>
              </p:nvCxnSpPr>
              <p:spPr>
                <a:xfrm>
                  <a:off x="8951032" y="533743"/>
                  <a:ext cx="214171" cy="865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接箭头连接符 115">
                  <a:extLst>
                    <a:ext uri="{FF2B5EF4-FFF2-40B4-BE49-F238E27FC236}">
                      <a16:creationId xmlns:a16="http://schemas.microsoft.com/office/drawing/2014/main" id="{F318F985-0B6F-F5D4-5E76-2F530A0EEF01}"/>
                    </a:ext>
                  </a:extLst>
                </p:cNvPr>
                <p:cNvCxnSpPr>
                  <a:cxnSpLocks/>
                  <a:stCxn id="1394" idx="2"/>
                  <a:endCxn id="1083" idx="0"/>
                </p:cNvCxnSpPr>
                <p:nvPr/>
              </p:nvCxnSpPr>
              <p:spPr>
                <a:xfrm>
                  <a:off x="9466710" y="808856"/>
                  <a:ext cx="35" cy="512186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直接箭头连接符 1749">
                  <a:extLst>
                    <a:ext uri="{FF2B5EF4-FFF2-40B4-BE49-F238E27FC236}">
                      <a16:creationId xmlns:a16="http://schemas.microsoft.com/office/drawing/2014/main" id="{8782D34C-D15F-C4E0-9EAF-7C3B0B02CAF3}"/>
                    </a:ext>
                  </a:extLst>
                </p:cNvPr>
                <p:cNvCxnSpPr>
                  <a:cxnSpLocks/>
                  <a:stCxn id="1135" idx="1"/>
                  <a:endCxn id="7" idx="0"/>
                </p:cNvCxnSpPr>
                <p:nvPr/>
              </p:nvCxnSpPr>
              <p:spPr>
                <a:xfrm rot="10800000" flipV="1">
                  <a:off x="10273703" y="755306"/>
                  <a:ext cx="590162" cy="124112"/>
                </a:xfrm>
                <a:prstGeom prst="bentConnector2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直接箭头连接符 1749">
                  <a:extLst>
                    <a:ext uri="{FF2B5EF4-FFF2-40B4-BE49-F238E27FC236}">
                      <a16:creationId xmlns:a16="http://schemas.microsoft.com/office/drawing/2014/main" id="{4C707256-95BA-A36F-BC64-11C2AF644122}"/>
                    </a:ext>
                  </a:extLst>
                </p:cNvPr>
                <p:cNvCxnSpPr>
                  <a:cxnSpLocks/>
                  <a:stCxn id="1038" idx="1"/>
                  <a:endCxn id="1091" idx="2"/>
                </p:cNvCxnSpPr>
                <p:nvPr/>
              </p:nvCxnSpPr>
              <p:spPr>
                <a:xfrm rot="10800000">
                  <a:off x="10406789" y="1790118"/>
                  <a:ext cx="461237" cy="327426"/>
                </a:xfrm>
                <a:prstGeom prst="bentConnector2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直接箭头连接符 1756">
                  <a:extLst>
                    <a:ext uri="{FF2B5EF4-FFF2-40B4-BE49-F238E27FC236}">
                      <a16:creationId xmlns:a16="http://schemas.microsoft.com/office/drawing/2014/main" id="{93C408F6-D311-36AB-D7A6-17EAE018FECA}"/>
                    </a:ext>
                  </a:extLst>
                </p:cNvPr>
                <p:cNvCxnSpPr>
                  <a:cxnSpLocks/>
                  <a:stCxn id="1082" idx="2"/>
                  <a:endCxn id="977" idx="3"/>
                </p:cNvCxnSpPr>
                <p:nvPr/>
              </p:nvCxnSpPr>
              <p:spPr>
                <a:xfrm rot="5400000">
                  <a:off x="8957275" y="1711838"/>
                  <a:ext cx="821717" cy="948079"/>
                </a:xfrm>
                <a:prstGeom prst="bentConnector2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直接箭头连接符 1760">
                  <a:extLst>
                    <a:ext uri="{FF2B5EF4-FFF2-40B4-BE49-F238E27FC236}">
                      <a16:creationId xmlns:a16="http://schemas.microsoft.com/office/drawing/2014/main" id="{54F05207-BE1C-A18C-8589-848BED7D3D9D}"/>
                    </a:ext>
                  </a:extLst>
                </p:cNvPr>
                <p:cNvCxnSpPr>
                  <a:cxnSpLocks/>
                  <a:stCxn id="1082" idx="1"/>
                  <a:endCxn id="1071" idx="3"/>
                </p:cNvCxnSpPr>
                <p:nvPr/>
              </p:nvCxnSpPr>
              <p:spPr>
                <a:xfrm rot="10800000">
                  <a:off x="8863063" y="1543386"/>
                  <a:ext cx="223707" cy="929"/>
                </a:xfrm>
                <a:prstGeom prst="bentConnector3">
                  <a:avLst>
                    <a:gd name="adj1" fmla="val 50000"/>
                  </a:avLst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直接箭头连接符 1769">
                  <a:extLst>
                    <a:ext uri="{FF2B5EF4-FFF2-40B4-BE49-F238E27FC236}">
                      <a16:creationId xmlns:a16="http://schemas.microsoft.com/office/drawing/2014/main" id="{E530A462-B1E1-D47F-52F2-1816BEDD1D4E}"/>
                    </a:ext>
                  </a:extLst>
                </p:cNvPr>
                <p:cNvCxnSpPr>
                  <a:cxnSpLocks/>
                  <a:stCxn id="1082" idx="2"/>
                  <a:endCxn id="988" idx="3"/>
                </p:cNvCxnSpPr>
                <p:nvPr/>
              </p:nvCxnSpPr>
              <p:spPr>
                <a:xfrm rot="5400000">
                  <a:off x="9112633" y="1525448"/>
                  <a:ext cx="479969" cy="979110"/>
                </a:xfrm>
                <a:prstGeom prst="bentConnector2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直接箭头连接符 1772">
                  <a:extLst>
                    <a:ext uri="{FF2B5EF4-FFF2-40B4-BE49-F238E27FC236}">
                      <a16:creationId xmlns:a16="http://schemas.microsoft.com/office/drawing/2014/main" id="{1A384C8B-01C0-5BB9-558C-FA574B457B82}"/>
                    </a:ext>
                  </a:extLst>
                </p:cNvPr>
                <p:cNvCxnSpPr>
                  <a:cxnSpLocks/>
                  <a:stCxn id="1082" idx="2"/>
                  <a:endCxn id="1060" idx="3"/>
                </p:cNvCxnSpPr>
                <p:nvPr/>
              </p:nvCxnSpPr>
              <p:spPr>
                <a:xfrm rot="5400000">
                  <a:off x="9287474" y="1354977"/>
                  <a:ext cx="134657" cy="974741"/>
                </a:xfrm>
                <a:prstGeom prst="bentConnector2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3" name="直接箭头连接符 1780">
                  <a:extLst>
                    <a:ext uri="{FF2B5EF4-FFF2-40B4-BE49-F238E27FC236}">
                      <a16:creationId xmlns:a16="http://schemas.microsoft.com/office/drawing/2014/main" id="{60C68D9C-3241-2031-3951-1782E6115549}"/>
                    </a:ext>
                  </a:extLst>
                </p:cNvPr>
                <p:cNvCxnSpPr>
                  <a:cxnSpLocks/>
                  <a:stCxn id="977" idx="1"/>
                  <a:endCxn id="752" idx="4"/>
                </p:cNvCxnSpPr>
                <p:nvPr/>
              </p:nvCxnSpPr>
              <p:spPr>
                <a:xfrm rot="10800000">
                  <a:off x="2680525" y="687898"/>
                  <a:ext cx="5647616" cy="1908838"/>
                </a:xfrm>
                <a:prstGeom prst="bentConnector2">
                  <a:avLst/>
                </a:prstGeom>
                <a:ln w="12700" cmpd="dbl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直接箭头连接符 1780">
                  <a:extLst>
                    <a:ext uri="{FF2B5EF4-FFF2-40B4-BE49-F238E27FC236}">
                      <a16:creationId xmlns:a16="http://schemas.microsoft.com/office/drawing/2014/main" id="{E5DA4DF0-C988-A9DF-84FC-69F830C80448}"/>
                    </a:ext>
                  </a:extLst>
                </p:cNvPr>
                <p:cNvCxnSpPr>
                  <a:cxnSpLocks/>
                  <a:stCxn id="988" idx="1"/>
                  <a:endCxn id="752" idx="4"/>
                </p:cNvCxnSpPr>
                <p:nvPr/>
              </p:nvCxnSpPr>
              <p:spPr>
                <a:xfrm rot="10800000">
                  <a:off x="2680526" y="687898"/>
                  <a:ext cx="5679899" cy="1567090"/>
                </a:xfrm>
                <a:prstGeom prst="bentConnector2">
                  <a:avLst/>
                </a:prstGeom>
                <a:ln w="12700" cmpd="dbl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直接箭头连接符 1780">
                  <a:extLst>
                    <a:ext uri="{FF2B5EF4-FFF2-40B4-BE49-F238E27FC236}">
                      <a16:creationId xmlns:a16="http://schemas.microsoft.com/office/drawing/2014/main" id="{DAA6BFC4-BCA7-D4AC-0FE6-A2AF84A87C1E}"/>
                    </a:ext>
                  </a:extLst>
                </p:cNvPr>
                <p:cNvCxnSpPr>
                  <a:cxnSpLocks/>
                  <a:stCxn id="989" idx="1"/>
                  <a:endCxn id="752" idx="4"/>
                </p:cNvCxnSpPr>
                <p:nvPr/>
              </p:nvCxnSpPr>
              <p:spPr>
                <a:xfrm rot="10800000">
                  <a:off x="2680526" y="687898"/>
                  <a:ext cx="5679899" cy="1285454"/>
                </a:xfrm>
                <a:prstGeom prst="bentConnector2">
                  <a:avLst/>
                </a:prstGeom>
                <a:ln w="12700" cmpd="dbl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直接箭头连接符 1780">
                  <a:extLst>
                    <a:ext uri="{FF2B5EF4-FFF2-40B4-BE49-F238E27FC236}">
                      <a16:creationId xmlns:a16="http://schemas.microsoft.com/office/drawing/2014/main" id="{1B7DD3A2-6DA5-FEE1-5115-125C59C9DB23}"/>
                    </a:ext>
                  </a:extLst>
                </p:cNvPr>
                <p:cNvCxnSpPr>
                  <a:cxnSpLocks/>
                  <a:stCxn id="1061" idx="1"/>
                </p:cNvCxnSpPr>
                <p:nvPr/>
              </p:nvCxnSpPr>
              <p:spPr>
                <a:xfrm rot="10800000" flipV="1">
                  <a:off x="8207888" y="1541816"/>
                  <a:ext cx="156906" cy="431536"/>
                </a:xfrm>
                <a:prstGeom prst="bentConnector2">
                  <a:avLst/>
                </a:prstGeom>
                <a:ln w="12700" cmpd="dbl">
                  <a:tailEnd type="non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直接箭头连接符 126">
                  <a:extLst>
                    <a:ext uri="{FF2B5EF4-FFF2-40B4-BE49-F238E27FC236}">
                      <a16:creationId xmlns:a16="http://schemas.microsoft.com/office/drawing/2014/main" id="{CFAF5FC9-6601-EB2E-6926-3FADC66EF391}"/>
                    </a:ext>
                  </a:extLst>
                </p:cNvPr>
                <p:cNvCxnSpPr>
                  <a:cxnSpLocks/>
                  <a:stCxn id="1369" idx="0"/>
                  <a:endCxn id="411" idx="2"/>
                </p:cNvCxnSpPr>
                <p:nvPr/>
              </p:nvCxnSpPr>
              <p:spPr>
                <a:xfrm flipH="1" flipV="1">
                  <a:off x="9411927" y="5196543"/>
                  <a:ext cx="11202" cy="518457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直接箭头连接符 127">
                  <a:extLst>
                    <a:ext uri="{FF2B5EF4-FFF2-40B4-BE49-F238E27FC236}">
                      <a16:creationId xmlns:a16="http://schemas.microsoft.com/office/drawing/2014/main" id="{E498F362-B487-8574-CF81-BC5ABE9DB624}"/>
                    </a:ext>
                  </a:extLst>
                </p:cNvPr>
                <p:cNvCxnSpPr>
                  <a:cxnSpLocks/>
                  <a:stCxn id="1371" idx="0"/>
                  <a:endCxn id="415" idx="2"/>
                </p:cNvCxnSpPr>
                <p:nvPr/>
              </p:nvCxnSpPr>
              <p:spPr>
                <a:xfrm flipH="1" flipV="1">
                  <a:off x="10040197" y="5589582"/>
                  <a:ext cx="585" cy="125418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直接箭头连接符 128">
                  <a:extLst>
                    <a:ext uri="{FF2B5EF4-FFF2-40B4-BE49-F238E27FC236}">
                      <a16:creationId xmlns:a16="http://schemas.microsoft.com/office/drawing/2014/main" id="{6ECA01F1-3108-5BDD-3852-51A07896E163}"/>
                    </a:ext>
                  </a:extLst>
                </p:cNvPr>
                <p:cNvCxnSpPr>
                  <a:cxnSpLocks/>
                  <a:stCxn id="415" idx="0"/>
                </p:cNvCxnSpPr>
                <p:nvPr/>
              </p:nvCxnSpPr>
              <p:spPr>
                <a:xfrm flipV="1">
                  <a:off x="10040197" y="5188288"/>
                  <a:ext cx="0" cy="121542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直接箭头连接符 129">
                  <a:extLst>
                    <a:ext uri="{FF2B5EF4-FFF2-40B4-BE49-F238E27FC236}">
                      <a16:creationId xmlns:a16="http://schemas.microsoft.com/office/drawing/2014/main" id="{45373B12-AF5B-1ADE-2501-5D373EB86E65}"/>
                    </a:ext>
                  </a:extLst>
                </p:cNvPr>
                <p:cNvCxnSpPr>
                  <a:cxnSpLocks/>
                  <a:stCxn id="404" idx="0"/>
                  <a:endCxn id="401" idx="1"/>
                </p:cNvCxnSpPr>
                <p:nvPr/>
              </p:nvCxnSpPr>
              <p:spPr>
                <a:xfrm flipH="1" flipV="1">
                  <a:off x="9805579" y="4664925"/>
                  <a:ext cx="19733" cy="246771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直接箭头连接符 130">
                  <a:extLst>
                    <a:ext uri="{FF2B5EF4-FFF2-40B4-BE49-F238E27FC236}">
                      <a16:creationId xmlns:a16="http://schemas.microsoft.com/office/drawing/2014/main" id="{D12D1792-BC86-5746-BD5E-FD51836F7A4D}"/>
                    </a:ext>
                  </a:extLst>
                </p:cNvPr>
                <p:cNvCxnSpPr>
                  <a:cxnSpLocks/>
                  <a:stCxn id="395" idx="0"/>
                  <a:endCxn id="390" idx="2"/>
                </p:cNvCxnSpPr>
                <p:nvPr/>
              </p:nvCxnSpPr>
              <p:spPr>
                <a:xfrm flipV="1">
                  <a:off x="9959993" y="4296094"/>
                  <a:ext cx="1389" cy="129979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直接箭头连接符 131">
                  <a:extLst>
                    <a:ext uri="{FF2B5EF4-FFF2-40B4-BE49-F238E27FC236}">
                      <a16:creationId xmlns:a16="http://schemas.microsoft.com/office/drawing/2014/main" id="{389326BF-EE92-DD00-BE1D-C12EA129713C}"/>
                    </a:ext>
                  </a:extLst>
                </p:cNvPr>
                <p:cNvCxnSpPr>
                  <a:cxnSpLocks/>
                  <a:stCxn id="382" idx="3"/>
                  <a:endCxn id="371" idx="1"/>
                </p:cNvCxnSpPr>
                <p:nvPr/>
              </p:nvCxnSpPr>
              <p:spPr>
                <a:xfrm>
                  <a:off x="10422306" y="4150916"/>
                  <a:ext cx="480642" cy="6152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33" name="组合 132">
                  <a:extLst>
                    <a:ext uri="{FF2B5EF4-FFF2-40B4-BE49-F238E27FC236}">
                      <a16:creationId xmlns:a16="http://schemas.microsoft.com/office/drawing/2014/main" id="{F95F1563-04B1-3881-AC06-5685DD608A63}"/>
                    </a:ext>
                  </a:extLst>
                </p:cNvPr>
                <p:cNvGrpSpPr/>
                <p:nvPr/>
              </p:nvGrpSpPr>
              <p:grpSpPr>
                <a:xfrm>
                  <a:off x="9582307" y="3638867"/>
                  <a:ext cx="2481967" cy="241676"/>
                  <a:chOff x="-656313" y="1777538"/>
                  <a:chExt cx="2603913" cy="961401"/>
                </a:xfrm>
              </p:grpSpPr>
              <p:sp>
                <p:nvSpPr>
                  <p:cNvPr id="150" name="矩形 149">
                    <a:extLst>
                      <a:ext uri="{FF2B5EF4-FFF2-40B4-BE49-F238E27FC236}">
                        <a16:creationId xmlns:a16="http://schemas.microsoft.com/office/drawing/2014/main" id="{0644E766-5916-DAF3-A387-E4D8D06D22FA}"/>
                      </a:ext>
                    </a:extLst>
                  </p:cNvPr>
                  <p:cNvSpPr/>
                  <p:nvPr/>
                </p:nvSpPr>
                <p:spPr>
                  <a:xfrm>
                    <a:off x="973171" y="2080173"/>
                    <a:ext cx="972000" cy="648000"/>
                  </a:xfrm>
                  <a:prstGeom prst="rect">
                    <a:avLst/>
                  </a:prstGeom>
                  <a:noFill/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rgbClr val="C0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负载总功率</a:t>
                    </a:r>
                  </a:p>
                </p:txBody>
              </p:sp>
              <p:sp>
                <p:nvSpPr>
                  <p:cNvPr id="151" name="矩形 150">
                    <a:extLst>
                      <a:ext uri="{FF2B5EF4-FFF2-40B4-BE49-F238E27FC236}">
                        <a16:creationId xmlns:a16="http://schemas.microsoft.com/office/drawing/2014/main" id="{77F1E35D-6D5E-DDCA-98E8-423034921FAA}"/>
                      </a:ext>
                    </a:extLst>
                  </p:cNvPr>
                  <p:cNvSpPr/>
                  <p:nvPr/>
                </p:nvSpPr>
                <p:spPr>
                  <a:xfrm>
                    <a:off x="975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2" name="矩形 151">
                    <a:extLst>
                      <a:ext uri="{FF2B5EF4-FFF2-40B4-BE49-F238E27FC236}">
                        <a16:creationId xmlns:a16="http://schemas.microsoft.com/office/drawing/2014/main" id="{AA0663C1-32D1-CFFF-877F-C6B08F6A6FB5}"/>
                      </a:ext>
                    </a:extLst>
                  </p:cNvPr>
                  <p:cNvSpPr/>
                  <p:nvPr/>
                </p:nvSpPr>
                <p:spPr>
                  <a:xfrm>
                    <a:off x="1299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3" name="矩形 152">
                    <a:extLst>
                      <a:ext uri="{FF2B5EF4-FFF2-40B4-BE49-F238E27FC236}">
                        <a16:creationId xmlns:a16="http://schemas.microsoft.com/office/drawing/2014/main" id="{F7D52DCC-C2FF-7D78-5183-2F5E688F986D}"/>
                      </a:ext>
                    </a:extLst>
                  </p:cNvPr>
                  <p:cNvSpPr/>
                  <p:nvPr/>
                </p:nvSpPr>
                <p:spPr>
                  <a:xfrm>
                    <a:off x="1623600" y="2080173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4" name="矩形 153">
                    <a:extLst>
                      <a:ext uri="{FF2B5EF4-FFF2-40B4-BE49-F238E27FC236}">
                        <a16:creationId xmlns:a16="http://schemas.microsoft.com/office/drawing/2014/main" id="{594F9D74-657A-11EF-0A32-14F6CD404B8A}"/>
                      </a:ext>
                    </a:extLst>
                  </p:cNvPr>
                  <p:cNvSpPr/>
                  <p:nvPr/>
                </p:nvSpPr>
                <p:spPr>
                  <a:xfrm>
                    <a:off x="975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5" name="矩形 154">
                    <a:extLst>
                      <a:ext uri="{FF2B5EF4-FFF2-40B4-BE49-F238E27FC236}">
                        <a16:creationId xmlns:a16="http://schemas.microsoft.com/office/drawing/2014/main" id="{C97DE286-A309-768D-6759-23E2FC49D654}"/>
                      </a:ext>
                    </a:extLst>
                  </p:cNvPr>
                  <p:cNvSpPr/>
                  <p:nvPr/>
                </p:nvSpPr>
                <p:spPr>
                  <a:xfrm>
                    <a:off x="1299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6" name="矩形 155">
                    <a:extLst>
                      <a:ext uri="{FF2B5EF4-FFF2-40B4-BE49-F238E27FC236}">
                        <a16:creationId xmlns:a16="http://schemas.microsoft.com/office/drawing/2014/main" id="{AB2A7D67-9E3C-6005-68B8-A0482D423552}"/>
                      </a:ext>
                    </a:extLst>
                  </p:cNvPr>
                  <p:cNvSpPr/>
                  <p:nvPr/>
                </p:nvSpPr>
                <p:spPr>
                  <a:xfrm>
                    <a:off x="1623600" y="2305131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7" name="矩形 156">
                    <a:extLst>
                      <a:ext uri="{FF2B5EF4-FFF2-40B4-BE49-F238E27FC236}">
                        <a16:creationId xmlns:a16="http://schemas.microsoft.com/office/drawing/2014/main" id="{8373AC20-2F7B-897B-BE25-53D7A27D233A}"/>
                      </a:ext>
                    </a:extLst>
                  </p:cNvPr>
                  <p:cNvSpPr/>
                  <p:nvPr/>
                </p:nvSpPr>
                <p:spPr>
                  <a:xfrm>
                    <a:off x="975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8" name="矩形 157">
                    <a:extLst>
                      <a:ext uri="{FF2B5EF4-FFF2-40B4-BE49-F238E27FC236}">
                        <a16:creationId xmlns:a16="http://schemas.microsoft.com/office/drawing/2014/main" id="{AF4DE267-78B9-77A4-BF07-1D4450C7383C}"/>
                      </a:ext>
                    </a:extLst>
                  </p:cNvPr>
                  <p:cNvSpPr/>
                  <p:nvPr/>
                </p:nvSpPr>
                <p:spPr>
                  <a:xfrm>
                    <a:off x="1299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9" name="矩形 158">
                    <a:extLst>
                      <a:ext uri="{FF2B5EF4-FFF2-40B4-BE49-F238E27FC236}">
                        <a16:creationId xmlns:a16="http://schemas.microsoft.com/office/drawing/2014/main" id="{A2372056-9C94-4B88-35CA-D4C9A45399AB}"/>
                      </a:ext>
                    </a:extLst>
                  </p:cNvPr>
                  <p:cNvSpPr/>
                  <p:nvPr/>
                </p:nvSpPr>
                <p:spPr>
                  <a:xfrm>
                    <a:off x="1623600" y="2522939"/>
                    <a:ext cx="324000" cy="2160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60" name="直接箭头连接符 159">
                    <a:extLst>
                      <a:ext uri="{FF2B5EF4-FFF2-40B4-BE49-F238E27FC236}">
                        <a16:creationId xmlns:a16="http://schemas.microsoft.com/office/drawing/2014/main" id="{1BD92164-26E3-24A9-95AC-65313DAC33A0}"/>
                      </a:ext>
                    </a:extLst>
                  </p:cNvPr>
                  <p:cNvCxnSpPr>
                    <a:cxnSpLocks/>
                    <a:endCxn id="157" idx="2"/>
                  </p:cNvCxnSpPr>
                  <p:nvPr/>
                </p:nvCxnSpPr>
                <p:spPr>
                  <a:xfrm flipH="1">
                    <a:off x="1137600" y="2706602"/>
                    <a:ext cx="544690" cy="32337"/>
                  </a:xfrm>
                  <a:prstGeom prst="straightConnector1">
                    <a:avLst/>
                  </a:prstGeom>
                  <a:ln w="19050">
                    <a:noFill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1" name="矩形 160">
                    <a:extLst>
                      <a:ext uri="{FF2B5EF4-FFF2-40B4-BE49-F238E27FC236}">
                        <a16:creationId xmlns:a16="http://schemas.microsoft.com/office/drawing/2014/main" id="{493B5095-E27B-D77E-9D14-A61482045E82}"/>
                      </a:ext>
                    </a:extLst>
                  </p:cNvPr>
                  <p:cNvSpPr/>
                  <p:nvPr/>
                </p:nvSpPr>
                <p:spPr>
                  <a:xfrm>
                    <a:off x="-656313" y="1777538"/>
                    <a:ext cx="725366" cy="648001"/>
                  </a:xfrm>
                  <a:prstGeom prst="rect">
                    <a:avLst/>
                  </a:prstGeom>
                  <a:noFill/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000" b="1" dirty="0">
                        <a:solidFill>
                          <a:srgbClr val="C0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母线电压</a:t>
                    </a:r>
                  </a:p>
                </p:txBody>
              </p:sp>
            </p:grpSp>
            <p:cxnSp>
              <p:nvCxnSpPr>
                <p:cNvPr id="134" name="直接箭头连接符 133">
                  <a:extLst>
                    <a:ext uri="{FF2B5EF4-FFF2-40B4-BE49-F238E27FC236}">
                      <a16:creationId xmlns:a16="http://schemas.microsoft.com/office/drawing/2014/main" id="{94B2C361-D0D9-367D-4D33-3BEBC4C10340}"/>
                    </a:ext>
                  </a:extLst>
                </p:cNvPr>
                <p:cNvCxnSpPr>
                  <a:cxnSpLocks/>
                  <a:endCxn id="150" idx="2"/>
                </p:cNvCxnSpPr>
                <p:nvPr/>
              </p:nvCxnSpPr>
              <p:spPr>
                <a:xfrm flipV="1">
                  <a:off x="11598719" y="3877837"/>
                  <a:ext cx="0" cy="138721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直接箭头连接符 1832">
                  <a:extLst>
                    <a:ext uri="{FF2B5EF4-FFF2-40B4-BE49-F238E27FC236}">
                      <a16:creationId xmlns:a16="http://schemas.microsoft.com/office/drawing/2014/main" id="{959E3859-748A-38C8-AEFF-F20CE19E8F24}"/>
                    </a:ext>
                  </a:extLst>
                </p:cNvPr>
                <p:cNvCxnSpPr>
                  <a:cxnSpLocks/>
                  <a:stCxn id="405" idx="0"/>
                  <a:endCxn id="150" idx="1"/>
                </p:cNvCxnSpPr>
                <p:nvPr/>
              </p:nvCxnSpPr>
              <p:spPr>
                <a:xfrm rot="5400000" flipH="1" flipV="1">
                  <a:off x="9716050" y="3492267"/>
                  <a:ext cx="1115306" cy="1723552"/>
                </a:xfrm>
                <a:prstGeom prst="bentConnector2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直接箭头连接符 135">
                  <a:extLst>
                    <a:ext uri="{FF2B5EF4-FFF2-40B4-BE49-F238E27FC236}">
                      <a16:creationId xmlns:a16="http://schemas.microsoft.com/office/drawing/2014/main" id="{F33CFA91-001C-1F3D-3D53-CD06BD0F0F6B}"/>
                    </a:ext>
                  </a:extLst>
                </p:cNvPr>
                <p:cNvCxnSpPr>
                  <a:cxnSpLocks/>
                  <a:stCxn id="694" idx="3"/>
                  <a:endCxn id="636" idx="1"/>
                </p:cNvCxnSpPr>
                <p:nvPr/>
              </p:nvCxnSpPr>
              <p:spPr>
                <a:xfrm>
                  <a:off x="651582" y="4157787"/>
                  <a:ext cx="175471" cy="487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直接箭头连接符 138">
                  <a:extLst>
                    <a:ext uri="{FF2B5EF4-FFF2-40B4-BE49-F238E27FC236}">
                      <a16:creationId xmlns:a16="http://schemas.microsoft.com/office/drawing/2014/main" id="{7C34DE94-9F30-7DB2-E3EC-0ED7C34C676F}"/>
                    </a:ext>
                  </a:extLst>
                </p:cNvPr>
                <p:cNvCxnSpPr>
                  <a:cxnSpLocks/>
                  <a:stCxn id="636" idx="3"/>
                  <a:endCxn id="683" idx="1"/>
                </p:cNvCxnSpPr>
                <p:nvPr/>
              </p:nvCxnSpPr>
              <p:spPr>
                <a:xfrm>
                  <a:off x="1660944" y="4158274"/>
                  <a:ext cx="132833" cy="0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直接箭头连接符 139">
                  <a:extLst>
                    <a:ext uri="{FF2B5EF4-FFF2-40B4-BE49-F238E27FC236}">
                      <a16:creationId xmlns:a16="http://schemas.microsoft.com/office/drawing/2014/main" id="{695E7C1B-01CA-47BF-DA68-C3EF49A87FB8}"/>
                    </a:ext>
                  </a:extLst>
                </p:cNvPr>
                <p:cNvCxnSpPr>
                  <a:cxnSpLocks/>
                  <a:stCxn id="683" idx="3"/>
                </p:cNvCxnSpPr>
                <p:nvPr/>
              </p:nvCxnSpPr>
              <p:spPr>
                <a:xfrm>
                  <a:off x="2360128" y="4158274"/>
                  <a:ext cx="175903" cy="0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直接箭头连接符 140">
                  <a:extLst>
                    <a:ext uri="{FF2B5EF4-FFF2-40B4-BE49-F238E27FC236}">
                      <a16:creationId xmlns:a16="http://schemas.microsoft.com/office/drawing/2014/main" id="{ACF2FA3A-1C1C-A10A-3AB2-3BD8F01BE09C}"/>
                    </a:ext>
                  </a:extLst>
                </p:cNvPr>
                <p:cNvCxnSpPr>
                  <a:cxnSpLocks/>
                  <a:stCxn id="673" idx="1"/>
                  <a:endCxn id="625" idx="3"/>
                </p:cNvCxnSpPr>
                <p:nvPr/>
              </p:nvCxnSpPr>
              <p:spPr>
                <a:xfrm flipH="1">
                  <a:off x="2217873" y="4634848"/>
                  <a:ext cx="331592" cy="8641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直接箭头连接符 141">
                  <a:extLst>
                    <a:ext uri="{FF2B5EF4-FFF2-40B4-BE49-F238E27FC236}">
                      <a16:creationId xmlns:a16="http://schemas.microsoft.com/office/drawing/2014/main" id="{1A5C023E-2FDB-4C7E-58C1-0B34A57D4230}"/>
                    </a:ext>
                  </a:extLst>
                </p:cNvPr>
                <p:cNvCxnSpPr>
                  <a:cxnSpLocks/>
                  <a:stCxn id="625" idx="1"/>
                  <a:endCxn id="614" idx="3"/>
                </p:cNvCxnSpPr>
                <p:nvPr/>
              </p:nvCxnSpPr>
              <p:spPr>
                <a:xfrm flipH="1">
                  <a:off x="890447" y="4643489"/>
                  <a:ext cx="337758" cy="6096"/>
                </a:xfrm>
                <a:prstGeom prst="straightConnector1">
                  <a:avLst/>
                </a:prstGeom>
                <a:ln w="12700" cmpd="sng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3" name="任意多边形: 形状 142">
                  <a:extLst>
                    <a:ext uri="{FF2B5EF4-FFF2-40B4-BE49-F238E27FC236}">
                      <a16:creationId xmlns:a16="http://schemas.microsoft.com/office/drawing/2014/main" id="{C81F1357-B039-E990-9827-8592CD59897E}"/>
                    </a:ext>
                  </a:extLst>
                </p:cNvPr>
                <p:cNvSpPr/>
                <p:nvPr/>
              </p:nvSpPr>
              <p:spPr>
                <a:xfrm>
                  <a:off x="218944" y="4821746"/>
                  <a:ext cx="152531" cy="442913"/>
                </a:xfrm>
                <a:custGeom>
                  <a:avLst/>
                  <a:gdLst>
                    <a:gd name="connsiteX0" fmla="*/ 83377 w 152531"/>
                    <a:gd name="connsiteY0" fmla="*/ 0 h 442913"/>
                    <a:gd name="connsiteX1" fmla="*/ 7177 w 152531"/>
                    <a:gd name="connsiteY1" fmla="*/ 23813 h 442913"/>
                    <a:gd name="connsiteX2" fmla="*/ 78614 w 152531"/>
                    <a:gd name="connsiteY2" fmla="*/ 52388 h 442913"/>
                    <a:gd name="connsiteX3" fmla="*/ 150052 w 152531"/>
                    <a:gd name="connsiteY3" fmla="*/ 73819 h 442913"/>
                    <a:gd name="connsiteX4" fmla="*/ 78614 w 152531"/>
                    <a:gd name="connsiteY4" fmla="*/ 97631 h 442913"/>
                    <a:gd name="connsiteX5" fmla="*/ 33 w 152531"/>
                    <a:gd name="connsiteY5" fmla="*/ 121444 h 442913"/>
                    <a:gd name="connsiteX6" fmla="*/ 88139 w 152531"/>
                    <a:gd name="connsiteY6" fmla="*/ 152400 h 442913"/>
                    <a:gd name="connsiteX7" fmla="*/ 152433 w 152531"/>
                    <a:gd name="connsiteY7" fmla="*/ 173831 h 442913"/>
                    <a:gd name="connsiteX8" fmla="*/ 73852 w 152531"/>
                    <a:gd name="connsiteY8" fmla="*/ 204788 h 442913"/>
                    <a:gd name="connsiteX9" fmla="*/ 9558 w 152531"/>
                    <a:gd name="connsiteY9" fmla="*/ 230981 h 442913"/>
                    <a:gd name="connsiteX10" fmla="*/ 88139 w 152531"/>
                    <a:gd name="connsiteY10" fmla="*/ 254794 h 442913"/>
                    <a:gd name="connsiteX11" fmla="*/ 147671 w 152531"/>
                    <a:gd name="connsiteY11" fmla="*/ 276225 h 442913"/>
                    <a:gd name="connsiteX12" fmla="*/ 83377 w 152531"/>
                    <a:gd name="connsiteY12" fmla="*/ 307181 h 442913"/>
                    <a:gd name="connsiteX13" fmla="*/ 7177 w 152531"/>
                    <a:gd name="connsiteY13" fmla="*/ 340519 h 442913"/>
                    <a:gd name="connsiteX14" fmla="*/ 83377 w 152531"/>
                    <a:gd name="connsiteY14" fmla="*/ 364331 h 442913"/>
                    <a:gd name="connsiteX15" fmla="*/ 147671 w 152531"/>
                    <a:gd name="connsiteY15" fmla="*/ 383381 h 442913"/>
                    <a:gd name="connsiteX16" fmla="*/ 78614 w 152531"/>
                    <a:gd name="connsiteY16" fmla="*/ 416719 h 442913"/>
                    <a:gd name="connsiteX17" fmla="*/ 9558 w 152531"/>
                    <a:gd name="connsiteY17" fmla="*/ 442913 h 4429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52531" h="442913">
                      <a:moveTo>
                        <a:pt x="83377" y="0"/>
                      </a:moveTo>
                      <a:cubicBezTo>
                        <a:pt x="45674" y="7541"/>
                        <a:pt x="7971" y="15082"/>
                        <a:pt x="7177" y="23813"/>
                      </a:cubicBezTo>
                      <a:cubicBezTo>
                        <a:pt x="6383" y="32544"/>
                        <a:pt x="54802" y="44054"/>
                        <a:pt x="78614" y="52388"/>
                      </a:cubicBezTo>
                      <a:cubicBezTo>
                        <a:pt x="102426" y="60722"/>
                        <a:pt x="150052" y="66279"/>
                        <a:pt x="150052" y="73819"/>
                      </a:cubicBezTo>
                      <a:cubicBezTo>
                        <a:pt x="150052" y="81359"/>
                        <a:pt x="103617" y="89693"/>
                        <a:pt x="78614" y="97631"/>
                      </a:cubicBezTo>
                      <a:cubicBezTo>
                        <a:pt x="53611" y="105569"/>
                        <a:pt x="-1555" y="112316"/>
                        <a:pt x="33" y="121444"/>
                      </a:cubicBezTo>
                      <a:cubicBezTo>
                        <a:pt x="1620" y="130572"/>
                        <a:pt x="62739" y="143669"/>
                        <a:pt x="88139" y="152400"/>
                      </a:cubicBezTo>
                      <a:cubicBezTo>
                        <a:pt x="113539" y="161131"/>
                        <a:pt x="154814" y="165100"/>
                        <a:pt x="152433" y="173831"/>
                      </a:cubicBezTo>
                      <a:cubicBezTo>
                        <a:pt x="150052" y="182562"/>
                        <a:pt x="73852" y="204788"/>
                        <a:pt x="73852" y="204788"/>
                      </a:cubicBezTo>
                      <a:cubicBezTo>
                        <a:pt x="50039" y="214313"/>
                        <a:pt x="7177" y="222647"/>
                        <a:pt x="9558" y="230981"/>
                      </a:cubicBezTo>
                      <a:cubicBezTo>
                        <a:pt x="11939" y="239315"/>
                        <a:pt x="65120" y="247253"/>
                        <a:pt x="88139" y="254794"/>
                      </a:cubicBezTo>
                      <a:cubicBezTo>
                        <a:pt x="111158" y="262335"/>
                        <a:pt x="148465" y="267494"/>
                        <a:pt x="147671" y="276225"/>
                      </a:cubicBezTo>
                      <a:cubicBezTo>
                        <a:pt x="146877" y="284956"/>
                        <a:pt x="106793" y="296465"/>
                        <a:pt x="83377" y="307181"/>
                      </a:cubicBezTo>
                      <a:cubicBezTo>
                        <a:pt x="59961" y="317897"/>
                        <a:pt x="7177" y="330994"/>
                        <a:pt x="7177" y="340519"/>
                      </a:cubicBezTo>
                      <a:cubicBezTo>
                        <a:pt x="7177" y="350044"/>
                        <a:pt x="83377" y="364331"/>
                        <a:pt x="83377" y="364331"/>
                      </a:cubicBezTo>
                      <a:cubicBezTo>
                        <a:pt x="106793" y="371475"/>
                        <a:pt x="148465" y="374650"/>
                        <a:pt x="147671" y="383381"/>
                      </a:cubicBezTo>
                      <a:cubicBezTo>
                        <a:pt x="146877" y="392112"/>
                        <a:pt x="101633" y="406797"/>
                        <a:pt x="78614" y="416719"/>
                      </a:cubicBezTo>
                      <a:cubicBezTo>
                        <a:pt x="55595" y="426641"/>
                        <a:pt x="9558" y="442913"/>
                        <a:pt x="9558" y="442913"/>
                      </a:cubicBezTo>
                    </a:path>
                  </a:pathLst>
                </a:custGeom>
                <a:noFill/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44" name="直接连接符 143">
                  <a:extLst>
                    <a:ext uri="{FF2B5EF4-FFF2-40B4-BE49-F238E27FC236}">
                      <a16:creationId xmlns:a16="http://schemas.microsoft.com/office/drawing/2014/main" id="{654E3266-3828-8EEC-9A2A-D47651CFB8EE}"/>
                    </a:ext>
                  </a:extLst>
                </p:cNvPr>
                <p:cNvCxnSpPr/>
                <p:nvPr/>
              </p:nvCxnSpPr>
              <p:spPr>
                <a:xfrm>
                  <a:off x="227013" y="4781550"/>
                  <a:ext cx="0" cy="52828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直接连接符 144">
                  <a:extLst>
                    <a:ext uri="{FF2B5EF4-FFF2-40B4-BE49-F238E27FC236}">
                      <a16:creationId xmlns:a16="http://schemas.microsoft.com/office/drawing/2014/main" id="{CB254411-F262-5D5E-30BD-1FEB692D8149}"/>
                    </a:ext>
                  </a:extLst>
                </p:cNvPr>
                <p:cNvCxnSpPr/>
                <p:nvPr/>
              </p:nvCxnSpPr>
              <p:spPr>
                <a:xfrm>
                  <a:off x="367017" y="4774133"/>
                  <a:ext cx="0" cy="528280"/>
                </a:xfrm>
                <a:prstGeom prst="line">
                  <a:avLst/>
                </a:prstGeom>
                <a:ln w="127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6" name="任意多边形: 形状 145">
                  <a:extLst>
                    <a:ext uri="{FF2B5EF4-FFF2-40B4-BE49-F238E27FC236}">
                      <a16:creationId xmlns:a16="http://schemas.microsoft.com/office/drawing/2014/main" id="{F3F7C2F2-773B-33D2-0A4E-0EC8CB279E27}"/>
                    </a:ext>
                  </a:extLst>
                </p:cNvPr>
                <p:cNvSpPr/>
                <p:nvPr/>
              </p:nvSpPr>
              <p:spPr>
                <a:xfrm>
                  <a:off x="295275" y="4807744"/>
                  <a:ext cx="73819" cy="16669"/>
                </a:xfrm>
                <a:custGeom>
                  <a:avLst/>
                  <a:gdLst>
                    <a:gd name="connsiteX0" fmla="*/ 0 w 73819"/>
                    <a:gd name="connsiteY0" fmla="*/ 16669 h 16669"/>
                    <a:gd name="connsiteX1" fmla="*/ 73819 w 73819"/>
                    <a:gd name="connsiteY1" fmla="*/ 0 h 1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3819" h="16669">
                      <a:moveTo>
                        <a:pt x="0" y="16669"/>
                      </a:moveTo>
                      <a:cubicBezTo>
                        <a:pt x="28773" y="9128"/>
                        <a:pt x="57547" y="1587"/>
                        <a:pt x="73819" y="0"/>
                      </a:cubicBezTo>
                    </a:path>
                  </a:pathLst>
                </a:cu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47" name="直接箭头连接符 1780">
                  <a:extLst>
                    <a:ext uri="{FF2B5EF4-FFF2-40B4-BE49-F238E27FC236}">
                      <a16:creationId xmlns:a16="http://schemas.microsoft.com/office/drawing/2014/main" id="{C7114B67-0994-579E-EC29-9B9F76DE63EA}"/>
                    </a:ext>
                  </a:extLst>
                </p:cNvPr>
                <p:cNvCxnSpPr>
                  <a:cxnSpLocks/>
                  <a:stCxn id="5" idx="0"/>
                  <a:endCxn id="1253" idx="2"/>
                </p:cNvCxnSpPr>
                <p:nvPr/>
              </p:nvCxnSpPr>
              <p:spPr>
                <a:xfrm flipV="1">
                  <a:off x="3327155" y="742076"/>
                  <a:ext cx="0" cy="201642"/>
                </a:xfrm>
                <a:prstGeom prst="straightConnector1">
                  <a:avLst/>
                </a:prstGeom>
                <a:ln w="12700" cmpd="dbl">
                  <a:tailEnd type="triangle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直接箭头连接符 147">
                  <a:extLst>
                    <a:ext uri="{FF2B5EF4-FFF2-40B4-BE49-F238E27FC236}">
                      <a16:creationId xmlns:a16="http://schemas.microsoft.com/office/drawing/2014/main" id="{5CA80E8F-D769-0469-EA40-6A09513352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359733" y="3200400"/>
                  <a:ext cx="0" cy="1396800"/>
                </a:xfrm>
                <a:prstGeom prst="straightConnector1">
                  <a:avLst/>
                </a:prstGeom>
                <a:ln w="38100" cmpd="dbl">
                  <a:solidFill>
                    <a:srgbClr val="02AAFE"/>
                  </a:solidFill>
                  <a:tailEnd type="arrow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9" name="直接连接符 18">
                <a:extLst>
                  <a:ext uri="{FF2B5EF4-FFF2-40B4-BE49-F238E27FC236}">
                    <a16:creationId xmlns:a16="http://schemas.microsoft.com/office/drawing/2014/main" id="{827ADC40-3A1E-9722-24F0-FC1B6DF95D90}"/>
                  </a:ext>
                </a:extLst>
              </p:cNvPr>
              <p:cNvCxnSpPr>
                <a:cxnSpLocks/>
                <a:stCxn id="1275" idx="3"/>
                <a:endCxn id="1275" idx="1"/>
              </p:cNvCxnSpPr>
              <p:nvPr/>
            </p:nvCxnSpPr>
            <p:spPr>
              <a:xfrm flipH="1">
                <a:off x="5797484" y="5236439"/>
                <a:ext cx="3107034" cy="0"/>
              </a:xfrm>
              <a:prstGeom prst="line">
                <a:avLst/>
              </a:prstGeom>
              <a:ln>
                <a:prstDash val="sysDot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7EED8918-6616-F5E2-35AB-90FD460D10AB}"/>
                  </a:ext>
                </a:extLst>
              </p:cNvPr>
              <p:cNvSpPr/>
              <p:nvPr/>
            </p:nvSpPr>
            <p:spPr>
              <a:xfrm>
                <a:off x="6056203" y="4441332"/>
                <a:ext cx="987935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轨道偏差计算</a:t>
                </a: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00C70D11-AB8F-8964-9045-D22601747FC7}"/>
                  </a:ext>
                </a:extLst>
              </p:cNvPr>
              <p:cNvSpPr/>
              <p:nvPr/>
            </p:nvSpPr>
            <p:spPr>
              <a:xfrm>
                <a:off x="6145416" y="4849200"/>
                <a:ext cx="809508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0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PID</a:t>
                </a:r>
                <a:r>
                  <a:rPr lang="zh-CN" altLang="en-US" sz="10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控制器</a:t>
                </a:r>
              </a:p>
            </p:txBody>
          </p:sp>
          <p:cxnSp>
            <p:nvCxnSpPr>
              <p:cNvPr id="22" name="直接箭头连接符 21">
                <a:extLst>
                  <a:ext uri="{FF2B5EF4-FFF2-40B4-BE49-F238E27FC236}">
                    <a16:creationId xmlns:a16="http://schemas.microsoft.com/office/drawing/2014/main" id="{8ED7D1A1-0C07-85E9-1C73-0C37DE993AE4}"/>
                  </a:ext>
                </a:extLst>
              </p:cNvPr>
              <p:cNvCxnSpPr>
                <a:cxnSpLocks/>
                <a:stCxn id="20" idx="2"/>
                <a:endCxn id="21" idx="0"/>
              </p:cNvCxnSpPr>
              <p:nvPr/>
            </p:nvCxnSpPr>
            <p:spPr>
              <a:xfrm flipH="1">
                <a:off x="6550170" y="4693332"/>
                <a:ext cx="1" cy="155868"/>
              </a:xfrm>
              <a:prstGeom prst="straightConnector1">
                <a:avLst/>
              </a:prstGeom>
              <a:ln w="12700" cmpd="sng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99013B6D-A4C0-2010-CC8A-8732C422303B}"/>
                  </a:ext>
                </a:extLst>
              </p:cNvPr>
              <p:cNvSpPr/>
              <p:nvPr/>
            </p:nvSpPr>
            <p:spPr>
              <a:xfrm>
                <a:off x="7538106" y="4597200"/>
                <a:ext cx="987936" cy="252000"/>
              </a:xfrm>
              <a:prstGeom prst="rect">
                <a:avLst/>
              </a:prstGeom>
              <a:noFill/>
              <a:ln w="19050">
                <a:solidFill>
                  <a:srgbClr val="02AAFE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b="1" dirty="0">
                    <a:solidFill>
                      <a:srgbClr val="02AAFE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转移轨道规划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9E7FE628-7F01-C906-7E14-F2482FD5DC10}"/>
                  </a:ext>
                </a:extLst>
              </p:cNvPr>
              <p:cNvSpPr/>
              <p:nvPr/>
            </p:nvSpPr>
            <p:spPr>
              <a:xfrm>
                <a:off x="6796921" y="6125660"/>
                <a:ext cx="1108157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推进器推力分配</a:t>
                </a: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916A9868-6DCB-37FB-6FD3-29AA57487727}"/>
                  </a:ext>
                </a:extLst>
              </p:cNvPr>
              <p:cNvSpPr/>
              <p:nvPr/>
            </p:nvSpPr>
            <p:spPr>
              <a:xfrm>
                <a:off x="6675654" y="5727422"/>
                <a:ext cx="135069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推进器推力指令计算</a:t>
                </a:r>
              </a:p>
            </p:txBody>
          </p:sp>
          <p:cxnSp>
            <p:nvCxnSpPr>
              <p:cNvPr id="26" name="直接箭头连接符 1749">
                <a:extLst>
                  <a:ext uri="{FF2B5EF4-FFF2-40B4-BE49-F238E27FC236}">
                    <a16:creationId xmlns:a16="http://schemas.microsoft.com/office/drawing/2014/main" id="{94410ADB-0320-5193-A9CC-ED46BC09D3F6}"/>
                  </a:ext>
                </a:extLst>
              </p:cNvPr>
              <p:cNvCxnSpPr>
                <a:cxnSpLocks/>
                <a:stCxn id="671" idx="1"/>
                <a:endCxn id="669" idx="0"/>
              </p:cNvCxnSpPr>
              <p:nvPr/>
            </p:nvCxnSpPr>
            <p:spPr>
              <a:xfrm rot="10800000" flipV="1">
                <a:off x="6582048" y="4048812"/>
                <a:ext cx="300738" cy="155060"/>
              </a:xfrm>
              <a:prstGeom prst="bentConnector2">
                <a:avLst/>
              </a:prstGeom>
              <a:ln w="12700" cmpd="sng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1749">
                <a:extLst>
                  <a:ext uri="{FF2B5EF4-FFF2-40B4-BE49-F238E27FC236}">
                    <a16:creationId xmlns:a16="http://schemas.microsoft.com/office/drawing/2014/main" id="{9BBADEB8-300E-7081-3591-18C5ED49F1E6}"/>
                  </a:ext>
                </a:extLst>
              </p:cNvPr>
              <p:cNvCxnSpPr>
                <a:cxnSpLocks/>
                <a:stCxn id="671" idx="3"/>
                <a:endCxn id="670" idx="0"/>
              </p:cNvCxnSpPr>
              <p:nvPr/>
            </p:nvCxnSpPr>
            <p:spPr>
              <a:xfrm>
                <a:off x="7689390" y="4048812"/>
                <a:ext cx="252018" cy="153874"/>
              </a:xfrm>
              <a:prstGeom prst="bentConnector2">
                <a:avLst/>
              </a:prstGeom>
              <a:ln w="12700" cmpd="sng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9728E176-9115-5B0E-D51E-47E114992E91}"/>
                  </a:ext>
                </a:extLst>
              </p:cNvPr>
              <p:cNvSpPr txBox="1"/>
              <p:nvPr/>
            </p:nvSpPr>
            <p:spPr>
              <a:xfrm>
                <a:off x="8203543" y="5128717"/>
                <a:ext cx="185968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zh-CN" altLang="en-US" sz="1400" dirty="0">
                    <a:latin typeface="Times New Roman" panose="02020603050405020304" pitchFamily="18" charset="0"/>
                  </a:rPr>
                  <a:t>量</a:t>
                </a:r>
                <a:endParaRPr lang="en-US" altLang="zh-CN" sz="14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12BC57BB-BDB5-87E0-0778-8B345C90677C}"/>
                  </a:ext>
                </a:extLst>
              </p:cNvPr>
              <p:cNvSpPr txBox="1"/>
              <p:nvPr/>
            </p:nvSpPr>
            <p:spPr>
              <a:xfrm>
                <a:off x="7618298" y="5128717"/>
                <a:ext cx="185968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zh-CN" altLang="en-US" sz="1400" dirty="0">
                    <a:latin typeface="Times New Roman" panose="02020603050405020304" pitchFamily="18" charset="0"/>
                  </a:rPr>
                  <a:t>增</a:t>
                </a:r>
                <a:endParaRPr lang="en-US" altLang="zh-CN" sz="14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7DF2B2A1-51D2-C153-3535-7D9E19C8739E}"/>
                  </a:ext>
                </a:extLst>
              </p:cNvPr>
              <p:cNvSpPr txBox="1"/>
              <p:nvPr/>
            </p:nvSpPr>
            <p:spPr>
              <a:xfrm>
                <a:off x="7065506" y="5137756"/>
                <a:ext cx="185968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zh-CN" altLang="en-US" sz="1400" dirty="0">
                    <a:latin typeface="Times New Roman" panose="02020603050405020304" pitchFamily="18" charset="0"/>
                  </a:rPr>
                  <a:t>度</a:t>
                </a:r>
                <a:endParaRPr lang="en-US" altLang="zh-CN" sz="1400" dirty="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B0128017-48B9-488C-F1D6-4CD5AA418E03}"/>
                  </a:ext>
                </a:extLst>
              </p:cNvPr>
              <p:cNvSpPr txBox="1"/>
              <p:nvPr/>
            </p:nvSpPr>
            <p:spPr>
              <a:xfrm>
                <a:off x="6450052" y="5131248"/>
                <a:ext cx="185968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zh-CN" altLang="en-US" sz="1400" dirty="0">
                    <a:latin typeface="Times New Roman" panose="02020603050405020304" pitchFamily="18" charset="0"/>
                  </a:rPr>
                  <a:t>速</a:t>
                </a:r>
                <a:endParaRPr lang="en-US" altLang="zh-CN" sz="1400" dirty="0">
                  <a:latin typeface="Times New Roman" panose="02020603050405020304" pitchFamily="18" charset="0"/>
                </a:endParaRPr>
              </a:p>
            </p:txBody>
          </p:sp>
          <p:cxnSp>
            <p:nvCxnSpPr>
              <p:cNvPr id="32" name="直接箭头连接符 4190">
                <a:extLst>
                  <a:ext uri="{FF2B5EF4-FFF2-40B4-BE49-F238E27FC236}">
                    <a16:creationId xmlns:a16="http://schemas.microsoft.com/office/drawing/2014/main" id="{D8700BE3-40A4-8254-8A4B-2E873869DF85}"/>
                  </a:ext>
                </a:extLst>
              </p:cNvPr>
              <p:cNvCxnSpPr>
                <a:cxnSpLocks/>
                <a:stCxn id="21" idx="3"/>
              </p:cNvCxnSpPr>
              <p:nvPr/>
            </p:nvCxnSpPr>
            <p:spPr>
              <a:xfrm>
                <a:off x="6954924" y="4975200"/>
                <a:ext cx="407132" cy="261239"/>
              </a:xfrm>
              <a:prstGeom prst="bentConnector3">
                <a:avLst>
                  <a:gd name="adj1" fmla="val 100885"/>
                </a:avLst>
              </a:prstGeom>
              <a:ln w="12700" cmpd="sng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直接箭头连接符 4190">
                <a:extLst>
                  <a:ext uri="{FF2B5EF4-FFF2-40B4-BE49-F238E27FC236}">
                    <a16:creationId xmlns:a16="http://schemas.microsoft.com/office/drawing/2014/main" id="{3CE5623A-3394-E692-CC40-A5E676C99BF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rot="10800000" flipV="1">
                <a:off x="7368720" y="4723199"/>
                <a:ext cx="169386" cy="513239"/>
              </a:xfrm>
              <a:prstGeom prst="bentConnector2">
                <a:avLst/>
              </a:prstGeom>
              <a:ln w="12700" cmpd="sng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8AADF87E-A47E-733B-0A15-2C426EE72107}"/>
                  </a:ext>
                </a:extLst>
              </p:cNvPr>
              <p:cNvSpPr/>
              <p:nvPr/>
            </p:nvSpPr>
            <p:spPr>
              <a:xfrm>
                <a:off x="5800134" y="5748919"/>
                <a:ext cx="690563" cy="2220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zh-CN" altLang="en-US" sz="12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脉冲推力</a:t>
                </a: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B115F351-CA36-9017-7CC5-9DDB170B3020}"/>
                  </a:ext>
                </a:extLst>
              </p:cNvPr>
              <p:cNvSpPr/>
              <p:nvPr/>
            </p:nvSpPr>
            <p:spPr>
              <a:xfrm>
                <a:off x="6866455" y="6495215"/>
                <a:ext cx="963297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0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受限推力输出</a:t>
                </a:r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578882CC-2260-01F5-9212-CF2C2BE1496C}"/>
                  </a:ext>
                </a:extLst>
              </p:cNvPr>
              <p:cNvSpPr/>
              <p:nvPr/>
            </p:nvSpPr>
            <p:spPr>
              <a:xfrm>
                <a:off x="5891484" y="6495215"/>
                <a:ext cx="69056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zh-CN" altLang="en-US" sz="10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燃料消耗量</a:t>
                </a:r>
              </a:p>
            </p:txBody>
          </p:sp>
          <p:cxnSp>
            <p:nvCxnSpPr>
              <p:cNvPr id="37" name="直接箭头连接符 1749">
                <a:extLst>
                  <a:ext uri="{FF2B5EF4-FFF2-40B4-BE49-F238E27FC236}">
                    <a16:creationId xmlns:a16="http://schemas.microsoft.com/office/drawing/2014/main" id="{06EFD439-090D-D69A-767D-51617600221A}"/>
                  </a:ext>
                </a:extLst>
              </p:cNvPr>
              <p:cNvCxnSpPr>
                <a:cxnSpLocks/>
                <a:stCxn id="39" idx="1"/>
                <a:endCxn id="34" idx="0"/>
              </p:cNvCxnSpPr>
              <p:nvPr/>
            </p:nvCxnSpPr>
            <p:spPr>
              <a:xfrm rot="10800000" flipV="1">
                <a:off x="6145416" y="5481931"/>
                <a:ext cx="920090" cy="266988"/>
              </a:xfrm>
              <a:prstGeom prst="bentConnector2">
                <a:avLst/>
              </a:prstGeom>
              <a:ln w="12700" cmpd="sng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C8F22B13-4BF9-875D-40FC-A2FF494017F8}"/>
                  </a:ext>
                </a:extLst>
              </p:cNvPr>
              <p:cNvSpPr/>
              <p:nvPr/>
            </p:nvSpPr>
            <p:spPr>
              <a:xfrm>
                <a:off x="8203543" y="5748919"/>
                <a:ext cx="690563" cy="2220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zh-CN" altLang="en-US" sz="12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连续推力</a:t>
                </a:r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A019E872-F0A8-384D-92E7-DFFB736AFA7E}"/>
                  </a:ext>
                </a:extLst>
              </p:cNvPr>
              <p:cNvSpPr/>
              <p:nvPr/>
            </p:nvSpPr>
            <p:spPr>
              <a:xfrm>
                <a:off x="7065506" y="5370918"/>
                <a:ext cx="690563" cy="22202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zh-CN" altLang="en-US" sz="12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推力类型</a:t>
                </a:r>
              </a:p>
            </p:txBody>
          </p:sp>
          <p:cxnSp>
            <p:nvCxnSpPr>
              <p:cNvPr id="40" name="直接箭头连接符 1749">
                <a:extLst>
                  <a:ext uri="{FF2B5EF4-FFF2-40B4-BE49-F238E27FC236}">
                    <a16:creationId xmlns:a16="http://schemas.microsoft.com/office/drawing/2014/main" id="{0E1561E0-6FB3-CA8D-D4F4-5343ED413170}"/>
                  </a:ext>
                </a:extLst>
              </p:cNvPr>
              <p:cNvCxnSpPr>
                <a:cxnSpLocks/>
                <a:stCxn id="39" idx="3"/>
                <a:endCxn id="38" idx="0"/>
              </p:cNvCxnSpPr>
              <p:nvPr/>
            </p:nvCxnSpPr>
            <p:spPr>
              <a:xfrm>
                <a:off x="7756069" y="5481931"/>
                <a:ext cx="792756" cy="266988"/>
              </a:xfrm>
              <a:prstGeom prst="bentConnector2">
                <a:avLst/>
              </a:prstGeom>
              <a:ln w="12700" cmpd="sng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3225C4B2-ECAE-464A-50EE-64A6EA4385A0}"/>
                  </a:ext>
                </a:extLst>
              </p:cNvPr>
              <p:cNvCxnSpPr>
                <a:cxnSpLocks/>
                <a:stCxn id="34" idx="3"/>
                <a:endCxn id="25" idx="1"/>
              </p:cNvCxnSpPr>
              <p:nvPr/>
            </p:nvCxnSpPr>
            <p:spPr>
              <a:xfrm flipV="1">
                <a:off x="6490697" y="5853422"/>
                <a:ext cx="184957" cy="6510"/>
              </a:xfrm>
              <a:prstGeom prst="straightConnector1">
                <a:avLst/>
              </a:prstGeom>
              <a:ln w="12700" cmpd="sng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直接箭头连接符 41">
                <a:extLst>
                  <a:ext uri="{FF2B5EF4-FFF2-40B4-BE49-F238E27FC236}">
                    <a16:creationId xmlns:a16="http://schemas.microsoft.com/office/drawing/2014/main" id="{434830E4-1C40-A1CD-4B32-C4803CF05C6C}"/>
                  </a:ext>
                </a:extLst>
              </p:cNvPr>
              <p:cNvCxnSpPr>
                <a:cxnSpLocks/>
                <a:stCxn id="38" idx="1"/>
                <a:endCxn id="25" idx="3"/>
              </p:cNvCxnSpPr>
              <p:nvPr/>
            </p:nvCxnSpPr>
            <p:spPr>
              <a:xfrm flipH="1" flipV="1">
                <a:off x="8026347" y="5853422"/>
                <a:ext cx="177196" cy="6510"/>
              </a:xfrm>
              <a:prstGeom prst="straightConnector1">
                <a:avLst/>
              </a:prstGeom>
              <a:ln w="12700" cmpd="sng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01754457-8AC8-AB3B-AC2B-BE08046721E0}"/>
                  </a:ext>
                </a:extLst>
              </p:cNvPr>
              <p:cNvCxnSpPr>
                <a:cxnSpLocks/>
                <a:stCxn id="25" idx="2"/>
                <a:endCxn id="24" idx="0"/>
              </p:cNvCxnSpPr>
              <p:nvPr/>
            </p:nvCxnSpPr>
            <p:spPr>
              <a:xfrm flipH="1">
                <a:off x="7351000" y="5979422"/>
                <a:ext cx="1" cy="146238"/>
              </a:xfrm>
              <a:prstGeom prst="straightConnector1">
                <a:avLst/>
              </a:prstGeom>
              <a:ln w="12700" cmpd="sng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91EE65BE-797D-4250-A611-AB1AF69722FB}"/>
                  </a:ext>
                </a:extLst>
              </p:cNvPr>
              <p:cNvCxnSpPr>
                <a:cxnSpLocks/>
                <a:stCxn id="24" idx="2"/>
                <a:endCxn id="35" idx="0"/>
              </p:cNvCxnSpPr>
              <p:nvPr/>
            </p:nvCxnSpPr>
            <p:spPr>
              <a:xfrm flipH="1">
                <a:off x="7348104" y="6377660"/>
                <a:ext cx="2896" cy="117555"/>
              </a:xfrm>
              <a:prstGeom prst="straightConnector1">
                <a:avLst/>
              </a:prstGeom>
              <a:ln w="12700" cmpd="sng"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ED11A5B5-F772-9F92-60C8-B85D2D7D1E75}"/>
                  </a:ext>
                </a:extLst>
              </p:cNvPr>
              <p:cNvCxnSpPr>
                <a:cxnSpLocks/>
                <a:stCxn id="35" idx="1"/>
                <a:endCxn id="36" idx="3"/>
              </p:cNvCxnSpPr>
              <p:nvPr/>
            </p:nvCxnSpPr>
            <p:spPr>
              <a:xfrm flipH="1">
                <a:off x="6582047" y="6621215"/>
                <a:ext cx="284408" cy="0"/>
              </a:xfrm>
              <a:prstGeom prst="straightConnector1">
                <a:avLst/>
              </a:prstGeom>
              <a:ln w="12700" cmpd="sng">
                <a:prstDash val="dash"/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C8A3775-19F2-1A47-A21B-37F48B74FA62}"/>
                  </a:ext>
                </a:extLst>
              </p:cNvPr>
              <p:cNvSpPr/>
              <p:nvPr/>
            </p:nvSpPr>
            <p:spPr>
              <a:xfrm>
                <a:off x="5891483" y="6071357"/>
                <a:ext cx="69056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zh-CN" altLang="en-US" sz="10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燃料剩余量</a:t>
                </a:r>
              </a:p>
            </p:txBody>
          </p:sp>
          <p:cxnSp>
            <p:nvCxnSpPr>
              <p:cNvPr id="47" name="直接箭头连接符 46">
                <a:extLst>
                  <a:ext uri="{FF2B5EF4-FFF2-40B4-BE49-F238E27FC236}">
                    <a16:creationId xmlns:a16="http://schemas.microsoft.com/office/drawing/2014/main" id="{0F0FD5BC-BBF3-0E97-DBA4-C84C10767203}"/>
                  </a:ext>
                </a:extLst>
              </p:cNvPr>
              <p:cNvCxnSpPr>
                <a:cxnSpLocks/>
                <a:stCxn id="36" idx="0"/>
                <a:endCxn id="46" idx="2"/>
              </p:cNvCxnSpPr>
              <p:nvPr/>
            </p:nvCxnSpPr>
            <p:spPr>
              <a:xfrm flipH="1" flipV="1">
                <a:off x="6236765" y="6323357"/>
                <a:ext cx="1" cy="171858"/>
              </a:xfrm>
              <a:prstGeom prst="straightConnector1">
                <a:avLst/>
              </a:prstGeom>
              <a:ln w="12700" cmpd="sng">
                <a:prstDash val="dash"/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77EBB5AE-A294-8D1B-9F79-D18D06D5A5CA}"/>
                  </a:ext>
                </a:extLst>
              </p:cNvPr>
              <p:cNvSpPr/>
              <p:nvPr/>
            </p:nvSpPr>
            <p:spPr>
              <a:xfrm>
                <a:off x="7991807" y="6263658"/>
                <a:ext cx="789840" cy="20380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zh-CN" altLang="en-US" sz="1000" b="1" dirty="0">
                    <a:solidFill>
                      <a:srgbClr val="C0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负载功率计算</a:t>
                </a:r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55B4E242-B30F-41FA-1049-FA451E1BAB73}"/>
                  </a:ext>
                </a:extLst>
              </p:cNvPr>
              <p:cNvSpPr/>
              <p:nvPr/>
            </p:nvSpPr>
            <p:spPr>
              <a:xfrm>
                <a:off x="7943634" y="6409286"/>
                <a:ext cx="840796" cy="35543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zh-CN" altLang="en-US" sz="10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与推力输出正比</a:t>
                </a:r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AECB50B0-E23C-1ACB-1FBC-1CC8B29231B9}"/>
                  </a:ext>
                </a:extLst>
              </p:cNvPr>
              <p:cNvSpPr/>
              <p:nvPr/>
            </p:nvSpPr>
            <p:spPr>
              <a:xfrm>
                <a:off x="7945167" y="6261397"/>
                <a:ext cx="888687" cy="48634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  <a:prstDash val="dash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D34AD11-C7AE-E77F-8D34-B247B30CCCD9}"/>
                </a:ext>
              </a:extLst>
            </p:cNvPr>
            <p:cNvSpPr/>
            <p:nvPr/>
          </p:nvSpPr>
          <p:spPr>
            <a:xfrm>
              <a:off x="710821" y="657392"/>
              <a:ext cx="690563" cy="22202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目前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21253363-ABDD-D8B4-E568-FEB6AED99C38}"/>
                </a:ext>
              </a:extLst>
            </p:cNvPr>
            <p:cNvSpPr/>
            <p:nvPr/>
          </p:nvSpPr>
          <p:spPr>
            <a:xfrm>
              <a:off x="152414" y="1038172"/>
              <a:ext cx="2066907" cy="4572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zh-CN" alt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数据存储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：导出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csv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文件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A1665D96-4F51-DEC2-7DA9-28882785B638}"/>
                </a:ext>
              </a:extLst>
            </p:cNvPr>
            <p:cNvSpPr/>
            <p:nvPr/>
          </p:nvSpPr>
          <p:spPr>
            <a:xfrm>
              <a:off x="152413" y="1654179"/>
              <a:ext cx="2066907" cy="4572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zh-CN" alt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实时外传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：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TCP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通信</a:t>
              </a: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50FCA567-E531-CC3A-3E62-413E2C50403F}"/>
                </a:ext>
              </a:extLst>
            </p:cNvPr>
            <p:cNvCxnSpPr>
              <a:cxnSpLocks/>
              <a:stCxn id="1300" idx="1"/>
            </p:cNvCxnSpPr>
            <p:nvPr/>
          </p:nvCxnSpPr>
          <p:spPr>
            <a:xfrm flipV="1">
              <a:off x="4904964" y="3205113"/>
              <a:ext cx="0" cy="992933"/>
            </a:xfrm>
            <a:prstGeom prst="straightConnector1">
              <a:avLst/>
            </a:prstGeom>
            <a:ln w="38100" cmpd="dbl">
              <a:solidFill>
                <a:srgbClr val="02AAFE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C876315B-1433-CF2C-B35D-E65F4C3756E5}"/>
                </a:ext>
              </a:extLst>
            </p:cNvPr>
            <p:cNvSpPr/>
            <p:nvPr/>
          </p:nvSpPr>
          <p:spPr>
            <a:xfrm>
              <a:off x="3492021" y="4923190"/>
              <a:ext cx="2066907" cy="4572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zh-CN" alt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指令传入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：命令行参数</a:t>
              </a: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469135CF-6B6A-6F57-CC85-E19A28BD75A7}"/>
                </a:ext>
              </a:extLst>
            </p:cNvPr>
            <p:cNvSpPr/>
            <p:nvPr/>
          </p:nvSpPr>
          <p:spPr>
            <a:xfrm>
              <a:off x="3468107" y="5522805"/>
              <a:ext cx="2066907" cy="45725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zh-CN" alt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数据显示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：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Vizard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可视化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1DC72C1A-40D5-C0EB-635D-A0F2BC00AAC4}"/>
                </a:ext>
              </a:extLst>
            </p:cNvPr>
            <p:cNvSpPr/>
            <p:nvPr/>
          </p:nvSpPr>
          <p:spPr>
            <a:xfrm>
              <a:off x="10605600" y="6537600"/>
              <a:ext cx="646385" cy="17705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0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推进分系统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43438491-7260-05D3-0E7E-B2B5169EACF0}"/>
                </a:ext>
              </a:extLst>
            </p:cNvPr>
            <p:cNvSpPr/>
            <p:nvPr/>
          </p:nvSpPr>
          <p:spPr>
            <a:xfrm>
              <a:off x="4139821" y="4567332"/>
              <a:ext cx="690563" cy="22202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目前</a:t>
              </a:r>
            </a:p>
          </p:txBody>
        </p:sp>
        <p:sp>
          <p:nvSpPr>
            <p:cNvPr id="1406" name="矩形 1405">
              <a:extLst>
                <a:ext uri="{FF2B5EF4-FFF2-40B4-BE49-F238E27FC236}">
                  <a16:creationId xmlns:a16="http://schemas.microsoft.com/office/drawing/2014/main" id="{3EB89CF9-9D14-4FDB-858D-CB311EE42E1E}"/>
                </a:ext>
              </a:extLst>
            </p:cNvPr>
            <p:cNvSpPr/>
            <p:nvPr/>
          </p:nvSpPr>
          <p:spPr>
            <a:xfrm>
              <a:off x="1259837" y="4612186"/>
              <a:ext cx="690563" cy="22202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zh-CN" altLang="en-US" sz="12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目前</a:t>
              </a:r>
            </a:p>
          </p:txBody>
        </p:sp>
      </p:grpSp>
      <p:sp>
        <p:nvSpPr>
          <p:cNvPr id="1404" name="矩形 1403">
            <a:extLst>
              <a:ext uri="{FF2B5EF4-FFF2-40B4-BE49-F238E27FC236}">
                <a16:creationId xmlns:a16="http://schemas.microsoft.com/office/drawing/2014/main" id="{BD9D7C94-57C9-63E0-3D3D-1C3816895CD9}"/>
              </a:ext>
            </a:extLst>
          </p:cNvPr>
          <p:cNvSpPr/>
          <p:nvPr/>
        </p:nvSpPr>
        <p:spPr>
          <a:xfrm>
            <a:off x="58354" y="4021120"/>
            <a:ext cx="3093531" cy="2743605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07" name="矩形 1406">
            <a:extLst>
              <a:ext uri="{FF2B5EF4-FFF2-40B4-BE49-F238E27FC236}">
                <a16:creationId xmlns:a16="http://schemas.microsoft.com/office/drawing/2014/main" id="{964B5EF8-4530-FE9D-5E2D-7AAA31DD6BA3}"/>
              </a:ext>
            </a:extLst>
          </p:cNvPr>
          <p:cNvSpPr/>
          <p:nvPr/>
        </p:nvSpPr>
        <p:spPr>
          <a:xfrm>
            <a:off x="1092245" y="4789358"/>
            <a:ext cx="1003780" cy="3118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目前不考虑</a:t>
            </a:r>
          </a:p>
        </p:txBody>
      </p:sp>
      <p:cxnSp>
        <p:nvCxnSpPr>
          <p:cNvPr id="1408" name="直接箭头连接符 1407">
            <a:extLst>
              <a:ext uri="{FF2B5EF4-FFF2-40B4-BE49-F238E27FC236}">
                <a16:creationId xmlns:a16="http://schemas.microsoft.com/office/drawing/2014/main" id="{FF27A2D6-821A-94E3-F1E4-11DC50D797D1}"/>
              </a:ext>
            </a:extLst>
          </p:cNvPr>
          <p:cNvCxnSpPr>
            <a:cxnSpLocks/>
            <a:endCxn id="444" idx="2"/>
          </p:cNvCxnSpPr>
          <p:nvPr/>
        </p:nvCxnSpPr>
        <p:spPr>
          <a:xfrm flipV="1">
            <a:off x="380181" y="2875175"/>
            <a:ext cx="1" cy="553825"/>
          </a:xfrm>
          <a:prstGeom prst="straightConnector1">
            <a:avLst/>
          </a:prstGeom>
          <a:ln w="38100" cmpd="dbl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16" name="直接箭头连接符 2815">
            <a:extLst>
              <a:ext uri="{FF2B5EF4-FFF2-40B4-BE49-F238E27FC236}">
                <a16:creationId xmlns:a16="http://schemas.microsoft.com/office/drawing/2014/main" id="{3BC055D4-5E11-EF1C-B0B5-34E4244D1FCD}"/>
              </a:ext>
            </a:extLst>
          </p:cNvPr>
          <p:cNvCxnSpPr>
            <a:cxnSpLocks/>
            <a:stCxn id="1264" idx="0"/>
          </p:cNvCxnSpPr>
          <p:nvPr/>
        </p:nvCxnSpPr>
        <p:spPr>
          <a:xfrm flipH="1" flipV="1">
            <a:off x="6450052" y="3407019"/>
            <a:ext cx="184" cy="327765"/>
          </a:xfrm>
          <a:prstGeom prst="straightConnector1">
            <a:avLst/>
          </a:prstGeom>
          <a:ln w="38100" cmpd="dbl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20" name="直接箭头连接符 2819">
            <a:extLst>
              <a:ext uri="{FF2B5EF4-FFF2-40B4-BE49-F238E27FC236}">
                <a16:creationId xmlns:a16="http://schemas.microsoft.com/office/drawing/2014/main" id="{646C41AB-9B08-B12F-57EA-05EC37AC100F}"/>
              </a:ext>
            </a:extLst>
          </p:cNvPr>
          <p:cNvCxnSpPr>
            <a:cxnSpLocks/>
            <a:stCxn id="1357" idx="0"/>
          </p:cNvCxnSpPr>
          <p:nvPr/>
        </p:nvCxnSpPr>
        <p:spPr>
          <a:xfrm flipH="1" flipV="1">
            <a:off x="9250141" y="3407019"/>
            <a:ext cx="3572" cy="275001"/>
          </a:xfrm>
          <a:prstGeom prst="straightConnector1">
            <a:avLst/>
          </a:prstGeom>
          <a:ln w="38100" cmpd="dbl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24" name="直接箭头连接符 2823">
            <a:extLst>
              <a:ext uri="{FF2B5EF4-FFF2-40B4-BE49-F238E27FC236}">
                <a16:creationId xmlns:a16="http://schemas.microsoft.com/office/drawing/2014/main" id="{00F98C87-053E-66FF-9D5A-E9D53B59B08F}"/>
              </a:ext>
            </a:extLst>
          </p:cNvPr>
          <p:cNvCxnSpPr>
            <a:cxnSpLocks/>
            <a:stCxn id="1249" idx="0"/>
          </p:cNvCxnSpPr>
          <p:nvPr/>
        </p:nvCxnSpPr>
        <p:spPr>
          <a:xfrm>
            <a:off x="4020918" y="1951454"/>
            <a:ext cx="0" cy="1455565"/>
          </a:xfrm>
          <a:prstGeom prst="straightConnector1">
            <a:avLst/>
          </a:prstGeom>
          <a:ln w="38100" cmpd="dbl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64289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组合 88">
            <a:extLst>
              <a:ext uri="{FF2B5EF4-FFF2-40B4-BE49-F238E27FC236}">
                <a16:creationId xmlns:a16="http://schemas.microsoft.com/office/drawing/2014/main" id="{76683ED9-EFFD-748A-7ECF-D947539C7D8C}"/>
              </a:ext>
            </a:extLst>
          </p:cNvPr>
          <p:cNvGrpSpPr/>
          <p:nvPr/>
        </p:nvGrpSpPr>
        <p:grpSpPr>
          <a:xfrm>
            <a:off x="1998972" y="-910666"/>
            <a:ext cx="5794830" cy="8108181"/>
            <a:chOff x="1554472" y="-656666"/>
            <a:chExt cx="5794830" cy="8108181"/>
          </a:xfrm>
        </p:grpSpPr>
        <p:sp>
          <p:nvSpPr>
            <p:cNvPr id="76" name="弧形 75">
              <a:extLst>
                <a:ext uri="{FF2B5EF4-FFF2-40B4-BE49-F238E27FC236}">
                  <a16:creationId xmlns:a16="http://schemas.microsoft.com/office/drawing/2014/main" id="{96F45CFB-0140-93EE-BF17-83CBEF2CBAA6}"/>
                </a:ext>
              </a:extLst>
            </p:cNvPr>
            <p:cNvSpPr/>
            <p:nvPr/>
          </p:nvSpPr>
          <p:spPr>
            <a:xfrm rot="19455581">
              <a:off x="2096568" y="5332610"/>
              <a:ext cx="324279" cy="304846"/>
            </a:xfrm>
            <a:prstGeom prst="arc">
              <a:avLst>
                <a:gd name="adj1" fmla="val 16200000"/>
                <a:gd name="adj2" fmla="val 2092641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5A4B9B7A-4C49-7E6F-F7A7-A9A669DBF788}"/>
                </a:ext>
              </a:extLst>
            </p:cNvPr>
            <p:cNvSpPr/>
            <p:nvPr/>
          </p:nvSpPr>
          <p:spPr>
            <a:xfrm>
              <a:off x="2032284" y="5892907"/>
              <a:ext cx="1785937" cy="360000"/>
            </a:xfrm>
            <a:prstGeom prst="roundRect">
              <a:avLst/>
            </a:prstGeom>
            <a:solidFill>
              <a:srgbClr val="F8C8E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线性映射层</a:t>
              </a:r>
            </a:p>
          </p:txBody>
        </p:sp>
        <p:sp>
          <p:nvSpPr>
            <p:cNvPr id="6" name="流程图: 或者 5">
              <a:extLst>
                <a:ext uri="{FF2B5EF4-FFF2-40B4-BE49-F238E27FC236}">
                  <a16:creationId xmlns:a16="http://schemas.microsoft.com/office/drawing/2014/main" id="{1E838464-C417-29EA-E774-A2F2E8BC7846}"/>
                </a:ext>
              </a:extLst>
            </p:cNvPr>
            <p:cNvSpPr/>
            <p:nvPr/>
          </p:nvSpPr>
          <p:spPr>
            <a:xfrm>
              <a:off x="2745253" y="5279873"/>
              <a:ext cx="360000" cy="360000"/>
            </a:xfrm>
            <a:prstGeom prst="flowChartOr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流程图: 接点 60">
              <a:extLst>
                <a:ext uri="{FF2B5EF4-FFF2-40B4-BE49-F238E27FC236}">
                  <a16:creationId xmlns:a16="http://schemas.microsoft.com/office/drawing/2014/main" id="{F39A5DEE-C128-D8DC-057F-530328B42112}"/>
                </a:ext>
              </a:extLst>
            </p:cNvPr>
            <p:cNvSpPr/>
            <p:nvPr/>
          </p:nvSpPr>
          <p:spPr>
            <a:xfrm>
              <a:off x="1987974" y="5184369"/>
              <a:ext cx="540000" cy="582021"/>
            </a:xfrm>
            <a:prstGeom prst="flowChartConnector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D6E93CD0-2D1F-D19C-02BF-DE19FCA8B3D1}"/>
                </a:ext>
              </a:extLst>
            </p:cNvPr>
            <p:cNvSpPr/>
            <p:nvPr/>
          </p:nvSpPr>
          <p:spPr>
            <a:xfrm>
              <a:off x="2032284" y="4343631"/>
              <a:ext cx="1785937" cy="36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多头注意力层</a:t>
              </a: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85D69CDD-24AD-2106-C47A-487031FAA293}"/>
                </a:ext>
              </a:extLst>
            </p:cNvPr>
            <p:cNvSpPr/>
            <p:nvPr/>
          </p:nvSpPr>
          <p:spPr>
            <a:xfrm>
              <a:off x="1974744" y="3688184"/>
              <a:ext cx="1901016" cy="360000"/>
            </a:xfrm>
            <a:prstGeom prst="roundRect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相加和层归一化</a:t>
              </a: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2C58B905-F386-65CB-997E-46EF75A6F1E0}"/>
                </a:ext>
              </a:extLst>
            </p:cNvPr>
            <p:cNvSpPr/>
            <p:nvPr/>
          </p:nvSpPr>
          <p:spPr>
            <a:xfrm>
              <a:off x="1974744" y="2783917"/>
              <a:ext cx="1901016" cy="360000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前馈网络层</a:t>
              </a: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E73A6E9A-B7DF-A696-78D8-8D8D0CA09F09}"/>
                </a:ext>
              </a:extLst>
            </p:cNvPr>
            <p:cNvSpPr/>
            <p:nvPr/>
          </p:nvSpPr>
          <p:spPr>
            <a:xfrm>
              <a:off x="1974744" y="2315088"/>
              <a:ext cx="1901016" cy="321105"/>
            </a:xfrm>
            <a:prstGeom prst="roundRect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相加和层归一化</a:t>
              </a: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748C6413-CCC4-C44E-8593-75373A38D927}"/>
                </a:ext>
              </a:extLst>
            </p:cNvPr>
            <p:cNvSpPr/>
            <p:nvPr/>
          </p:nvSpPr>
          <p:spPr>
            <a:xfrm>
              <a:off x="5099334" y="5892907"/>
              <a:ext cx="1785937" cy="360000"/>
            </a:xfrm>
            <a:prstGeom prst="roundRect">
              <a:avLst/>
            </a:prstGeom>
            <a:solidFill>
              <a:srgbClr val="F8C8E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线性映射层</a:t>
              </a:r>
            </a:p>
          </p:txBody>
        </p:sp>
        <p:sp>
          <p:nvSpPr>
            <p:cNvPr id="13" name="流程图: 或者 12">
              <a:extLst>
                <a:ext uri="{FF2B5EF4-FFF2-40B4-BE49-F238E27FC236}">
                  <a16:creationId xmlns:a16="http://schemas.microsoft.com/office/drawing/2014/main" id="{281180E3-68D8-713D-2144-9ECA7037FA13}"/>
                </a:ext>
              </a:extLst>
            </p:cNvPr>
            <p:cNvSpPr/>
            <p:nvPr/>
          </p:nvSpPr>
          <p:spPr>
            <a:xfrm>
              <a:off x="5803847" y="5307994"/>
              <a:ext cx="360000" cy="360000"/>
            </a:xfrm>
            <a:prstGeom prst="flowChartOr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流程图: 接点 58">
              <a:extLst>
                <a:ext uri="{FF2B5EF4-FFF2-40B4-BE49-F238E27FC236}">
                  <a16:creationId xmlns:a16="http://schemas.microsoft.com/office/drawing/2014/main" id="{A1B1C2FC-560F-5A0D-46FE-ABDAF4D6656D}"/>
                </a:ext>
              </a:extLst>
            </p:cNvPr>
            <p:cNvSpPr/>
            <p:nvPr/>
          </p:nvSpPr>
          <p:spPr>
            <a:xfrm>
              <a:off x="6357077" y="5217994"/>
              <a:ext cx="540000" cy="540000"/>
            </a:xfrm>
            <a:prstGeom prst="flowChartConnector">
              <a:avLst/>
            </a:pr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F6D31EC6-796C-073C-6D56-F45E57DB5B32}"/>
                </a:ext>
              </a:extLst>
            </p:cNvPr>
            <p:cNvSpPr/>
            <p:nvPr/>
          </p:nvSpPr>
          <p:spPr>
            <a:xfrm>
              <a:off x="5108244" y="4198752"/>
              <a:ext cx="1785937" cy="62347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多头</a:t>
              </a:r>
              <a:endParaRPr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注意力层</a:t>
              </a: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25C5693E-0F3F-6599-9E55-086856ECACDB}"/>
                </a:ext>
              </a:extLst>
            </p:cNvPr>
            <p:cNvSpPr/>
            <p:nvPr/>
          </p:nvSpPr>
          <p:spPr>
            <a:xfrm>
              <a:off x="5041795" y="3691021"/>
              <a:ext cx="1901016" cy="360000"/>
            </a:xfrm>
            <a:prstGeom prst="roundRect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相加和层归一化</a:t>
              </a: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48042EA1-DBD3-F46F-32FE-6EF9A89FD958}"/>
                </a:ext>
              </a:extLst>
            </p:cNvPr>
            <p:cNvSpPr/>
            <p:nvPr/>
          </p:nvSpPr>
          <p:spPr>
            <a:xfrm>
              <a:off x="5011382" y="2782156"/>
              <a:ext cx="1901016" cy="36138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多头注意力层</a:t>
              </a: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80F95AD2-0388-6DB7-A82C-F5DACC5703D4}"/>
                </a:ext>
              </a:extLst>
            </p:cNvPr>
            <p:cNvSpPr/>
            <p:nvPr/>
          </p:nvSpPr>
          <p:spPr>
            <a:xfrm>
              <a:off x="5011382" y="2237393"/>
              <a:ext cx="1901016" cy="361387"/>
            </a:xfrm>
            <a:prstGeom prst="roundRect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相加和层归一化</a:t>
              </a: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B75A8E6E-E7BC-6289-9C2F-AAB210003A91}"/>
                </a:ext>
              </a:extLst>
            </p:cNvPr>
            <p:cNvSpPr/>
            <p:nvPr/>
          </p:nvSpPr>
          <p:spPr>
            <a:xfrm>
              <a:off x="5011381" y="1602101"/>
              <a:ext cx="1901016" cy="361387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前馈网络层</a:t>
              </a:r>
            </a:p>
          </p:txBody>
        </p:sp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38DA01B5-F941-D855-3FCF-D55033FC6FB2}"/>
                </a:ext>
              </a:extLst>
            </p:cNvPr>
            <p:cNvSpPr/>
            <p:nvPr/>
          </p:nvSpPr>
          <p:spPr>
            <a:xfrm>
              <a:off x="5011381" y="1158602"/>
              <a:ext cx="1901016" cy="321105"/>
            </a:xfrm>
            <a:prstGeom prst="roundRect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相加和层归一化</a:t>
              </a:r>
            </a:p>
          </p:txBody>
        </p:sp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1A873D09-19CC-A200-E838-A99F108D458A}"/>
                </a:ext>
              </a:extLst>
            </p:cNvPr>
            <p:cNvSpPr/>
            <p:nvPr/>
          </p:nvSpPr>
          <p:spPr>
            <a:xfrm>
              <a:off x="5011381" y="555785"/>
              <a:ext cx="1901016" cy="32110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全连接层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7791B4AA-5DCA-1DFB-1A0D-BD1C63B49011}"/>
                </a:ext>
              </a:extLst>
            </p:cNvPr>
            <p:cNvSpPr/>
            <p:nvPr/>
          </p:nvSpPr>
          <p:spPr>
            <a:xfrm>
              <a:off x="5011382" y="9788"/>
              <a:ext cx="1901016" cy="321105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归一化指数函数</a:t>
              </a:r>
            </a:p>
          </p:txBody>
        </p: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130B60FA-9C93-EB4E-D9EC-434ADB4CA610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 flipV="1">
              <a:off x="2925251" y="6252907"/>
              <a:ext cx="2" cy="348720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BE9D25F9-A17D-74C9-0526-B2DEB7903DFF}"/>
                </a:ext>
              </a:extLst>
            </p:cNvPr>
            <p:cNvCxnSpPr>
              <a:cxnSpLocks/>
              <a:endCxn id="61" idx="1"/>
            </p:cNvCxnSpPr>
            <p:nvPr/>
          </p:nvCxnSpPr>
          <p:spPr>
            <a:xfrm flipH="1" flipV="1">
              <a:off x="2067055" y="5269604"/>
              <a:ext cx="190919" cy="205775"/>
            </a:xfrm>
            <a:prstGeom prst="straightConnector1">
              <a:avLst/>
            </a:prstGeom>
            <a:ln w="25400">
              <a:tailEnd type="arrow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A22FBD4C-5924-6113-F016-5A8D247BF811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V="1">
              <a:off x="2525078" y="5459873"/>
              <a:ext cx="220175" cy="1113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A7A9B9F8-C560-7EBC-62C9-6D65BE1BCE07}"/>
                </a:ext>
              </a:extLst>
            </p:cNvPr>
            <p:cNvCxnSpPr>
              <a:cxnSpLocks/>
              <a:stCxn id="6" idx="0"/>
              <a:endCxn id="8" idx="2"/>
            </p:cNvCxnSpPr>
            <p:nvPr/>
          </p:nvCxnSpPr>
          <p:spPr>
            <a:xfrm flipV="1">
              <a:off x="2925253" y="4703631"/>
              <a:ext cx="0" cy="576242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左大括号 26">
              <a:extLst>
                <a:ext uri="{FF2B5EF4-FFF2-40B4-BE49-F238E27FC236}">
                  <a16:creationId xmlns:a16="http://schemas.microsoft.com/office/drawing/2014/main" id="{13863C43-C340-FB32-FE10-3172083C0B2B}"/>
                </a:ext>
              </a:extLst>
            </p:cNvPr>
            <p:cNvSpPr/>
            <p:nvPr/>
          </p:nvSpPr>
          <p:spPr>
            <a:xfrm rot="16200000">
              <a:off x="2784394" y="4263831"/>
              <a:ext cx="391004" cy="1295239"/>
            </a:xfrm>
            <a:prstGeom prst="leftBrace">
              <a:avLst>
                <a:gd name="adj1" fmla="val 8333"/>
                <a:gd name="adj2" fmla="val 45926"/>
              </a:avLst>
            </a:prstGeom>
            <a:ln w="28575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" name="直接箭头连接符 54">
              <a:extLst>
                <a:ext uri="{FF2B5EF4-FFF2-40B4-BE49-F238E27FC236}">
                  <a16:creationId xmlns:a16="http://schemas.microsoft.com/office/drawing/2014/main" id="{038B289A-DBFE-B704-02F1-4D7D45FEE951}"/>
                </a:ext>
              </a:extLst>
            </p:cNvPr>
            <p:cNvCxnSpPr>
              <a:cxnSpLocks/>
              <a:stCxn id="27" idx="1"/>
              <a:endCxn id="9" idx="1"/>
            </p:cNvCxnSpPr>
            <p:nvPr/>
          </p:nvCxnSpPr>
          <p:spPr>
            <a:xfrm rot="5400000" flipH="1">
              <a:off x="1831551" y="4011377"/>
              <a:ext cx="1238769" cy="952384"/>
            </a:xfrm>
            <a:prstGeom prst="bentConnector4">
              <a:avLst>
                <a:gd name="adj1" fmla="val -273"/>
                <a:gd name="adj2" fmla="val 124003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6349ABF5-F023-1BDA-789D-7F9BE1ECA26F}"/>
                </a:ext>
              </a:extLst>
            </p:cNvPr>
            <p:cNvCxnSpPr>
              <a:cxnSpLocks/>
              <a:stCxn id="9" idx="0"/>
              <a:endCxn id="10" idx="2"/>
            </p:cNvCxnSpPr>
            <p:nvPr/>
          </p:nvCxnSpPr>
          <p:spPr>
            <a:xfrm flipV="1">
              <a:off x="2925252" y="3143917"/>
              <a:ext cx="0" cy="544267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AFDBEE84-AACA-085E-4234-902DC8137865}"/>
                </a:ext>
              </a:extLst>
            </p:cNvPr>
            <p:cNvCxnSpPr>
              <a:cxnSpLocks/>
              <a:stCxn id="8" idx="0"/>
              <a:endCxn id="9" idx="2"/>
            </p:cNvCxnSpPr>
            <p:nvPr/>
          </p:nvCxnSpPr>
          <p:spPr>
            <a:xfrm flipH="1" flipV="1">
              <a:off x="2925252" y="4048184"/>
              <a:ext cx="1" cy="295447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箭头连接符 69">
              <a:extLst>
                <a:ext uri="{FF2B5EF4-FFF2-40B4-BE49-F238E27FC236}">
                  <a16:creationId xmlns:a16="http://schemas.microsoft.com/office/drawing/2014/main" id="{AAEA8DB4-A2FE-2FE5-01A5-F0C78CC958A5}"/>
                </a:ext>
              </a:extLst>
            </p:cNvPr>
            <p:cNvCxnSpPr>
              <a:cxnSpLocks/>
              <a:stCxn id="9" idx="0"/>
              <a:endCxn id="11" idx="1"/>
            </p:cNvCxnSpPr>
            <p:nvPr/>
          </p:nvCxnSpPr>
          <p:spPr>
            <a:xfrm rot="16200000" flipV="1">
              <a:off x="1843727" y="2606659"/>
              <a:ext cx="1212543" cy="950508"/>
            </a:xfrm>
            <a:prstGeom prst="bentConnector4">
              <a:avLst>
                <a:gd name="adj1" fmla="val 22431"/>
                <a:gd name="adj2" fmla="val 124050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1E98FCD6-5220-D5B8-DFC9-B24C0CC47225}"/>
                </a:ext>
              </a:extLst>
            </p:cNvPr>
            <p:cNvCxnSpPr>
              <a:cxnSpLocks/>
              <a:stCxn id="10" idx="0"/>
              <a:endCxn id="11" idx="2"/>
            </p:cNvCxnSpPr>
            <p:nvPr/>
          </p:nvCxnSpPr>
          <p:spPr>
            <a:xfrm flipV="1">
              <a:off x="2925252" y="2636193"/>
              <a:ext cx="0" cy="147724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F594176C-6012-6884-8621-35BE580B6473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H="1" flipV="1">
              <a:off x="5992303" y="6252907"/>
              <a:ext cx="8909" cy="402312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0B319249-0416-4486-37E8-0CD55681612C}"/>
                </a:ext>
              </a:extLst>
            </p:cNvPr>
            <p:cNvCxnSpPr>
              <a:cxnSpLocks/>
              <a:stCxn id="12" idx="0"/>
              <a:endCxn id="13" idx="4"/>
            </p:cNvCxnSpPr>
            <p:nvPr/>
          </p:nvCxnSpPr>
          <p:spPr>
            <a:xfrm flipH="1" flipV="1">
              <a:off x="5983847" y="5667994"/>
              <a:ext cx="8456" cy="224913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5EDE34C8-8C0C-36B1-D42F-ED305DBC42A2}"/>
                </a:ext>
              </a:extLst>
            </p:cNvPr>
            <p:cNvCxnSpPr>
              <a:cxnSpLocks/>
              <a:stCxn id="13" idx="6"/>
              <a:endCxn id="59" idx="2"/>
            </p:cNvCxnSpPr>
            <p:nvPr/>
          </p:nvCxnSpPr>
          <p:spPr>
            <a:xfrm>
              <a:off x="6163847" y="5487994"/>
              <a:ext cx="193230" cy="0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309E2385-DB41-30E7-6C42-057BBE36D656}"/>
                </a:ext>
              </a:extLst>
            </p:cNvPr>
            <p:cNvCxnSpPr>
              <a:cxnSpLocks/>
              <a:stCxn id="13" idx="0"/>
              <a:endCxn id="15" idx="2"/>
            </p:cNvCxnSpPr>
            <p:nvPr/>
          </p:nvCxnSpPr>
          <p:spPr>
            <a:xfrm flipV="1">
              <a:off x="5983847" y="4822222"/>
              <a:ext cx="17366" cy="485772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左大括号 36">
              <a:extLst>
                <a:ext uri="{FF2B5EF4-FFF2-40B4-BE49-F238E27FC236}">
                  <a16:creationId xmlns:a16="http://schemas.microsoft.com/office/drawing/2014/main" id="{38B78ECF-EB2D-6F13-1607-BC071DACFEF4}"/>
                </a:ext>
              </a:extLst>
            </p:cNvPr>
            <p:cNvSpPr/>
            <p:nvPr/>
          </p:nvSpPr>
          <p:spPr>
            <a:xfrm rot="16200000">
              <a:off x="5856805" y="4359175"/>
              <a:ext cx="391004" cy="1295239"/>
            </a:xfrm>
            <a:prstGeom prst="leftBrace">
              <a:avLst>
                <a:gd name="adj1" fmla="val 8333"/>
                <a:gd name="adj2" fmla="val 45926"/>
              </a:avLst>
            </a:prstGeom>
            <a:ln w="28575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" name="直接箭头连接符 103">
              <a:extLst>
                <a:ext uri="{FF2B5EF4-FFF2-40B4-BE49-F238E27FC236}">
                  <a16:creationId xmlns:a16="http://schemas.microsoft.com/office/drawing/2014/main" id="{B1E750EB-03FD-345D-743B-0A2BE9CC7B21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rot="5400000" flipH="1" flipV="1">
              <a:off x="5992241" y="3138243"/>
              <a:ext cx="552841" cy="552717"/>
            </a:xfrm>
            <a:prstGeom prst="bentConnector3">
              <a:avLst>
                <a:gd name="adj1" fmla="val 40811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接箭头连接符 103">
              <a:extLst>
                <a:ext uri="{FF2B5EF4-FFF2-40B4-BE49-F238E27FC236}">
                  <a16:creationId xmlns:a16="http://schemas.microsoft.com/office/drawing/2014/main" id="{1565AD1A-E9A1-48A9-EF39-DB96FAA629F4}"/>
                </a:ext>
              </a:extLst>
            </p:cNvPr>
            <p:cNvCxnSpPr>
              <a:cxnSpLocks/>
              <a:stCxn id="11" idx="0"/>
              <a:endCxn id="17" idx="2"/>
            </p:cNvCxnSpPr>
            <p:nvPr/>
          </p:nvCxnSpPr>
          <p:spPr>
            <a:xfrm rot="16200000" flipH="1">
              <a:off x="4029343" y="1210996"/>
              <a:ext cx="828455" cy="3036638"/>
            </a:xfrm>
            <a:prstGeom prst="bentConnector5">
              <a:avLst>
                <a:gd name="adj1" fmla="val -27594"/>
                <a:gd name="adj2" fmla="val 50000"/>
                <a:gd name="adj3" fmla="val 127594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EEFF4F96-EA1F-CE75-31C6-3524F25268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4687" y="3112437"/>
              <a:ext cx="0" cy="254923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996719EB-55AA-3EC8-2AEB-834360CD84AB}"/>
                </a:ext>
              </a:extLst>
            </p:cNvPr>
            <p:cNvCxnSpPr>
              <a:cxnSpLocks/>
              <a:stCxn id="17" idx="0"/>
              <a:endCxn id="18" idx="2"/>
            </p:cNvCxnSpPr>
            <p:nvPr/>
          </p:nvCxnSpPr>
          <p:spPr>
            <a:xfrm flipV="1">
              <a:off x="5961890" y="2598780"/>
              <a:ext cx="0" cy="183376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CE65749F-D1A0-88FB-F72F-6C97121AF90C}"/>
                </a:ext>
              </a:extLst>
            </p:cNvPr>
            <p:cNvCxnSpPr>
              <a:cxnSpLocks/>
              <a:stCxn id="18" idx="0"/>
              <a:endCxn id="19" idx="2"/>
            </p:cNvCxnSpPr>
            <p:nvPr/>
          </p:nvCxnSpPr>
          <p:spPr>
            <a:xfrm flipH="1" flipV="1">
              <a:off x="5961889" y="1963488"/>
              <a:ext cx="1" cy="273905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454501AD-F197-01B3-FCF3-BECD6FA46080}"/>
                </a:ext>
              </a:extLst>
            </p:cNvPr>
            <p:cNvCxnSpPr>
              <a:cxnSpLocks/>
              <a:stCxn id="19" idx="0"/>
              <a:endCxn id="20" idx="2"/>
            </p:cNvCxnSpPr>
            <p:nvPr/>
          </p:nvCxnSpPr>
          <p:spPr>
            <a:xfrm flipV="1">
              <a:off x="5961889" y="1479707"/>
              <a:ext cx="0" cy="122394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直接箭头连接符 103">
              <a:extLst>
                <a:ext uri="{FF2B5EF4-FFF2-40B4-BE49-F238E27FC236}">
                  <a16:creationId xmlns:a16="http://schemas.microsoft.com/office/drawing/2014/main" id="{8FE95683-8470-69D4-699B-01F02D3BB936}"/>
                </a:ext>
              </a:extLst>
            </p:cNvPr>
            <p:cNvCxnSpPr>
              <a:cxnSpLocks/>
              <a:stCxn id="18" idx="0"/>
              <a:endCxn id="20" idx="3"/>
            </p:cNvCxnSpPr>
            <p:nvPr/>
          </p:nvCxnSpPr>
          <p:spPr>
            <a:xfrm rot="5400000" flipH="1" flipV="1">
              <a:off x="5978024" y="1303021"/>
              <a:ext cx="918238" cy="950507"/>
            </a:xfrm>
            <a:prstGeom prst="bentConnector4">
              <a:avLst>
                <a:gd name="adj1" fmla="val 9908"/>
                <a:gd name="adj2" fmla="val 124050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FB96148-BE3D-414A-683C-3C7227444CB0}"/>
                </a:ext>
              </a:extLst>
            </p:cNvPr>
            <p:cNvCxnSpPr>
              <a:cxnSpLocks/>
              <a:stCxn id="20" idx="0"/>
              <a:endCxn id="21" idx="2"/>
            </p:cNvCxnSpPr>
            <p:nvPr/>
          </p:nvCxnSpPr>
          <p:spPr>
            <a:xfrm flipV="1">
              <a:off x="5961889" y="876890"/>
              <a:ext cx="0" cy="281712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1E42BEB1-A131-F0E2-B1B9-162C6F5F15B3}"/>
                </a:ext>
              </a:extLst>
            </p:cNvPr>
            <p:cNvCxnSpPr>
              <a:cxnSpLocks/>
              <a:stCxn id="22" idx="0"/>
            </p:cNvCxnSpPr>
            <p:nvPr/>
          </p:nvCxnSpPr>
          <p:spPr>
            <a:xfrm flipH="1" flipV="1">
              <a:off x="5961889" y="-394318"/>
              <a:ext cx="1" cy="404106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04683852-887F-EFC6-878D-FA8CFF27E80D}"/>
                </a:ext>
              </a:extLst>
            </p:cNvPr>
            <p:cNvSpPr txBox="1"/>
            <p:nvPr/>
          </p:nvSpPr>
          <p:spPr>
            <a:xfrm>
              <a:off x="2620063" y="6601627"/>
              <a:ext cx="7196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输入</a:t>
              </a: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8C75FC3A-CDB0-E28E-31B7-A261A86DD729}"/>
                </a:ext>
              </a:extLst>
            </p:cNvPr>
            <p:cNvSpPr txBox="1"/>
            <p:nvPr/>
          </p:nvSpPr>
          <p:spPr>
            <a:xfrm>
              <a:off x="2554318" y="7082183"/>
              <a:ext cx="10305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编码器</a:t>
              </a:r>
            </a:p>
          </p:txBody>
        </p: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D6D1C78F-5B34-2611-9548-6F8DF6E6EF86}"/>
                </a:ext>
              </a:extLst>
            </p:cNvPr>
            <p:cNvSpPr txBox="1"/>
            <p:nvPr/>
          </p:nvSpPr>
          <p:spPr>
            <a:xfrm>
              <a:off x="5537030" y="7082183"/>
              <a:ext cx="10305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解码器</a:t>
              </a: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AC0FB55-D0B2-AB8C-A66E-DD35D39BC655}"/>
                </a:ext>
              </a:extLst>
            </p:cNvPr>
            <p:cNvSpPr txBox="1"/>
            <p:nvPr/>
          </p:nvSpPr>
          <p:spPr>
            <a:xfrm>
              <a:off x="5641378" y="6638307"/>
              <a:ext cx="150822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输出（右移）</a:t>
              </a: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40F97C5B-B359-FC41-10C1-BB53471BE13B}"/>
                </a:ext>
              </a:extLst>
            </p:cNvPr>
            <p:cNvSpPr txBox="1"/>
            <p:nvPr/>
          </p:nvSpPr>
          <p:spPr>
            <a:xfrm>
              <a:off x="3062182" y="5307994"/>
              <a:ext cx="1427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编码嵌入层</a:t>
              </a: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D6EADA52-5979-0A23-1C34-00B90419805D}"/>
                </a:ext>
              </a:extLst>
            </p:cNvPr>
            <p:cNvSpPr txBox="1"/>
            <p:nvPr/>
          </p:nvSpPr>
          <p:spPr>
            <a:xfrm>
              <a:off x="4599717" y="5313366"/>
              <a:ext cx="1427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编码嵌入层</a:t>
              </a: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68D68919-FE33-6888-613A-D2E94E206FA4}"/>
                </a:ext>
              </a:extLst>
            </p:cNvPr>
            <p:cNvSpPr txBox="1"/>
            <p:nvPr/>
          </p:nvSpPr>
          <p:spPr>
            <a:xfrm>
              <a:off x="5174464" y="-656666"/>
              <a:ext cx="15748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输出分布概率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9BEBD8F6-C47A-DE75-A789-51034E80670F}"/>
                </a:ext>
              </a:extLst>
            </p:cNvPr>
            <p:cNvSpPr/>
            <p:nvPr/>
          </p:nvSpPr>
          <p:spPr>
            <a:xfrm>
              <a:off x="1554472" y="1902627"/>
              <a:ext cx="2807415" cy="5068328"/>
            </a:xfrm>
            <a:prstGeom prst="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CA4E2970-1097-4208-5A2B-8A3494154589}"/>
                </a:ext>
              </a:extLst>
            </p:cNvPr>
            <p:cNvSpPr/>
            <p:nvPr/>
          </p:nvSpPr>
          <p:spPr>
            <a:xfrm>
              <a:off x="4541887" y="1037259"/>
              <a:ext cx="2807415" cy="5933695"/>
            </a:xfrm>
            <a:prstGeom prst="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0833E791-055B-CF9A-8642-FDE1561016FB}"/>
                </a:ext>
              </a:extLst>
            </p:cNvPr>
            <p:cNvCxnSpPr>
              <a:cxnSpLocks/>
              <a:stCxn id="15" idx="0"/>
              <a:endCxn id="16" idx="2"/>
            </p:cNvCxnSpPr>
            <p:nvPr/>
          </p:nvCxnSpPr>
          <p:spPr>
            <a:xfrm flipH="1" flipV="1">
              <a:off x="5992303" y="4051021"/>
              <a:ext cx="8910" cy="147731"/>
            </a:xfrm>
            <a:prstGeom prst="straightConnector1">
              <a:avLst/>
            </a:prstGeom>
            <a:ln w="25400">
              <a:tailEnd type="non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接箭头连接符 103">
              <a:extLst>
                <a:ext uri="{FF2B5EF4-FFF2-40B4-BE49-F238E27FC236}">
                  <a16:creationId xmlns:a16="http://schemas.microsoft.com/office/drawing/2014/main" id="{29DDB454-67A8-9B65-D4D8-FE959569872A}"/>
                </a:ext>
              </a:extLst>
            </p:cNvPr>
            <p:cNvCxnSpPr>
              <a:cxnSpLocks/>
              <a:stCxn id="16" idx="0"/>
              <a:endCxn id="18" idx="3"/>
            </p:cNvCxnSpPr>
            <p:nvPr/>
          </p:nvCxnSpPr>
          <p:spPr>
            <a:xfrm rot="5400000" flipH="1" flipV="1">
              <a:off x="5815883" y="2594507"/>
              <a:ext cx="1272934" cy="920095"/>
            </a:xfrm>
            <a:prstGeom prst="bentConnector4">
              <a:avLst>
                <a:gd name="adj1" fmla="val 8875"/>
                <a:gd name="adj2" fmla="val 124845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箭头连接符 103">
              <a:extLst>
                <a:ext uri="{FF2B5EF4-FFF2-40B4-BE49-F238E27FC236}">
                  <a16:creationId xmlns:a16="http://schemas.microsoft.com/office/drawing/2014/main" id="{DD28B98B-8E7B-C693-64AF-97691901B8D0}"/>
                </a:ext>
              </a:extLst>
            </p:cNvPr>
            <p:cNvCxnSpPr>
              <a:cxnSpLocks/>
              <a:stCxn id="13" idx="0"/>
              <a:endCxn id="16" idx="3"/>
            </p:cNvCxnSpPr>
            <p:nvPr/>
          </p:nvCxnSpPr>
          <p:spPr>
            <a:xfrm rot="5400000" flipH="1" flipV="1">
              <a:off x="5744843" y="4110026"/>
              <a:ext cx="1436973" cy="958964"/>
            </a:xfrm>
            <a:prstGeom prst="bentConnector4">
              <a:avLst>
                <a:gd name="adj1" fmla="val 11585"/>
                <a:gd name="adj2" fmla="val 123838"/>
              </a:avLst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72CAE84E-C281-315E-6F00-F0F80AB7FB5E}"/>
                </a:ext>
              </a:extLst>
            </p:cNvPr>
            <p:cNvCxnSpPr>
              <a:cxnSpLocks/>
              <a:stCxn id="21" idx="0"/>
              <a:endCxn id="22" idx="2"/>
            </p:cNvCxnSpPr>
            <p:nvPr/>
          </p:nvCxnSpPr>
          <p:spPr>
            <a:xfrm flipV="1">
              <a:off x="5961889" y="330893"/>
              <a:ext cx="1" cy="224892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93C41082-A216-3A59-D7BF-539D61D1C7A9}"/>
                </a:ext>
              </a:extLst>
            </p:cNvPr>
            <p:cNvCxnSpPr>
              <a:cxnSpLocks/>
              <a:endCxn id="61" idx="7"/>
            </p:cNvCxnSpPr>
            <p:nvPr/>
          </p:nvCxnSpPr>
          <p:spPr>
            <a:xfrm flipV="1">
              <a:off x="2257974" y="5269604"/>
              <a:ext cx="190919" cy="218390"/>
            </a:xfrm>
            <a:prstGeom prst="straightConnector1">
              <a:avLst/>
            </a:prstGeom>
            <a:ln w="25400">
              <a:tailEnd type="arrow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A5A6BA53-D60F-75C5-8311-1F6C499E5642}"/>
                </a:ext>
              </a:extLst>
            </p:cNvPr>
            <p:cNvCxnSpPr>
              <a:cxnSpLocks/>
            </p:cNvCxnSpPr>
            <p:nvPr/>
          </p:nvCxnSpPr>
          <p:spPr>
            <a:xfrm rot="8520000">
              <a:off x="2241166" y="5326116"/>
              <a:ext cx="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093C7F9D-C1B0-A0A2-2AA6-D078C8BE88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22068" y="5324296"/>
              <a:ext cx="190919" cy="205775"/>
            </a:xfrm>
            <a:prstGeom prst="straightConnector1">
              <a:avLst/>
            </a:prstGeom>
            <a:ln w="25400">
              <a:tailEnd type="arrow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0B22B4A4-F777-8621-A8A9-5F3675B444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2987" y="5324296"/>
              <a:ext cx="190919" cy="218390"/>
            </a:xfrm>
            <a:prstGeom prst="straightConnector1">
              <a:avLst/>
            </a:prstGeom>
            <a:ln w="25400">
              <a:tailEnd type="arrow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3" name="弧形 82">
              <a:extLst>
                <a:ext uri="{FF2B5EF4-FFF2-40B4-BE49-F238E27FC236}">
                  <a16:creationId xmlns:a16="http://schemas.microsoft.com/office/drawing/2014/main" id="{BDFB9DF8-3421-770F-2B31-47199A62C9C3}"/>
                </a:ext>
              </a:extLst>
            </p:cNvPr>
            <p:cNvSpPr/>
            <p:nvPr/>
          </p:nvSpPr>
          <p:spPr>
            <a:xfrm rot="19455581">
              <a:off x="6451581" y="5387302"/>
              <a:ext cx="324279" cy="304846"/>
            </a:xfrm>
            <a:prstGeom prst="arc">
              <a:avLst>
                <a:gd name="adj1" fmla="val 16200000"/>
                <a:gd name="adj2" fmla="val 20618476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5FD8740C-94A4-AE7A-DF63-F8CFCE3D9D64}"/>
                </a:ext>
              </a:extLst>
            </p:cNvPr>
            <p:cNvCxnSpPr>
              <a:cxnSpLocks/>
            </p:cNvCxnSpPr>
            <p:nvPr/>
          </p:nvCxnSpPr>
          <p:spPr>
            <a:xfrm rot="7980000">
              <a:off x="6565900" y="5391150"/>
              <a:ext cx="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65F7D564-4C18-B3BF-D429-199896C8CDA3}"/>
                </a:ext>
              </a:extLst>
            </p:cNvPr>
            <p:cNvCxnSpPr>
              <a:cxnSpLocks/>
              <a:stCxn id="5" idx="0"/>
              <a:endCxn id="6" idx="4"/>
            </p:cNvCxnSpPr>
            <p:nvPr/>
          </p:nvCxnSpPr>
          <p:spPr>
            <a:xfrm flipV="1">
              <a:off x="2925253" y="5639873"/>
              <a:ext cx="0" cy="253034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814673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48773-C074-11A1-26A5-37237CA98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: 圆角 4">
            <a:extLst>
              <a:ext uri="{FF2B5EF4-FFF2-40B4-BE49-F238E27FC236}">
                <a16:creationId xmlns:a16="http://schemas.microsoft.com/office/drawing/2014/main" id="{0A2B56F1-24CA-7B5F-C268-A1C0F819BFB3}"/>
              </a:ext>
            </a:extLst>
          </p:cNvPr>
          <p:cNvSpPr/>
          <p:nvPr/>
        </p:nvSpPr>
        <p:spPr>
          <a:xfrm>
            <a:off x="2346155" y="5784050"/>
            <a:ext cx="1785937" cy="327106"/>
          </a:xfrm>
          <a:prstGeom prst="roundRect">
            <a:avLst/>
          </a:prstGeom>
          <a:solidFill>
            <a:srgbClr val="F8C8E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线性映射层</a:t>
            </a:r>
          </a:p>
        </p:txBody>
      </p:sp>
      <p:sp>
        <p:nvSpPr>
          <p:cNvPr id="6" name="流程图: 或者 5">
            <a:extLst>
              <a:ext uri="{FF2B5EF4-FFF2-40B4-BE49-F238E27FC236}">
                <a16:creationId xmlns:a16="http://schemas.microsoft.com/office/drawing/2014/main" id="{E95F736C-5282-1729-99AE-8CAD4AFC917D}"/>
              </a:ext>
            </a:extLst>
          </p:cNvPr>
          <p:cNvSpPr/>
          <p:nvPr/>
        </p:nvSpPr>
        <p:spPr>
          <a:xfrm>
            <a:off x="3059124" y="5156501"/>
            <a:ext cx="360000" cy="327106"/>
          </a:xfrm>
          <a:prstGeom prst="flowChartOr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FFAFCDE-44E8-E6B6-EFF2-903B8E800539}"/>
              </a:ext>
            </a:extLst>
          </p:cNvPr>
          <p:cNvSpPr/>
          <p:nvPr/>
        </p:nvSpPr>
        <p:spPr>
          <a:xfrm>
            <a:off x="2346155" y="4321860"/>
            <a:ext cx="1785937" cy="32710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多头注意力层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B6CB3661-12E9-CFF4-9F09-66A3C47A0A0D}"/>
              </a:ext>
            </a:extLst>
          </p:cNvPr>
          <p:cNvSpPr/>
          <p:nvPr/>
        </p:nvSpPr>
        <p:spPr>
          <a:xfrm>
            <a:off x="2288615" y="3826069"/>
            <a:ext cx="1901016" cy="327106"/>
          </a:xfrm>
          <a:prstGeom prst="round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相加和层归一化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D315F0D-D44E-19AB-B35E-D55A79A93AEE}"/>
              </a:ext>
            </a:extLst>
          </p:cNvPr>
          <p:cNvSpPr/>
          <p:nvPr/>
        </p:nvSpPr>
        <p:spPr>
          <a:xfrm>
            <a:off x="2288615" y="3241113"/>
            <a:ext cx="1901016" cy="32710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前馈网络层</a:t>
            </a: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9FCBCBFA-8A96-6A7B-B9A1-32FB3BE40C41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3239122" y="6111156"/>
            <a:ext cx="2" cy="381614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8032872-9C23-074C-8A27-56E5A1C09BE3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2838949" y="5320054"/>
            <a:ext cx="220175" cy="17560"/>
          </a:xfrm>
          <a:prstGeom prst="straightConnector1">
            <a:avLst/>
          </a:prstGeom>
          <a:ln w="25400"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87B84B5A-B2A4-4FF9-41EA-1DADC432F850}"/>
              </a:ext>
            </a:extLst>
          </p:cNvPr>
          <p:cNvCxnSpPr>
            <a:cxnSpLocks/>
            <a:stCxn id="6" idx="0"/>
            <a:endCxn id="8" idx="2"/>
          </p:cNvCxnSpPr>
          <p:nvPr/>
        </p:nvCxnSpPr>
        <p:spPr>
          <a:xfrm flipV="1">
            <a:off x="3239124" y="4648966"/>
            <a:ext cx="0" cy="50753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左大括号 26">
            <a:extLst>
              <a:ext uri="{FF2B5EF4-FFF2-40B4-BE49-F238E27FC236}">
                <a16:creationId xmlns:a16="http://schemas.microsoft.com/office/drawing/2014/main" id="{299E472D-8E2E-8742-112E-0EA19F121290}"/>
              </a:ext>
            </a:extLst>
          </p:cNvPr>
          <p:cNvSpPr/>
          <p:nvPr/>
        </p:nvSpPr>
        <p:spPr>
          <a:xfrm rot="16200000">
            <a:off x="3116129" y="4224197"/>
            <a:ext cx="355278" cy="1295239"/>
          </a:xfrm>
          <a:prstGeom prst="leftBrace">
            <a:avLst>
              <a:gd name="adj1" fmla="val 8333"/>
              <a:gd name="adj2" fmla="val 45926"/>
            </a:avLst>
          </a:prstGeom>
          <a:ln w="28575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8" name="直接箭头连接符 54">
            <a:extLst>
              <a:ext uri="{FF2B5EF4-FFF2-40B4-BE49-F238E27FC236}">
                <a16:creationId xmlns:a16="http://schemas.microsoft.com/office/drawing/2014/main" id="{19D53E88-A3D3-5923-BD52-79EF7CFF63DC}"/>
              </a:ext>
            </a:extLst>
          </p:cNvPr>
          <p:cNvCxnSpPr>
            <a:cxnSpLocks/>
            <a:stCxn id="27" idx="1"/>
            <a:endCxn id="9" idx="1"/>
          </p:cNvCxnSpPr>
          <p:nvPr/>
        </p:nvCxnSpPr>
        <p:spPr>
          <a:xfrm rot="5400000" flipH="1">
            <a:off x="2234891" y="4043347"/>
            <a:ext cx="1059834" cy="952385"/>
          </a:xfrm>
          <a:prstGeom prst="bentConnector4">
            <a:avLst>
              <a:gd name="adj1" fmla="val -62356"/>
              <a:gd name="adj2" fmla="val 124003"/>
            </a:avLst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84633258-24F8-1061-6EC8-4C5BCD41F035}"/>
              </a:ext>
            </a:extLst>
          </p:cNvPr>
          <p:cNvCxnSpPr>
            <a:cxnSpLocks/>
            <a:stCxn id="9" idx="0"/>
            <a:endCxn id="10" idx="2"/>
          </p:cNvCxnSpPr>
          <p:nvPr/>
        </p:nvCxnSpPr>
        <p:spPr>
          <a:xfrm flipV="1">
            <a:off x="3239123" y="3568219"/>
            <a:ext cx="0" cy="257850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CFBD345E-346E-23A6-04BB-2AECDF708E3A}"/>
              </a:ext>
            </a:extLst>
          </p:cNvPr>
          <p:cNvCxnSpPr>
            <a:cxnSpLocks/>
            <a:stCxn id="8" idx="0"/>
            <a:endCxn id="9" idx="2"/>
          </p:cNvCxnSpPr>
          <p:nvPr/>
        </p:nvCxnSpPr>
        <p:spPr>
          <a:xfrm flipH="1" flipV="1">
            <a:off x="3239123" y="4153175"/>
            <a:ext cx="1" cy="168685"/>
          </a:xfrm>
          <a:prstGeom prst="straightConnector1">
            <a:avLst/>
          </a:prstGeom>
          <a:ln w="25400"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B9F44E-0280-5579-0C14-CD1C604E66B5}"/>
              </a:ext>
            </a:extLst>
          </p:cNvPr>
          <p:cNvCxnSpPr>
            <a:cxnSpLocks/>
            <a:stCxn id="10" idx="0"/>
            <a:endCxn id="71" idx="2"/>
          </p:cNvCxnSpPr>
          <p:nvPr/>
        </p:nvCxnSpPr>
        <p:spPr>
          <a:xfrm flipV="1">
            <a:off x="3239123" y="2915868"/>
            <a:ext cx="1" cy="325245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41649BA4-D096-4686-FE59-2711CFC19F44}"/>
              </a:ext>
            </a:extLst>
          </p:cNvPr>
          <p:cNvCxnSpPr>
            <a:cxnSpLocks/>
          </p:cNvCxnSpPr>
          <p:nvPr/>
        </p:nvCxnSpPr>
        <p:spPr>
          <a:xfrm flipH="1" flipV="1">
            <a:off x="3239122" y="410459"/>
            <a:ext cx="1" cy="404106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FB158DC5-71A6-ED36-E945-EAEDE0476B80}"/>
              </a:ext>
            </a:extLst>
          </p:cNvPr>
          <p:cNvSpPr txBox="1"/>
          <p:nvPr/>
        </p:nvSpPr>
        <p:spPr>
          <a:xfrm>
            <a:off x="2163972" y="6461754"/>
            <a:ext cx="21502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三个关键分系统遥参输入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C8DFE1F2-340C-9D8C-1239-37CD89475959}"/>
              </a:ext>
            </a:extLst>
          </p:cNvPr>
          <p:cNvSpPr txBox="1"/>
          <p:nvPr/>
        </p:nvSpPr>
        <p:spPr>
          <a:xfrm>
            <a:off x="-152737" y="4765119"/>
            <a:ext cx="2087796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dirty="0"/>
              <a:t>编码嵌入层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/>
              <a:t>卫星遥测数据具有显著的周期性，因此选择旋转编码</a:t>
            </a:r>
            <a:r>
              <a:rPr lang="en-US" altLang="zh-CN" sz="1400" dirty="0" err="1"/>
              <a:t>RoPE</a:t>
            </a:r>
            <a:endParaRPr lang="en-US" altLang="zh-CN" sz="1400" dirty="0"/>
          </a:p>
          <a:p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/>
              <a:t>展平后，通过特征标记向量，区分样本归属特征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sz="1400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FC885601-9D9F-A0C1-7384-793025FF54D7}"/>
              </a:ext>
            </a:extLst>
          </p:cNvPr>
          <p:cNvSpPr txBox="1"/>
          <p:nvPr/>
        </p:nvSpPr>
        <p:spPr>
          <a:xfrm>
            <a:off x="2078639" y="54285"/>
            <a:ext cx="2597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参数预测高斯分布参数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3A390752-3DC1-C4CE-8977-F446BF6450E3}"/>
              </a:ext>
            </a:extLst>
          </p:cNvPr>
          <p:cNvSpPr/>
          <p:nvPr/>
        </p:nvSpPr>
        <p:spPr>
          <a:xfrm>
            <a:off x="1868344" y="566057"/>
            <a:ext cx="2445924" cy="6291944"/>
          </a:xfrm>
          <a:prstGeom prst="rect">
            <a:avLst/>
          </a:prstGeom>
          <a:noFill/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FA125AB7-53CB-489F-CF17-A66099C639A6}"/>
              </a:ext>
            </a:extLst>
          </p:cNvPr>
          <p:cNvCxnSpPr>
            <a:cxnSpLocks/>
          </p:cNvCxnSpPr>
          <p:nvPr/>
        </p:nvCxnSpPr>
        <p:spPr>
          <a:xfrm>
            <a:off x="2555037" y="5202744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2A450604-1073-B063-79AD-C01B90418326}"/>
              </a:ext>
            </a:extLst>
          </p:cNvPr>
          <p:cNvCxnSpPr>
            <a:cxnSpLocks/>
            <a:stCxn id="5" idx="0"/>
            <a:endCxn id="6" idx="4"/>
          </p:cNvCxnSpPr>
          <p:nvPr/>
        </p:nvCxnSpPr>
        <p:spPr>
          <a:xfrm flipV="1">
            <a:off x="3239124" y="5483607"/>
            <a:ext cx="0" cy="300443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流程图: 接点 60">
            <a:extLst>
              <a:ext uri="{FF2B5EF4-FFF2-40B4-BE49-F238E27FC236}">
                <a16:creationId xmlns:a16="http://schemas.microsoft.com/office/drawing/2014/main" id="{514DF008-603A-4647-7DCC-2218ED6D02E4}"/>
              </a:ext>
            </a:extLst>
          </p:cNvPr>
          <p:cNvSpPr/>
          <p:nvPr/>
        </p:nvSpPr>
        <p:spPr>
          <a:xfrm>
            <a:off x="2472634" y="5163576"/>
            <a:ext cx="360000" cy="327106"/>
          </a:xfrm>
          <a:prstGeom prst="flowChartConnector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8655BE0-2B50-7199-6CD6-9DE3F638F66F}"/>
              </a:ext>
            </a:extLst>
          </p:cNvPr>
          <p:cNvSpPr txBox="1"/>
          <p:nvPr/>
        </p:nvSpPr>
        <p:spPr>
          <a:xfrm rot="1620000">
            <a:off x="2450216" y="5149492"/>
            <a:ext cx="662361" cy="307619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116840"/>
              </a:avLst>
            </a:prstTxWarp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 o P E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CB63E718-85C8-6DFC-40EB-F16089225050}"/>
              </a:ext>
            </a:extLst>
          </p:cNvPr>
          <p:cNvCxnSpPr>
            <a:cxnSpLocks/>
          </p:cNvCxnSpPr>
          <p:nvPr/>
        </p:nvCxnSpPr>
        <p:spPr>
          <a:xfrm flipH="1" flipV="1">
            <a:off x="2523364" y="5241141"/>
            <a:ext cx="127279" cy="137953"/>
          </a:xfrm>
          <a:prstGeom prst="straightConnector1">
            <a:avLst/>
          </a:prstGeom>
          <a:ln w="12700"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02DC65D1-4577-F11B-397F-324BC6C7A78F}"/>
              </a:ext>
            </a:extLst>
          </p:cNvPr>
          <p:cNvCxnSpPr>
            <a:cxnSpLocks/>
          </p:cNvCxnSpPr>
          <p:nvPr/>
        </p:nvCxnSpPr>
        <p:spPr>
          <a:xfrm flipV="1">
            <a:off x="2650643" y="5241141"/>
            <a:ext cx="127279" cy="133050"/>
          </a:xfrm>
          <a:prstGeom prst="straightConnector1">
            <a:avLst/>
          </a:prstGeom>
          <a:ln w="12700"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流程图: 接点 2">
            <a:extLst>
              <a:ext uri="{FF2B5EF4-FFF2-40B4-BE49-F238E27FC236}">
                <a16:creationId xmlns:a16="http://schemas.microsoft.com/office/drawing/2014/main" id="{73343007-8075-63DA-A1BE-721771E98816}"/>
              </a:ext>
            </a:extLst>
          </p:cNvPr>
          <p:cNvSpPr/>
          <p:nvPr/>
        </p:nvSpPr>
        <p:spPr>
          <a:xfrm>
            <a:off x="3706567" y="5160884"/>
            <a:ext cx="360000" cy="327106"/>
          </a:xfrm>
          <a:prstGeom prst="flowChartConnector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1815095C-23A5-B858-109E-B04DECD5067A}"/>
              </a:ext>
            </a:extLst>
          </p:cNvPr>
          <p:cNvSpPr>
            <a:spLocks noChangeAspect="1"/>
          </p:cNvSpPr>
          <p:nvPr/>
        </p:nvSpPr>
        <p:spPr>
          <a:xfrm>
            <a:off x="3720315" y="5238240"/>
            <a:ext cx="320040" cy="129432"/>
          </a:xfrm>
          <a:custGeom>
            <a:avLst/>
            <a:gdLst>
              <a:gd name="connsiteX0" fmla="*/ 0 w 1592580"/>
              <a:gd name="connsiteY0" fmla="*/ 701227 h 708847"/>
              <a:gd name="connsiteX1" fmla="*/ 525780 w 1592580"/>
              <a:gd name="connsiteY1" fmla="*/ 472627 h 708847"/>
              <a:gd name="connsiteX2" fmla="*/ 830580 w 1592580"/>
              <a:gd name="connsiteY2" fmla="*/ 187 h 708847"/>
              <a:gd name="connsiteX3" fmla="*/ 1097280 w 1592580"/>
              <a:gd name="connsiteY3" fmla="*/ 419287 h 708847"/>
              <a:gd name="connsiteX4" fmla="*/ 1592580 w 1592580"/>
              <a:gd name="connsiteY4" fmla="*/ 708847 h 708847"/>
              <a:gd name="connsiteX5" fmla="*/ 1592580 w 1592580"/>
              <a:gd name="connsiteY5" fmla="*/ 708847 h 708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92580" h="708847">
                <a:moveTo>
                  <a:pt x="0" y="701227"/>
                </a:moveTo>
                <a:cubicBezTo>
                  <a:pt x="193675" y="645347"/>
                  <a:pt x="387350" y="589467"/>
                  <a:pt x="525780" y="472627"/>
                </a:cubicBezTo>
                <a:cubicBezTo>
                  <a:pt x="664210" y="355787"/>
                  <a:pt x="735330" y="9077"/>
                  <a:pt x="830580" y="187"/>
                </a:cubicBezTo>
                <a:cubicBezTo>
                  <a:pt x="925830" y="-8703"/>
                  <a:pt x="970280" y="301177"/>
                  <a:pt x="1097280" y="419287"/>
                </a:cubicBezTo>
                <a:cubicBezTo>
                  <a:pt x="1224280" y="537397"/>
                  <a:pt x="1592580" y="708847"/>
                  <a:pt x="1592580" y="708847"/>
                </a:cubicBezTo>
                <a:lnTo>
                  <a:pt x="1592580" y="708847"/>
                </a:lnTo>
              </a:path>
            </a:pathLst>
          </a:cu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0288FE0-6989-C519-C807-4B833D82F534}"/>
              </a:ext>
            </a:extLst>
          </p:cNvPr>
          <p:cNvCxnSpPr>
            <a:cxnSpLocks/>
            <a:stCxn id="6" idx="6"/>
            <a:endCxn id="3" idx="2"/>
          </p:cNvCxnSpPr>
          <p:nvPr/>
        </p:nvCxnSpPr>
        <p:spPr>
          <a:xfrm>
            <a:off x="3419124" y="5320054"/>
            <a:ext cx="287443" cy="4383"/>
          </a:xfrm>
          <a:prstGeom prst="straightConnector1">
            <a:avLst/>
          </a:prstGeom>
          <a:ln w="25400"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842E9DB1-92EB-8D8D-4D79-512A5E63E364}"/>
              </a:ext>
            </a:extLst>
          </p:cNvPr>
          <p:cNvSpPr txBox="1"/>
          <p:nvPr/>
        </p:nvSpPr>
        <p:spPr>
          <a:xfrm>
            <a:off x="330097" y="3845703"/>
            <a:ext cx="160458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双重注意力层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/>
              <a:t>时序注意力</a:t>
            </a:r>
            <a:endParaRPr lang="en-US" altLang="zh-C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400" dirty="0"/>
              <a:t>空间注意力</a:t>
            </a: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896C5E7-EB7D-8C70-92F5-2ED69959DAF3}"/>
              </a:ext>
            </a:extLst>
          </p:cNvPr>
          <p:cNvSpPr/>
          <p:nvPr/>
        </p:nvSpPr>
        <p:spPr>
          <a:xfrm>
            <a:off x="2346155" y="2588762"/>
            <a:ext cx="1785937" cy="32710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多头注意力层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593BCA67-6BCE-D0E4-734B-D260753DFD7D}"/>
              </a:ext>
            </a:extLst>
          </p:cNvPr>
          <p:cNvSpPr/>
          <p:nvPr/>
        </p:nvSpPr>
        <p:spPr>
          <a:xfrm>
            <a:off x="2288615" y="2035538"/>
            <a:ext cx="1901016" cy="327106"/>
          </a:xfrm>
          <a:prstGeom prst="round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相加和层归一化</a:t>
            </a: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7521243F-E712-2A62-8775-340E8E8E512F}"/>
              </a:ext>
            </a:extLst>
          </p:cNvPr>
          <p:cNvSpPr/>
          <p:nvPr/>
        </p:nvSpPr>
        <p:spPr>
          <a:xfrm>
            <a:off x="2293273" y="1490916"/>
            <a:ext cx="1901016" cy="32710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前馈网络层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FEAABE94-2454-A80F-4246-65E1925D41C1}"/>
              </a:ext>
            </a:extLst>
          </p:cNvPr>
          <p:cNvSpPr txBox="1"/>
          <p:nvPr/>
        </p:nvSpPr>
        <p:spPr>
          <a:xfrm rot="5400000">
            <a:off x="2958619" y="1079085"/>
            <a:ext cx="5610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/>
              <a:t>…</a:t>
            </a:r>
            <a:endParaRPr lang="zh-CN" altLang="en-US" sz="2800" b="1" dirty="0"/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7A32F87D-2122-1F32-8470-F6945976DC4A}"/>
              </a:ext>
            </a:extLst>
          </p:cNvPr>
          <p:cNvCxnSpPr>
            <a:cxnSpLocks/>
            <a:stCxn id="71" idx="0"/>
            <a:endCxn id="72" idx="2"/>
          </p:cNvCxnSpPr>
          <p:nvPr/>
        </p:nvCxnSpPr>
        <p:spPr>
          <a:xfrm flipH="1" flipV="1">
            <a:off x="3239123" y="2362644"/>
            <a:ext cx="1" cy="226118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96A97869-0695-2C2D-1652-BC205C20125C}"/>
              </a:ext>
            </a:extLst>
          </p:cNvPr>
          <p:cNvCxnSpPr>
            <a:cxnSpLocks/>
            <a:stCxn id="10" idx="0"/>
            <a:endCxn id="72" idx="1"/>
          </p:cNvCxnSpPr>
          <p:nvPr/>
        </p:nvCxnSpPr>
        <p:spPr>
          <a:xfrm rot="16200000" flipV="1">
            <a:off x="2242858" y="2244848"/>
            <a:ext cx="1042022" cy="950508"/>
          </a:xfrm>
          <a:prstGeom prst="bentConnector4">
            <a:avLst>
              <a:gd name="adj1" fmla="val 10115"/>
              <a:gd name="adj2" fmla="val 124050"/>
            </a:avLst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AB8D12ED-7CB7-C08F-0F24-BF0D2816CFCE}"/>
              </a:ext>
            </a:extLst>
          </p:cNvPr>
          <p:cNvCxnSpPr>
            <a:cxnSpLocks/>
            <a:stCxn id="72" idx="0"/>
            <a:endCxn id="73" idx="2"/>
          </p:cNvCxnSpPr>
          <p:nvPr/>
        </p:nvCxnSpPr>
        <p:spPr>
          <a:xfrm flipV="1">
            <a:off x="3239123" y="1818022"/>
            <a:ext cx="4658" cy="217516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FD0290A6-849E-22C9-5E79-A7FEA33F333A}"/>
              </a:ext>
            </a:extLst>
          </p:cNvPr>
          <p:cNvSpPr txBox="1"/>
          <p:nvPr/>
        </p:nvSpPr>
        <p:spPr>
          <a:xfrm>
            <a:off x="771084" y="3172304"/>
            <a:ext cx="10411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前馈层</a:t>
            </a:r>
            <a:endParaRPr lang="en-US" altLang="zh-CN" dirty="0"/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DC54686-F6E1-9260-1FD4-62742C12A915}"/>
              </a:ext>
            </a:extLst>
          </p:cNvPr>
          <p:cNvSpPr/>
          <p:nvPr/>
        </p:nvSpPr>
        <p:spPr>
          <a:xfrm>
            <a:off x="2288612" y="939553"/>
            <a:ext cx="1901016" cy="32710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线性映射层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88B379C-B3DC-503C-FE70-1C2B04B38128}"/>
              </a:ext>
            </a:extLst>
          </p:cNvPr>
          <p:cNvSpPr txBox="1"/>
          <p:nvPr/>
        </p:nvSpPr>
        <p:spPr>
          <a:xfrm>
            <a:off x="746437" y="939553"/>
            <a:ext cx="10411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输出层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277B041-9F20-C5CE-2850-DA2CC054BD0A}"/>
              </a:ext>
            </a:extLst>
          </p:cNvPr>
          <p:cNvSpPr txBox="1"/>
          <p:nvPr/>
        </p:nvSpPr>
        <p:spPr>
          <a:xfrm rot="5400000">
            <a:off x="845575" y="2008701"/>
            <a:ext cx="10332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/>
              <a:t>.</a:t>
            </a:r>
            <a:r>
              <a:rPr lang="zh-CN" altLang="en-US" sz="4000" b="1" dirty="0"/>
              <a:t> </a:t>
            </a:r>
            <a:r>
              <a:rPr lang="en-US" altLang="zh-CN" sz="4000" b="1" dirty="0"/>
              <a:t>.</a:t>
            </a:r>
            <a:r>
              <a:rPr lang="zh-CN" altLang="en-US" sz="4000" b="1" dirty="0"/>
              <a:t> </a:t>
            </a:r>
            <a:r>
              <a:rPr lang="en-US" altLang="zh-CN" sz="4000" b="1" dirty="0"/>
              <a:t>.</a:t>
            </a:r>
            <a:endParaRPr lang="zh-CN" altLang="en-US" sz="4000" b="1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21D350B-891C-617F-5566-09703F770269}"/>
              </a:ext>
            </a:extLst>
          </p:cNvPr>
          <p:cNvSpPr txBox="1"/>
          <p:nvPr/>
        </p:nvSpPr>
        <p:spPr>
          <a:xfrm>
            <a:off x="560549" y="69529"/>
            <a:ext cx="12270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accent1"/>
                </a:solidFill>
                <a:effectLst>
                  <a:reflection blurRad="6350" stA="55000" endA="300" endPos="45500" dir="5400000" sy="-100000" algn="bl" rotWithShape="0"/>
                </a:effectLst>
              </a:rPr>
              <a:t>训练阶段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66C39F-D71C-6A17-DCDB-0BC756007C5F}"/>
              </a:ext>
            </a:extLst>
          </p:cNvPr>
          <p:cNvSpPr txBox="1"/>
          <p:nvPr/>
        </p:nvSpPr>
        <p:spPr>
          <a:xfrm>
            <a:off x="5946825" y="697867"/>
            <a:ext cx="36427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输入：卫星参量数据</a:t>
            </a:r>
            <a:endParaRPr lang="en-US" altLang="zh-CN" dirty="0"/>
          </a:p>
          <a:p>
            <a:r>
              <a:rPr lang="zh-CN" altLang="en-US" dirty="0"/>
              <a:t>计算：在预测高斯分布中的概率</a:t>
            </a:r>
            <a:endParaRPr lang="en-US" altLang="zh-CN" dirty="0"/>
          </a:p>
          <a:p>
            <a:r>
              <a:rPr lang="zh-CN" altLang="en-US" dirty="0"/>
              <a:t>输出：异常标签，及先后顺序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3318115-9920-8C61-D325-11AB5A048D43}"/>
              </a:ext>
            </a:extLst>
          </p:cNvPr>
          <p:cNvSpPr txBox="1"/>
          <p:nvPr/>
        </p:nvSpPr>
        <p:spPr>
          <a:xfrm>
            <a:off x="6252346" y="36599"/>
            <a:ext cx="12270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accent1"/>
                </a:solidFill>
                <a:effectLst>
                  <a:reflection blurRad="6350" stA="55000" endA="300" endPos="45500" dir="5400000" sy="-100000" algn="bl" rotWithShape="0"/>
                </a:effectLst>
              </a:rPr>
              <a:t>测试阶段</a:t>
            </a:r>
          </a:p>
        </p:txBody>
      </p:sp>
    </p:spTree>
    <p:extLst>
      <p:ext uri="{BB962C8B-B14F-4D97-AF65-F5344CB8AC3E}">
        <p14:creationId xmlns:p14="http://schemas.microsoft.com/office/powerpoint/2010/main" val="414975611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终止 3">
            <a:extLst>
              <a:ext uri="{FF2B5EF4-FFF2-40B4-BE49-F238E27FC236}">
                <a16:creationId xmlns:a16="http://schemas.microsoft.com/office/drawing/2014/main" id="{97389FB3-983A-CBCD-441D-590BADF242A8}"/>
              </a:ext>
            </a:extLst>
          </p:cNvPr>
          <p:cNvSpPr/>
          <p:nvPr/>
        </p:nvSpPr>
        <p:spPr>
          <a:xfrm>
            <a:off x="1428912" y="153802"/>
            <a:ext cx="1040777" cy="414902"/>
          </a:xfrm>
          <a:prstGeom prst="flowChartTerminator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开始</a:t>
            </a:r>
          </a:p>
        </p:txBody>
      </p:sp>
      <p:sp>
        <p:nvSpPr>
          <p:cNvPr id="5" name="流程图: 预定义过程 4">
            <a:extLst>
              <a:ext uri="{FF2B5EF4-FFF2-40B4-BE49-F238E27FC236}">
                <a16:creationId xmlns:a16="http://schemas.microsoft.com/office/drawing/2014/main" id="{0B6A1353-F768-B103-BCD5-BC870AE97C63}"/>
              </a:ext>
            </a:extLst>
          </p:cNvPr>
          <p:cNvSpPr/>
          <p:nvPr/>
        </p:nvSpPr>
        <p:spPr>
          <a:xfrm>
            <a:off x="1320522" y="950980"/>
            <a:ext cx="1257555" cy="568602"/>
          </a:xfrm>
          <a:prstGeom prst="flowChartPredefined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异常标签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参量特征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流程图: 过程 5">
            <a:extLst>
              <a:ext uri="{FF2B5EF4-FFF2-40B4-BE49-F238E27FC236}">
                <a16:creationId xmlns:a16="http://schemas.microsoft.com/office/drawing/2014/main" id="{19F82ECE-C185-5CA0-EC1F-EC059FB49E44}"/>
              </a:ext>
            </a:extLst>
          </p:cNvPr>
          <p:cNvSpPr/>
          <p:nvPr/>
        </p:nvSpPr>
        <p:spPr>
          <a:xfrm>
            <a:off x="1181014" y="1901858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构造维度分组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S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流程图: 过程 6">
            <a:extLst>
              <a:ext uri="{FF2B5EF4-FFF2-40B4-BE49-F238E27FC236}">
                <a16:creationId xmlns:a16="http://schemas.microsoft.com/office/drawing/2014/main" id="{7C6C989C-E503-EE68-B922-650CCD31176A}"/>
              </a:ext>
            </a:extLst>
          </p:cNvPr>
          <p:cNvSpPr/>
          <p:nvPr/>
        </p:nvSpPr>
        <p:spPr>
          <a:xfrm>
            <a:off x="1181014" y="2863392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初始化参数</a:t>
            </a:r>
          </a:p>
        </p:txBody>
      </p:sp>
      <p:sp>
        <p:nvSpPr>
          <p:cNvPr id="8" name="矩形: 剪去左右顶角 7">
            <a:extLst>
              <a:ext uri="{FF2B5EF4-FFF2-40B4-BE49-F238E27FC236}">
                <a16:creationId xmlns:a16="http://schemas.microsoft.com/office/drawing/2014/main" id="{8D964D78-FAC2-F930-FC6E-813DB9787609}"/>
              </a:ext>
            </a:extLst>
          </p:cNvPr>
          <p:cNvSpPr/>
          <p:nvPr/>
        </p:nvSpPr>
        <p:spPr>
          <a:xfrm>
            <a:off x="3458216" y="1097388"/>
            <a:ext cx="1452498" cy="613663"/>
          </a:xfrm>
          <a:prstGeom prst="snip2SameRect">
            <a:avLst>
              <a:gd name="adj1" fmla="val 48795"/>
              <a:gd name="adj2" fmla="val 0"/>
            </a:avLst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8280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按时间遍历异常标签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流程图: 过程 8">
                <a:extLst>
                  <a:ext uri="{FF2B5EF4-FFF2-40B4-BE49-F238E27FC236}">
                    <a16:creationId xmlns:a16="http://schemas.microsoft.com/office/drawing/2014/main" id="{7EAF0AA0-F746-E294-37E0-8FCD981BAA94}"/>
                  </a:ext>
                </a:extLst>
              </p:cNvPr>
              <p:cNvSpPr/>
              <p:nvPr/>
            </p:nvSpPr>
            <p:spPr>
              <a:xfrm>
                <a:off x="3458216" y="2181997"/>
                <a:ext cx="1452498" cy="565608"/>
              </a:xfrm>
              <a:prstGeom prst="flowChartProcess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46800" rIns="0" rtlCol="0" anchor="ctr"/>
              <a:lstStyle/>
              <a:p>
                <a:pPr algn="ctr"/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异常特征加入列表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𝐺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9" name="流程图: 过程 8">
                <a:extLst>
                  <a:ext uri="{FF2B5EF4-FFF2-40B4-BE49-F238E27FC236}">
                    <a16:creationId xmlns:a16="http://schemas.microsoft.com/office/drawing/2014/main" id="{7EAF0AA0-F746-E294-37E0-8FCD981BA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8216" y="2181997"/>
                <a:ext cx="1452498" cy="565608"/>
              </a:xfrm>
              <a:prstGeom prst="flowChartProcess">
                <a:avLst/>
              </a:prstGeom>
              <a:blipFill>
                <a:blip r:embed="rId2"/>
                <a:stretch>
                  <a:fillRect l="-7025" t="-11458" r="-6612" b="-18750"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: 剪去左右顶角 9">
            <a:extLst>
              <a:ext uri="{FF2B5EF4-FFF2-40B4-BE49-F238E27FC236}">
                <a16:creationId xmlns:a16="http://schemas.microsoft.com/office/drawing/2014/main" id="{98C826DE-D28E-D21B-27F6-76C5D012FDC4}"/>
              </a:ext>
            </a:extLst>
          </p:cNvPr>
          <p:cNvSpPr/>
          <p:nvPr/>
        </p:nvSpPr>
        <p:spPr>
          <a:xfrm>
            <a:off x="3458216" y="3177000"/>
            <a:ext cx="1452498" cy="504000"/>
          </a:xfrm>
          <a:prstGeom prst="snip2SameRect">
            <a:avLst>
              <a:gd name="adj1" fmla="val 48795"/>
              <a:gd name="adj2" fmla="val 0"/>
            </a:avLst>
          </a:prstGeom>
          <a:noFill/>
          <a:ln w="19050"/>
          <a:scene3d>
            <a:camera prst="orthographicFront">
              <a:rot lat="10800000" lon="0" rev="0"/>
            </a:camera>
            <a:lightRig rig="threePt" dir="t"/>
          </a:scene3d>
          <a:sp3d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>
            <a:flatTx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遍历结束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D4F3AB6C-0F79-B4BE-A306-3DCCD1A04AD8}"/>
              </a:ext>
            </a:extLst>
          </p:cNvPr>
          <p:cNvCxnSpPr>
            <a:cxnSpLocks/>
            <a:stCxn id="8" idx="1"/>
            <a:endCxn id="9" idx="0"/>
          </p:cNvCxnSpPr>
          <p:nvPr/>
        </p:nvCxnSpPr>
        <p:spPr>
          <a:xfrm>
            <a:off x="4184465" y="1711051"/>
            <a:ext cx="0" cy="470946"/>
          </a:xfrm>
          <a:prstGeom prst="straightConnector1">
            <a:avLst/>
          </a:prstGeom>
          <a:ln w="19050" cmpd="sng">
            <a:prstDash val="lgDashDot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9EFEF08-5EAF-623D-7F42-5BEA7A272F0A}"/>
              </a:ext>
            </a:extLst>
          </p:cNvPr>
          <p:cNvCxnSpPr>
            <a:cxnSpLocks/>
            <a:stCxn id="9" idx="2"/>
            <a:endCxn id="10" idx="3"/>
          </p:cNvCxnSpPr>
          <p:nvPr/>
        </p:nvCxnSpPr>
        <p:spPr>
          <a:xfrm>
            <a:off x="4184465" y="2747605"/>
            <a:ext cx="0" cy="429395"/>
          </a:xfrm>
          <a:prstGeom prst="straightConnector1">
            <a:avLst/>
          </a:prstGeom>
          <a:ln w="19050">
            <a:prstDash val="lgDashDot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: 剪去左右顶角 16">
                <a:extLst>
                  <a:ext uri="{FF2B5EF4-FFF2-40B4-BE49-F238E27FC236}">
                    <a16:creationId xmlns:a16="http://schemas.microsoft.com/office/drawing/2014/main" id="{7CCC3239-C80A-DD04-5614-1E517A29BED7}"/>
                  </a:ext>
                </a:extLst>
              </p:cNvPr>
              <p:cNvSpPr/>
              <p:nvPr/>
            </p:nvSpPr>
            <p:spPr>
              <a:xfrm>
                <a:off x="5790853" y="1375787"/>
                <a:ext cx="1452498" cy="613663"/>
              </a:xfrm>
              <a:prstGeom prst="snip2SameRect">
                <a:avLst>
                  <a:gd name="adj1" fmla="val 48795"/>
                  <a:gd name="adj2" fmla="val 0"/>
                </a:avLst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0" tIns="0" rIns="0" bIns="82800" rtlCol="0" anchor="ctr"/>
              <a:lstStyle/>
              <a:p>
                <a:pPr algn="ctr"/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按时间遍历列表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𝐺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7" name="矩形: 剪去左右顶角 16">
                <a:extLst>
                  <a:ext uri="{FF2B5EF4-FFF2-40B4-BE49-F238E27FC236}">
                    <a16:creationId xmlns:a16="http://schemas.microsoft.com/office/drawing/2014/main" id="{7CCC3239-C80A-DD04-5614-1E517A29BE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0853" y="1375787"/>
                <a:ext cx="1452498" cy="613663"/>
              </a:xfrm>
              <a:prstGeom prst="snip2SameRect">
                <a:avLst>
                  <a:gd name="adj1" fmla="val 48795"/>
                  <a:gd name="adj2" fmla="val 0"/>
                </a:avLst>
              </a:prstGeom>
              <a:blipFill>
                <a:blip r:embed="rId3"/>
                <a:stretch>
                  <a:fillRect t="-971" b="-19417"/>
                </a:stretch>
              </a:blipFill>
              <a:ln w="19050"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矩形: 剪去左右顶角 18">
            <a:extLst>
              <a:ext uri="{FF2B5EF4-FFF2-40B4-BE49-F238E27FC236}">
                <a16:creationId xmlns:a16="http://schemas.microsoft.com/office/drawing/2014/main" id="{E4AEBE8B-C53A-D904-4378-660FF06206AD}"/>
              </a:ext>
            </a:extLst>
          </p:cNvPr>
          <p:cNvSpPr/>
          <p:nvPr/>
        </p:nvSpPr>
        <p:spPr>
          <a:xfrm>
            <a:off x="5790853" y="4141199"/>
            <a:ext cx="1452498" cy="504000"/>
          </a:xfrm>
          <a:prstGeom prst="snip2SameRect">
            <a:avLst>
              <a:gd name="adj1" fmla="val 48795"/>
              <a:gd name="adj2" fmla="val 0"/>
            </a:avLst>
          </a:prstGeom>
          <a:noFill/>
          <a:ln w="19050"/>
          <a:scene3d>
            <a:camera prst="orthographicFront">
              <a:rot lat="10800000" lon="0" rev="0"/>
            </a:camera>
            <a:lightRig rig="threePt" dir="t"/>
          </a:scene3d>
          <a:sp3d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>
            <a:flatTx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遍历结束</a:t>
            </a: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7B14319-12A0-BED8-24C4-6AB36421AF04}"/>
              </a:ext>
            </a:extLst>
          </p:cNvPr>
          <p:cNvCxnSpPr>
            <a:cxnSpLocks/>
            <a:stCxn id="17" idx="1"/>
          </p:cNvCxnSpPr>
          <p:nvPr/>
        </p:nvCxnSpPr>
        <p:spPr>
          <a:xfrm>
            <a:off x="6517102" y="1989450"/>
            <a:ext cx="0" cy="470946"/>
          </a:xfrm>
          <a:prstGeom prst="straightConnector1">
            <a:avLst/>
          </a:prstGeom>
          <a:ln w="19050" cmpd="sng">
            <a:prstDash val="lgDashDot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1B7A64B7-FE1B-F048-64BD-7508AC11E53A}"/>
              </a:ext>
            </a:extLst>
          </p:cNvPr>
          <p:cNvCxnSpPr>
            <a:cxnSpLocks/>
            <a:endCxn id="19" idx="3"/>
          </p:cNvCxnSpPr>
          <p:nvPr/>
        </p:nvCxnSpPr>
        <p:spPr>
          <a:xfrm>
            <a:off x="6517102" y="3711804"/>
            <a:ext cx="0" cy="429395"/>
          </a:xfrm>
          <a:prstGeom prst="straightConnector1">
            <a:avLst/>
          </a:prstGeom>
          <a:ln w="19050">
            <a:prstDash val="lgDashDot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流程图: 决策 21">
            <a:extLst>
              <a:ext uri="{FF2B5EF4-FFF2-40B4-BE49-F238E27FC236}">
                <a16:creationId xmlns:a16="http://schemas.microsoft.com/office/drawing/2014/main" id="{213CA7E0-6845-C267-DB8C-7FAD912042D4}"/>
              </a:ext>
            </a:extLst>
          </p:cNvPr>
          <p:cNvSpPr/>
          <p:nvPr/>
        </p:nvSpPr>
        <p:spPr>
          <a:xfrm>
            <a:off x="5833658" y="2485523"/>
            <a:ext cx="1366887" cy="886120"/>
          </a:xfrm>
          <a:prstGeom prst="flowChartDecision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是否同组</a:t>
            </a:r>
          </a:p>
        </p:txBody>
      </p:sp>
      <p:sp>
        <p:nvSpPr>
          <p:cNvPr id="23" name="流程图: 过程 22">
            <a:extLst>
              <a:ext uri="{FF2B5EF4-FFF2-40B4-BE49-F238E27FC236}">
                <a16:creationId xmlns:a16="http://schemas.microsoft.com/office/drawing/2014/main" id="{D32A165E-C494-F242-E4E6-726560592F3B}"/>
              </a:ext>
            </a:extLst>
          </p:cNvPr>
          <p:cNvSpPr/>
          <p:nvPr/>
        </p:nvSpPr>
        <p:spPr>
          <a:xfrm>
            <a:off x="7501169" y="2645779"/>
            <a:ext cx="847810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拆分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子列表</a:t>
            </a:r>
          </a:p>
        </p:txBody>
      </p:sp>
      <p:sp>
        <p:nvSpPr>
          <p:cNvPr id="24" name="流程图: 终止 23">
            <a:extLst>
              <a:ext uri="{FF2B5EF4-FFF2-40B4-BE49-F238E27FC236}">
                <a16:creationId xmlns:a16="http://schemas.microsoft.com/office/drawing/2014/main" id="{2556CDF5-E2CB-4637-D7F1-BA388A6E7760}"/>
              </a:ext>
            </a:extLst>
          </p:cNvPr>
          <p:cNvSpPr/>
          <p:nvPr/>
        </p:nvSpPr>
        <p:spPr>
          <a:xfrm>
            <a:off x="2026105" y="4185748"/>
            <a:ext cx="1040777" cy="414902"/>
          </a:xfrm>
          <a:prstGeom prst="flowChartTerminator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结束</a:t>
            </a:r>
          </a:p>
        </p:txBody>
      </p:sp>
      <p:cxnSp>
        <p:nvCxnSpPr>
          <p:cNvPr id="25" name="直接箭头连接符 71">
            <a:extLst>
              <a:ext uri="{FF2B5EF4-FFF2-40B4-BE49-F238E27FC236}">
                <a16:creationId xmlns:a16="http://schemas.microsoft.com/office/drawing/2014/main" id="{6EE049D4-E31B-830C-4E39-CB4F0658FF9D}"/>
              </a:ext>
            </a:extLst>
          </p:cNvPr>
          <p:cNvCxnSpPr>
            <a:cxnSpLocks/>
            <a:stCxn id="10" idx="1"/>
            <a:endCxn id="17" idx="3"/>
          </p:cNvCxnSpPr>
          <p:nvPr/>
        </p:nvCxnSpPr>
        <p:spPr>
          <a:xfrm rot="5400000" flipH="1" flipV="1">
            <a:off x="4198176" y="1362075"/>
            <a:ext cx="2305213" cy="2332637"/>
          </a:xfrm>
          <a:prstGeom prst="bentConnector5">
            <a:avLst>
              <a:gd name="adj1" fmla="val -9917"/>
              <a:gd name="adj2" fmla="val 50000"/>
              <a:gd name="adj3" fmla="val 109917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71">
            <a:extLst>
              <a:ext uri="{FF2B5EF4-FFF2-40B4-BE49-F238E27FC236}">
                <a16:creationId xmlns:a16="http://schemas.microsoft.com/office/drawing/2014/main" id="{415906C6-6E4F-EB90-D932-A50277708338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949300" y="568704"/>
            <a:ext cx="1" cy="3822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71">
            <a:extLst>
              <a:ext uri="{FF2B5EF4-FFF2-40B4-BE49-F238E27FC236}">
                <a16:creationId xmlns:a16="http://schemas.microsoft.com/office/drawing/2014/main" id="{58A4D30A-BC30-173F-2A42-5B78E6974F30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949299" y="1519582"/>
            <a:ext cx="1" cy="3822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71">
            <a:extLst>
              <a:ext uri="{FF2B5EF4-FFF2-40B4-BE49-F238E27FC236}">
                <a16:creationId xmlns:a16="http://schemas.microsoft.com/office/drawing/2014/main" id="{4381362C-9CA2-110F-779E-37BD3AD32DEB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949299" y="2467466"/>
            <a:ext cx="0" cy="39592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箭头连接符 71">
            <a:extLst>
              <a:ext uri="{FF2B5EF4-FFF2-40B4-BE49-F238E27FC236}">
                <a16:creationId xmlns:a16="http://schemas.microsoft.com/office/drawing/2014/main" id="{AA6B058B-C210-AB08-7685-ACBEA59C6EE4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 rot="5400000" flipH="1" flipV="1">
            <a:off x="1901076" y="1145611"/>
            <a:ext cx="2331612" cy="2235166"/>
          </a:xfrm>
          <a:prstGeom prst="bentConnector5">
            <a:avLst>
              <a:gd name="adj1" fmla="val -9804"/>
              <a:gd name="adj2" fmla="val 50940"/>
              <a:gd name="adj3" fmla="val 109804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箭头连接符 71">
            <a:extLst>
              <a:ext uri="{FF2B5EF4-FFF2-40B4-BE49-F238E27FC236}">
                <a16:creationId xmlns:a16="http://schemas.microsoft.com/office/drawing/2014/main" id="{7C203279-83D6-8BDC-5A7F-6A8D537BAC39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7200545" y="2928583"/>
            <a:ext cx="300624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08A1C9F0-E299-97A5-3676-0E7F2E9FA470}"/>
              </a:ext>
            </a:extLst>
          </p:cNvPr>
          <p:cNvSpPr txBox="1"/>
          <p:nvPr/>
        </p:nvSpPr>
        <p:spPr>
          <a:xfrm>
            <a:off x="7136967" y="2620806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dirty="0"/>
              <a:t>否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DAE0D32-4E07-6D0D-CAC2-603420E4FAB8}"/>
              </a:ext>
            </a:extLst>
          </p:cNvPr>
          <p:cNvSpPr txBox="1"/>
          <p:nvPr/>
        </p:nvSpPr>
        <p:spPr>
          <a:xfrm>
            <a:off x="6140025" y="3381003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dirty="0"/>
              <a:t>是</a:t>
            </a:r>
          </a:p>
        </p:txBody>
      </p:sp>
      <p:cxnSp>
        <p:nvCxnSpPr>
          <p:cNvPr id="47" name="直接箭头连接符 71">
            <a:extLst>
              <a:ext uri="{FF2B5EF4-FFF2-40B4-BE49-F238E27FC236}">
                <a16:creationId xmlns:a16="http://schemas.microsoft.com/office/drawing/2014/main" id="{1A39D068-B728-2367-F18B-89AF6A5ACBB9}"/>
              </a:ext>
            </a:extLst>
          </p:cNvPr>
          <p:cNvCxnSpPr>
            <a:cxnSpLocks/>
            <a:stCxn id="22" idx="2"/>
          </p:cNvCxnSpPr>
          <p:nvPr/>
        </p:nvCxnSpPr>
        <p:spPr>
          <a:xfrm flipH="1">
            <a:off x="6517101" y="3371643"/>
            <a:ext cx="1" cy="3918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箭头连接符 71">
            <a:extLst>
              <a:ext uri="{FF2B5EF4-FFF2-40B4-BE49-F238E27FC236}">
                <a16:creationId xmlns:a16="http://schemas.microsoft.com/office/drawing/2014/main" id="{5E29B39A-513D-DCCF-3141-FCE70B6FD17F}"/>
              </a:ext>
            </a:extLst>
          </p:cNvPr>
          <p:cNvCxnSpPr>
            <a:cxnSpLocks/>
            <a:stCxn id="19" idx="2"/>
            <a:endCxn id="55" idx="3"/>
          </p:cNvCxnSpPr>
          <p:nvPr/>
        </p:nvCxnSpPr>
        <p:spPr>
          <a:xfrm flipH="1">
            <a:off x="5157961" y="4393199"/>
            <a:ext cx="63289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流程图: 过程 54">
            <a:extLst>
              <a:ext uri="{FF2B5EF4-FFF2-40B4-BE49-F238E27FC236}">
                <a16:creationId xmlns:a16="http://schemas.microsoft.com/office/drawing/2014/main" id="{C895846D-C53C-D872-B770-31305A0498C2}"/>
              </a:ext>
            </a:extLst>
          </p:cNvPr>
          <p:cNvSpPr/>
          <p:nvPr/>
        </p:nvSpPr>
        <p:spPr>
          <a:xfrm>
            <a:off x="3621392" y="4110395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构造异常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关系图</a:t>
            </a:r>
          </a:p>
        </p:txBody>
      </p:sp>
      <p:cxnSp>
        <p:nvCxnSpPr>
          <p:cNvPr id="63" name="直接箭头连接符 71">
            <a:extLst>
              <a:ext uri="{FF2B5EF4-FFF2-40B4-BE49-F238E27FC236}">
                <a16:creationId xmlns:a16="http://schemas.microsoft.com/office/drawing/2014/main" id="{614FA971-A9C1-70E7-20CD-9E4F32C6BB58}"/>
              </a:ext>
            </a:extLst>
          </p:cNvPr>
          <p:cNvCxnSpPr>
            <a:cxnSpLocks/>
            <a:stCxn id="55" idx="1"/>
            <a:endCxn id="24" idx="3"/>
          </p:cNvCxnSpPr>
          <p:nvPr/>
        </p:nvCxnSpPr>
        <p:spPr>
          <a:xfrm flipH="1">
            <a:off x="3066882" y="4393199"/>
            <a:ext cx="55451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6442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直接箭头连接符 90">
            <a:extLst>
              <a:ext uri="{FF2B5EF4-FFF2-40B4-BE49-F238E27FC236}">
                <a16:creationId xmlns:a16="http://schemas.microsoft.com/office/drawing/2014/main" id="{76F1623B-A1E3-7BB0-67FA-3E792CD68325}"/>
              </a:ext>
            </a:extLst>
          </p:cNvPr>
          <p:cNvCxnSpPr>
            <a:cxnSpLocks/>
            <a:stCxn id="63" idx="0"/>
            <a:endCxn id="42" idx="1"/>
          </p:cNvCxnSpPr>
          <p:nvPr/>
        </p:nvCxnSpPr>
        <p:spPr>
          <a:xfrm rot="5400000" flipH="1" flipV="1">
            <a:off x="4206693" y="2884763"/>
            <a:ext cx="2413614" cy="1532460"/>
          </a:xfrm>
          <a:prstGeom prst="bentConnector2">
            <a:avLst/>
          </a:prstGeom>
          <a:ln w="50800" cmpd="dbl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流程图: 终止 3">
            <a:extLst>
              <a:ext uri="{FF2B5EF4-FFF2-40B4-BE49-F238E27FC236}">
                <a16:creationId xmlns:a16="http://schemas.microsoft.com/office/drawing/2014/main" id="{D99C406B-5762-DC0F-A41D-3A4D42DA1D06}"/>
              </a:ext>
            </a:extLst>
          </p:cNvPr>
          <p:cNvSpPr/>
          <p:nvPr/>
        </p:nvSpPr>
        <p:spPr>
          <a:xfrm>
            <a:off x="2272547" y="200936"/>
            <a:ext cx="1040777" cy="414902"/>
          </a:xfrm>
          <a:prstGeom prst="flowChartTerminator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开始</a:t>
            </a:r>
          </a:p>
        </p:txBody>
      </p:sp>
      <p:sp>
        <p:nvSpPr>
          <p:cNvPr id="5" name="流程图: 预定义过程 4">
            <a:extLst>
              <a:ext uri="{FF2B5EF4-FFF2-40B4-BE49-F238E27FC236}">
                <a16:creationId xmlns:a16="http://schemas.microsoft.com/office/drawing/2014/main" id="{89438242-73FE-843B-2758-E8CFA461D9D7}"/>
              </a:ext>
            </a:extLst>
          </p:cNvPr>
          <p:cNvSpPr/>
          <p:nvPr/>
        </p:nvSpPr>
        <p:spPr>
          <a:xfrm>
            <a:off x="2218349" y="1007371"/>
            <a:ext cx="1149167" cy="568602"/>
          </a:xfrm>
          <a:prstGeom prst="flowChartPredefined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时序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异常图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流程图: 过程 5">
            <a:extLst>
              <a:ext uri="{FF2B5EF4-FFF2-40B4-BE49-F238E27FC236}">
                <a16:creationId xmlns:a16="http://schemas.microsoft.com/office/drawing/2014/main" id="{000B11C8-4C9F-B9C6-830B-B05CAF7FF02F}"/>
              </a:ext>
            </a:extLst>
          </p:cNvPr>
          <p:cNvSpPr/>
          <p:nvPr/>
        </p:nvSpPr>
        <p:spPr>
          <a:xfrm>
            <a:off x="2024649" y="1948992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七步法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构建本体</a:t>
            </a:r>
          </a:p>
        </p:txBody>
      </p:sp>
      <p:pic>
        <p:nvPicPr>
          <p:cNvPr id="7" name="图形 6" descr="网络">
            <a:extLst>
              <a:ext uri="{FF2B5EF4-FFF2-40B4-BE49-F238E27FC236}">
                <a16:creationId xmlns:a16="http://schemas.microsoft.com/office/drawing/2014/main" id="{03F8F10E-C57D-BF5E-4F73-05BE9998F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8157" y="2819139"/>
            <a:ext cx="668827" cy="668827"/>
          </a:xfrm>
          <a:prstGeom prst="rect">
            <a:avLst/>
          </a:prstGeom>
        </p:spPr>
      </p:pic>
      <p:sp>
        <p:nvSpPr>
          <p:cNvPr id="8" name="流程图: 过程 7">
            <a:extLst>
              <a:ext uri="{FF2B5EF4-FFF2-40B4-BE49-F238E27FC236}">
                <a16:creationId xmlns:a16="http://schemas.microsoft.com/office/drawing/2014/main" id="{534E15CB-001A-9898-9BB3-EEDA2A863D96}"/>
              </a:ext>
            </a:extLst>
          </p:cNvPr>
          <p:cNvSpPr/>
          <p:nvPr/>
        </p:nvSpPr>
        <p:spPr>
          <a:xfrm>
            <a:off x="2024649" y="2870536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传播链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-&gt;</a:t>
            </a:r>
          </a:p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因果关系属性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81C678D-E61B-4011-313B-2961FCA6F624}"/>
              </a:ext>
            </a:extLst>
          </p:cNvPr>
          <p:cNvSpPr txBox="1"/>
          <p:nvPr/>
        </p:nvSpPr>
        <p:spPr>
          <a:xfrm>
            <a:off x="418101" y="2412125"/>
            <a:ext cx="793558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卫星诊断</a:t>
            </a:r>
            <a:endParaRPr lang="en-US" altLang="zh-CN" sz="15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r"/>
            <a:r>
              <a:rPr lang="zh-CN" alt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知识图谱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41A3E96-F6CF-BD15-3342-FEB6DDAB7D21}"/>
              </a:ext>
            </a:extLst>
          </p:cNvPr>
          <p:cNvSpPr txBox="1"/>
          <p:nvPr/>
        </p:nvSpPr>
        <p:spPr>
          <a:xfrm>
            <a:off x="1186585" y="2870536"/>
            <a:ext cx="7168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dirty="0"/>
              <a:t>节点类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A6E78E4-567F-22DC-88C5-538CB76E35AD}"/>
              </a:ext>
            </a:extLst>
          </p:cNvPr>
          <p:cNvSpPr txBox="1"/>
          <p:nvPr/>
        </p:nvSpPr>
        <p:spPr>
          <a:xfrm>
            <a:off x="1110249" y="3178313"/>
            <a:ext cx="8947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dirty="0"/>
              <a:t>实体层次</a:t>
            </a:r>
          </a:p>
        </p:txBody>
      </p:sp>
      <p:sp>
        <p:nvSpPr>
          <p:cNvPr id="17" name="流程图: 过程 16">
            <a:extLst>
              <a:ext uri="{FF2B5EF4-FFF2-40B4-BE49-F238E27FC236}">
                <a16:creationId xmlns:a16="http://schemas.microsoft.com/office/drawing/2014/main" id="{5E7ED38A-798E-68A5-160B-E963E6E298EE}"/>
              </a:ext>
            </a:extLst>
          </p:cNvPr>
          <p:cNvSpPr/>
          <p:nvPr/>
        </p:nvSpPr>
        <p:spPr>
          <a:xfrm>
            <a:off x="2024649" y="3893344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实例化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节点和边</a:t>
            </a:r>
          </a:p>
        </p:txBody>
      </p:sp>
      <p:sp>
        <p:nvSpPr>
          <p:cNvPr id="18" name="流程图: 数据 17">
            <a:extLst>
              <a:ext uri="{FF2B5EF4-FFF2-40B4-BE49-F238E27FC236}">
                <a16:creationId xmlns:a16="http://schemas.microsoft.com/office/drawing/2014/main" id="{F6C70ABA-6779-5557-50CF-0ACBF341106E}"/>
              </a:ext>
            </a:extLst>
          </p:cNvPr>
          <p:cNvSpPr/>
          <p:nvPr/>
        </p:nvSpPr>
        <p:spPr>
          <a:xfrm>
            <a:off x="2114411" y="4916152"/>
            <a:ext cx="1350307" cy="546163"/>
          </a:xfrm>
          <a:prstGeom prst="flowChartInputOutpu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异常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OWL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表示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9" name="直接箭头连接符 71">
            <a:extLst>
              <a:ext uri="{FF2B5EF4-FFF2-40B4-BE49-F238E27FC236}">
                <a16:creationId xmlns:a16="http://schemas.microsoft.com/office/drawing/2014/main" id="{378F179F-9216-CB5C-48A9-7BE425F96719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2792933" y="615838"/>
            <a:ext cx="3" cy="39153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71">
            <a:extLst>
              <a:ext uri="{FF2B5EF4-FFF2-40B4-BE49-F238E27FC236}">
                <a16:creationId xmlns:a16="http://schemas.microsoft.com/office/drawing/2014/main" id="{E1686543-C3FC-1E01-38E6-5947165E5EE5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792933" y="1575973"/>
            <a:ext cx="1" cy="3730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71">
            <a:extLst>
              <a:ext uri="{FF2B5EF4-FFF2-40B4-BE49-F238E27FC236}">
                <a16:creationId xmlns:a16="http://schemas.microsoft.com/office/drawing/2014/main" id="{A754309D-5D38-1428-6DAE-974589C00E77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2792934" y="2514600"/>
            <a:ext cx="0" cy="35593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箭头连接符 71">
            <a:extLst>
              <a:ext uri="{FF2B5EF4-FFF2-40B4-BE49-F238E27FC236}">
                <a16:creationId xmlns:a16="http://schemas.microsoft.com/office/drawing/2014/main" id="{6BFF162F-9B6A-CE96-6299-081C675AACD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>
            <a:off x="2792934" y="3436144"/>
            <a:ext cx="0" cy="45720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箭头连接符 71">
            <a:extLst>
              <a:ext uri="{FF2B5EF4-FFF2-40B4-BE49-F238E27FC236}">
                <a16:creationId xmlns:a16="http://schemas.microsoft.com/office/drawing/2014/main" id="{2FA2F7E0-47D1-E15E-911B-488F32CF6916}"/>
              </a:ext>
            </a:extLst>
          </p:cNvPr>
          <p:cNvCxnSpPr>
            <a:cxnSpLocks/>
            <a:stCxn id="17" idx="2"/>
            <a:endCxn id="18" idx="1"/>
          </p:cNvCxnSpPr>
          <p:nvPr/>
        </p:nvCxnSpPr>
        <p:spPr>
          <a:xfrm flipH="1">
            <a:off x="2789565" y="4458952"/>
            <a:ext cx="3369" cy="45720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流程图: 数据 33">
            <a:extLst>
              <a:ext uri="{FF2B5EF4-FFF2-40B4-BE49-F238E27FC236}">
                <a16:creationId xmlns:a16="http://schemas.microsoft.com/office/drawing/2014/main" id="{21116A96-261B-D986-65D0-BE036374F75B}"/>
              </a:ext>
            </a:extLst>
          </p:cNvPr>
          <p:cNvSpPr/>
          <p:nvPr/>
        </p:nvSpPr>
        <p:spPr>
          <a:xfrm>
            <a:off x="6349236" y="457334"/>
            <a:ext cx="1214537" cy="546163"/>
          </a:xfrm>
          <a:prstGeom prst="flowChartInputOutput">
            <a:avLst/>
          </a:prstGeom>
          <a:ln w="1905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文本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描述</a:t>
            </a:r>
          </a:p>
        </p:txBody>
      </p:sp>
      <p:cxnSp>
        <p:nvCxnSpPr>
          <p:cNvPr id="35" name="直接箭头连接符 71">
            <a:extLst>
              <a:ext uri="{FF2B5EF4-FFF2-40B4-BE49-F238E27FC236}">
                <a16:creationId xmlns:a16="http://schemas.microsoft.com/office/drawing/2014/main" id="{0CA56B10-116B-FB38-8775-6ACD84199166}"/>
              </a:ext>
            </a:extLst>
          </p:cNvPr>
          <p:cNvCxnSpPr>
            <a:cxnSpLocks/>
            <a:stCxn id="18" idx="3"/>
            <a:endCxn id="55" idx="1"/>
          </p:cNvCxnSpPr>
          <p:nvPr/>
        </p:nvCxnSpPr>
        <p:spPr>
          <a:xfrm rot="5400000" flipH="1" flipV="1">
            <a:off x="3368674" y="2652488"/>
            <a:ext cx="2095686" cy="3523967"/>
          </a:xfrm>
          <a:prstGeom prst="bentConnector4">
            <a:avLst>
              <a:gd name="adj1" fmla="val -10908"/>
              <a:gd name="adj2" fmla="val 35547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E01CBCCA-C3DE-ECE1-2BE4-1D3A7F25F039}"/>
              </a:ext>
            </a:extLst>
          </p:cNvPr>
          <p:cNvSpPr/>
          <p:nvPr/>
        </p:nvSpPr>
        <p:spPr>
          <a:xfrm>
            <a:off x="6178501" y="1303159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结构化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语义解析</a:t>
            </a:r>
          </a:p>
        </p:txBody>
      </p:sp>
      <p:sp>
        <p:nvSpPr>
          <p:cNvPr id="42" name="流程图: 过程 41">
            <a:extLst>
              <a:ext uri="{FF2B5EF4-FFF2-40B4-BE49-F238E27FC236}">
                <a16:creationId xmlns:a16="http://schemas.microsoft.com/office/drawing/2014/main" id="{35F8D449-CD14-983F-D857-81035458BD0A}"/>
              </a:ext>
            </a:extLst>
          </p:cNvPr>
          <p:cNvSpPr/>
          <p:nvPr/>
        </p:nvSpPr>
        <p:spPr>
          <a:xfrm>
            <a:off x="6179730" y="2161382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自然描述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-&gt;</a:t>
            </a:r>
          </a:p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OWL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查询指令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5" name="流程图: 离页连接符 44">
            <a:extLst>
              <a:ext uri="{FF2B5EF4-FFF2-40B4-BE49-F238E27FC236}">
                <a16:creationId xmlns:a16="http://schemas.microsoft.com/office/drawing/2014/main" id="{E888813B-81D7-CEC6-5BA0-D0DDF063834E}"/>
              </a:ext>
            </a:extLst>
          </p:cNvPr>
          <p:cNvSpPr/>
          <p:nvPr/>
        </p:nvSpPr>
        <p:spPr>
          <a:xfrm>
            <a:off x="4751184" y="4156596"/>
            <a:ext cx="664369" cy="793522"/>
          </a:xfrm>
          <a:prstGeom prst="flowChartOffpageConnector">
            <a:avLst/>
          </a:prstGeom>
          <a:scene3d>
            <a:camera prst="orthographicFront">
              <a:rot lat="0" lon="0" rev="16200000"/>
            </a:camera>
            <a:lightRig rig="threePt" dir="t"/>
          </a:scene3d>
          <a:sp3d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>
            <a:flatTx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实体识别</a:t>
            </a:r>
          </a:p>
        </p:txBody>
      </p:sp>
      <p:sp>
        <p:nvSpPr>
          <p:cNvPr id="53" name="流程图: 过程 52">
            <a:extLst>
              <a:ext uri="{FF2B5EF4-FFF2-40B4-BE49-F238E27FC236}">
                <a16:creationId xmlns:a16="http://schemas.microsoft.com/office/drawing/2014/main" id="{43EDDEFA-9B2F-19FE-CDE2-4DFD37F28923}"/>
              </a:ext>
            </a:extLst>
          </p:cNvPr>
          <p:cNvSpPr/>
          <p:nvPr/>
        </p:nvSpPr>
        <p:spPr>
          <a:xfrm>
            <a:off x="8437082" y="1476682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系统分类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转换失败案例</a:t>
            </a:r>
          </a:p>
        </p:txBody>
      </p:sp>
      <p:sp>
        <p:nvSpPr>
          <p:cNvPr id="54" name="流程图: 过程 53">
            <a:extLst>
              <a:ext uri="{FF2B5EF4-FFF2-40B4-BE49-F238E27FC236}">
                <a16:creationId xmlns:a16="http://schemas.microsoft.com/office/drawing/2014/main" id="{19145997-6CCF-6FF4-F04E-32E6F1F9FDE4}"/>
              </a:ext>
            </a:extLst>
          </p:cNvPr>
          <p:cNvSpPr/>
          <p:nvPr/>
        </p:nvSpPr>
        <p:spPr>
          <a:xfrm>
            <a:off x="8437081" y="2856235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针对性优化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提示词</a:t>
            </a:r>
          </a:p>
        </p:txBody>
      </p:sp>
      <p:sp>
        <p:nvSpPr>
          <p:cNvPr id="55" name="流程图: 过程 54">
            <a:extLst>
              <a:ext uri="{FF2B5EF4-FFF2-40B4-BE49-F238E27FC236}">
                <a16:creationId xmlns:a16="http://schemas.microsoft.com/office/drawing/2014/main" id="{3AE35179-03E7-7771-9212-9E6B502B2CFA}"/>
              </a:ext>
            </a:extLst>
          </p:cNvPr>
          <p:cNvSpPr/>
          <p:nvPr/>
        </p:nvSpPr>
        <p:spPr>
          <a:xfrm>
            <a:off x="6178501" y="3083825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推理引擎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OWL DL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推理</a:t>
            </a:r>
          </a:p>
        </p:txBody>
      </p:sp>
      <p:sp>
        <p:nvSpPr>
          <p:cNvPr id="56" name="流程图: 过程 55">
            <a:extLst>
              <a:ext uri="{FF2B5EF4-FFF2-40B4-BE49-F238E27FC236}">
                <a16:creationId xmlns:a16="http://schemas.microsoft.com/office/drawing/2014/main" id="{E280E3B2-1EC8-330F-C3C0-3DEDCE53E805}"/>
              </a:ext>
            </a:extLst>
          </p:cNvPr>
          <p:cNvSpPr/>
          <p:nvPr/>
        </p:nvSpPr>
        <p:spPr>
          <a:xfrm>
            <a:off x="6179933" y="4035962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推理链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-&gt;</a:t>
            </a:r>
            <a:b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故障传播链</a:t>
            </a:r>
          </a:p>
        </p:txBody>
      </p:sp>
      <p:sp>
        <p:nvSpPr>
          <p:cNvPr id="59" name="流程图: 过程 58">
            <a:extLst>
              <a:ext uri="{FF2B5EF4-FFF2-40B4-BE49-F238E27FC236}">
                <a16:creationId xmlns:a16="http://schemas.microsoft.com/office/drawing/2014/main" id="{6F7A5889-7750-F864-335B-7DA5A03CB9DC}"/>
              </a:ext>
            </a:extLst>
          </p:cNvPr>
          <p:cNvSpPr/>
          <p:nvPr/>
        </p:nvSpPr>
        <p:spPr>
          <a:xfrm>
            <a:off x="6179929" y="4898368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JSON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键值对</a:t>
            </a:r>
          </a:p>
        </p:txBody>
      </p:sp>
      <p:sp>
        <p:nvSpPr>
          <p:cNvPr id="60" name="流程图: 过程 59">
            <a:extLst>
              <a:ext uri="{FF2B5EF4-FFF2-40B4-BE49-F238E27FC236}">
                <a16:creationId xmlns:a16="http://schemas.microsoft.com/office/drawing/2014/main" id="{BF17315B-DC79-622F-013A-3FAC7B8F2186}"/>
              </a:ext>
            </a:extLst>
          </p:cNvPr>
          <p:cNvSpPr/>
          <p:nvPr/>
        </p:nvSpPr>
        <p:spPr>
          <a:xfrm>
            <a:off x="3882399" y="6071174"/>
            <a:ext cx="1536569" cy="565608"/>
          </a:xfrm>
          <a:prstGeom prst="flowChartProcess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诊断报告</a:t>
            </a:r>
            <a:b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结构化填充</a:t>
            </a:r>
          </a:p>
        </p:txBody>
      </p:sp>
      <p:pic>
        <p:nvPicPr>
          <p:cNvPr id="63" name="图形 62">
            <a:extLst>
              <a:ext uri="{FF2B5EF4-FFF2-40B4-BE49-F238E27FC236}">
                <a16:creationId xmlns:a16="http://schemas.microsoft.com/office/drawing/2014/main" id="{C8C164F0-BDD7-4158-2B0B-8D8887C449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21800" y="4857800"/>
            <a:ext cx="650939" cy="647700"/>
          </a:xfrm>
          <a:prstGeom prst="rect">
            <a:avLst/>
          </a:prstGeom>
        </p:spPr>
      </p:pic>
      <p:sp>
        <p:nvSpPr>
          <p:cNvPr id="64" name="流程图: 终止 63">
            <a:extLst>
              <a:ext uri="{FF2B5EF4-FFF2-40B4-BE49-F238E27FC236}">
                <a16:creationId xmlns:a16="http://schemas.microsoft.com/office/drawing/2014/main" id="{FF970AA6-DBFF-5910-9262-A4A1C1FC12B1}"/>
              </a:ext>
            </a:extLst>
          </p:cNvPr>
          <p:cNvSpPr/>
          <p:nvPr/>
        </p:nvSpPr>
        <p:spPr>
          <a:xfrm>
            <a:off x="6426396" y="6146527"/>
            <a:ext cx="1040777" cy="414902"/>
          </a:xfrm>
          <a:prstGeom prst="flowChartTerminator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4680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结束</a:t>
            </a:r>
          </a:p>
        </p:txBody>
      </p:sp>
      <p:sp>
        <p:nvSpPr>
          <p:cNvPr id="65" name="流程图: 离页连接符 64">
            <a:extLst>
              <a:ext uri="{FF2B5EF4-FFF2-40B4-BE49-F238E27FC236}">
                <a16:creationId xmlns:a16="http://schemas.microsoft.com/office/drawing/2014/main" id="{6B4A0270-D0DE-73C7-3297-AE00468FEE62}"/>
              </a:ext>
            </a:extLst>
          </p:cNvPr>
          <p:cNvSpPr/>
          <p:nvPr/>
        </p:nvSpPr>
        <p:spPr>
          <a:xfrm>
            <a:off x="4755258" y="3480568"/>
            <a:ext cx="664369" cy="793522"/>
          </a:xfrm>
          <a:prstGeom prst="flowChartOffpageConnector">
            <a:avLst/>
          </a:prstGeom>
          <a:scene3d>
            <a:camera prst="orthographicFront">
              <a:rot lat="0" lon="0" rev="16200000"/>
            </a:camera>
            <a:lightRig rig="threePt" dir="t"/>
          </a:scene3d>
          <a:sp3d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>
            <a:flatTx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关系映射</a:t>
            </a:r>
          </a:p>
        </p:txBody>
      </p:sp>
      <p:sp>
        <p:nvSpPr>
          <p:cNvPr id="66" name="流程图: 离页连接符 65">
            <a:extLst>
              <a:ext uri="{FF2B5EF4-FFF2-40B4-BE49-F238E27FC236}">
                <a16:creationId xmlns:a16="http://schemas.microsoft.com/office/drawing/2014/main" id="{054DBCBE-E8D3-8BC9-A1A4-C6B8182CDDFF}"/>
              </a:ext>
            </a:extLst>
          </p:cNvPr>
          <p:cNvSpPr/>
          <p:nvPr/>
        </p:nvSpPr>
        <p:spPr>
          <a:xfrm>
            <a:off x="4728325" y="1623761"/>
            <a:ext cx="664369" cy="793522"/>
          </a:xfrm>
          <a:prstGeom prst="flowChartOffpage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本体对齐</a:t>
            </a:r>
          </a:p>
        </p:txBody>
      </p:sp>
      <p:sp>
        <p:nvSpPr>
          <p:cNvPr id="67" name="流程图: 离页连接符 66">
            <a:extLst>
              <a:ext uri="{FF2B5EF4-FFF2-40B4-BE49-F238E27FC236}">
                <a16:creationId xmlns:a16="http://schemas.microsoft.com/office/drawing/2014/main" id="{558AECB0-4948-F869-88BD-BB94955E6632}"/>
              </a:ext>
            </a:extLst>
          </p:cNvPr>
          <p:cNvSpPr/>
          <p:nvPr/>
        </p:nvSpPr>
        <p:spPr>
          <a:xfrm>
            <a:off x="5383239" y="1623976"/>
            <a:ext cx="664369" cy="793522"/>
          </a:xfrm>
          <a:prstGeom prst="flowChartOffpage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rtlCol="0" anchor="ctr"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查询构造</a:t>
            </a:r>
          </a:p>
        </p:txBody>
      </p:sp>
      <p:cxnSp>
        <p:nvCxnSpPr>
          <p:cNvPr id="82" name="直接箭头连接符 90">
            <a:extLst>
              <a:ext uri="{FF2B5EF4-FFF2-40B4-BE49-F238E27FC236}">
                <a16:creationId xmlns:a16="http://schemas.microsoft.com/office/drawing/2014/main" id="{A2C675A8-4589-3790-3E17-04F57731268A}"/>
              </a:ext>
            </a:extLst>
          </p:cNvPr>
          <p:cNvCxnSpPr>
            <a:cxnSpLocks/>
            <a:stCxn id="63" idx="2"/>
            <a:endCxn id="60" idx="0"/>
          </p:cNvCxnSpPr>
          <p:nvPr/>
        </p:nvCxnSpPr>
        <p:spPr>
          <a:xfrm rot="16200000" flipH="1">
            <a:off x="4366140" y="5786630"/>
            <a:ext cx="565674" cy="3414"/>
          </a:xfrm>
          <a:prstGeom prst="bentConnector3">
            <a:avLst>
              <a:gd name="adj1" fmla="val 50000"/>
            </a:avLst>
          </a:prstGeom>
          <a:ln w="50800" cmpd="dbl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箭头连接符 71">
            <a:extLst>
              <a:ext uri="{FF2B5EF4-FFF2-40B4-BE49-F238E27FC236}">
                <a16:creationId xmlns:a16="http://schemas.microsoft.com/office/drawing/2014/main" id="{9E66A663-DA94-8D0D-B629-C00B20F0D242}"/>
              </a:ext>
            </a:extLst>
          </p:cNvPr>
          <p:cNvCxnSpPr>
            <a:cxnSpLocks/>
            <a:stCxn id="34" idx="4"/>
            <a:endCxn id="41" idx="0"/>
          </p:cNvCxnSpPr>
          <p:nvPr/>
        </p:nvCxnSpPr>
        <p:spPr>
          <a:xfrm flipH="1">
            <a:off x="6946786" y="1003497"/>
            <a:ext cx="9719" cy="29966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箭头连接符 71">
            <a:extLst>
              <a:ext uri="{FF2B5EF4-FFF2-40B4-BE49-F238E27FC236}">
                <a16:creationId xmlns:a16="http://schemas.microsoft.com/office/drawing/2014/main" id="{0B4A33A4-7740-E229-F01D-31EAB419F1B0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>
            <a:off x="6946786" y="1868767"/>
            <a:ext cx="1229" cy="29261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71">
            <a:extLst>
              <a:ext uri="{FF2B5EF4-FFF2-40B4-BE49-F238E27FC236}">
                <a16:creationId xmlns:a16="http://schemas.microsoft.com/office/drawing/2014/main" id="{F5F813E0-9495-6F89-AB27-0793D9F3F596}"/>
              </a:ext>
            </a:extLst>
          </p:cNvPr>
          <p:cNvCxnSpPr>
            <a:cxnSpLocks/>
            <a:stCxn id="42" idx="3"/>
            <a:endCxn id="53" idx="1"/>
          </p:cNvCxnSpPr>
          <p:nvPr/>
        </p:nvCxnSpPr>
        <p:spPr>
          <a:xfrm flipV="1">
            <a:off x="7716299" y="1759486"/>
            <a:ext cx="720783" cy="684700"/>
          </a:xfrm>
          <a:prstGeom prst="straightConnector1">
            <a:avLst/>
          </a:prstGeom>
          <a:ln w="38100" cmpd="dbl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箭头连接符 71">
            <a:extLst>
              <a:ext uri="{FF2B5EF4-FFF2-40B4-BE49-F238E27FC236}">
                <a16:creationId xmlns:a16="http://schemas.microsoft.com/office/drawing/2014/main" id="{2AD7CE8C-F220-8DDA-4276-5471F3884DD8}"/>
              </a:ext>
            </a:extLst>
          </p:cNvPr>
          <p:cNvCxnSpPr>
            <a:cxnSpLocks/>
            <a:stCxn id="54" idx="1"/>
            <a:endCxn id="42" idx="3"/>
          </p:cNvCxnSpPr>
          <p:nvPr/>
        </p:nvCxnSpPr>
        <p:spPr>
          <a:xfrm flipH="1" flipV="1">
            <a:off x="7716299" y="2444186"/>
            <a:ext cx="720782" cy="694853"/>
          </a:xfrm>
          <a:prstGeom prst="straightConnector1">
            <a:avLst/>
          </a:prstGeom>
          <a:ln w="38100" cmpd="dbl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箭头连接符 71">
            <a:extLst>
              <a:ext uri="{FF2B5EF4-FFF2-40B4-BE49-F238E27FC236}">
                <a16:creationId xmlns:a16="http://schemas.microsoft.com/office/drawing/2014/main" id="{95328BC4-790C-E5C0-71F1-91A7D4762630}"/>
              </a:ext>
            </a:extLst>
          </p:cNvPr>
          <p:cNvCxnSpPr>
            <a:cxnSpLocks/>
            <a:stCxn id="53" idx="2"/>
            <a:endCxn id="54" idx="0"/>
          </p:cNvCxnSpPr>
          <p:nvPr/>
        </p:nvCxnSpPr>
        <p:spPr>
          <a:xfrm flipH="1">
            <a:off x="9205366" y="2042290"/>
            <a:ext cx="1" cy="81394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71">
            <a:extLst>
              <a:ext uri="{FF2B5EF4-FFF2-40B4-BE49-F238E27FC236}">
                <a16:creationId xmlns:a16="http://schemas.microsoft.com/office/drawing/2014/main" id="{DB3E27E5-22C4-F3B4-0D25-1FCAB497DA07}"/>
              </a:ext>
            </a:extLst>
          </p:cNvPr>
          <p:cNvCxnSpPr>
            <a:cxnSpLocks/>
            <a:stCxn id="42" idx="2"/>
            <a:endCxn id="55" idx="0"/>
          </p:cNvCxnSpPr>
          <p:nvPr/>
        </p:nvCxnSpPr>
        <p:spPr>
          <a:xfrm flipH="1">
            <a:off x="6946786" y="2726990"/>
            <a:ext cx="1229" cy="35683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箭头连接符 71">
            <a:extLst>
              <a:ext uri="{FF2B5EF4-FFF2-40B4-BE49-F238E27FC236}">
                <a16:creationId xmlns:a16="http://schemas.microsoft.com/office/drawing/2014/main" id="{C81C59FC-85D9-E038-1081-60E49BBE18E5}"/>
              </a:ext>
            </a:extLst>
          </p:cNvPr>
          <p:cNvCxnSpPr>
            <a:cxnSpLocks/>
            <a:stCxn id="55" idx="2"/>
            <a:endCxn id="56" idx="0"/>
          </p:cNvCxnSpPr>
          <p:nvPr/>
        </p:nvCxnSpPr>
        <p:spPr>
          <a:xfrm>
            <a:off x="6946786" y="3649433"/>
            <a:ext cx="1432" cy="38652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6" name="直接箭头连接符 71">
            <a:extLst>
              <a:ext uri="{FF2B5EF4-FFF2-40B4-BE49-F238E27FC236}">
                <a16:creationId xmlns:a16="http://schemas.microsoft.com/office/drawing/2014/main" id="{9F6F14A5-65BA-5023-DA37-B9B4237E7FA4}"/>
              </a:ext>
            </a:extLst>
          </p:cNvPr>
          <p:cNvCxnSpPr>
            <a:cxnSpLocks/>
            <a:stCxn id="56" idx="2"/>
            <a:endCxn id="59" idx="0"/>
          </p:cNvCxnSpPr>
          <p:nvPr/>
        </p:nvCxnSpPr>
        <p:spPr>
          <a:xfrm flipH="1">
            <a:off x="6948214" y="4601570"/>
            <a:ext cx="4" cy="29679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直接箭头连接符 90">
            <a:extLst>
              <a:ext uri="{FF2B5EF4-FFF2-40B4-BE49-F238E27FC236}">
                <a16:creationId xmlns:a16="http://schemas.microsoft.com/office/drawing/2014/main" id="{7389FA5A-0511-5175-DB01-6D327AD76B5C}"/>
              </a:ext>
            </a:extLst>
          </p:cNvPr>
          <p:cNvCxnSpPr>
            <a:cxnSpLocks/>
            <a:stCxn id="59" idx="1"/>
            <a:endCxn id="63" idx="3"/>
          </p:cNvCxnSpPr>
          <p:nvPr/>
        </p:nvCxnSpPr>
        <p:spPr>
          <a:xfrm rot="10800000" flipV="1">
            <a:off x="4972739" y="5181172"/>
            <a:ext cx="1207190" cy="478"/>
          </a:xfrm>
          <a:prstGeom prst="bentConnector3">
            <a:avLst>
              <a:gd name="adj1" fmla="val 50000"/>
            </a:avLst>
          </a:prstGeom>
          <a:ln w="50800" cmpd="dbl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5" name="直接箭头连接符 71">
            <a:extLst>
              <a:ext uri="{FF2B5EF4-FFF2-40B4-BE49-F238E27FC236}">
                <a16:creationId xmlns:a16="http://schemas.microsoft.com/office/drawing/2014/main" id="{04866FEA-F10A-A272-D096-3D42B5A34018}"/>
              </a:ext>
            </a:extLst>
          </p:cNvPr>
          <p:cNvCxnSpPr>
            <a:cxnSpLocks/>
            <a:stCxn id="60" idx="3"/>
            <a:endCxn id="64" idx="1"/>
          </p:cNvCxnSpPr>
          <p:nvPr/>
        </p:nvCxnSpPr>
        <p:spPr>
          <a:xfrm>
            <a:off x="5418968" y="6353978"/>
            <a:ext cx="100742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箭头连接符 71">
            <a:extLst>
              <a:ext uri="{FF2B5EF4-FFF2-40B4-BE49-F238E27FC236}">
                <a16:creationId xmlns:a16="http://schemas.microsoft.com/office/drawing/2014/main" id="{BF2CFEB8-A3B9-37AE-3230-D2E530709870}"/>
              </a:ext>
            </a:extLst>
          </p:cNvPr>
          <p:cNvCxnSpPr>
            <a:cxnSpLocks/>
            <a:stCxn id="23" idx="3"/>
            <a:endCxn id="34" idx="2"/>
          </p:cNvCxnSpPr>
          <p:nvPr/>
        </p:nvCxnSpPr>
        <p:spPr>
          <a:xfrm flipV="1">
            <a:off x="4962681" y="730416"/>
            <a:ext cx="1508009" cy="1543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图形 22" descr="用户">
            <a:extLst>
              <a:ext uri="{FF2B5EF4-FFF2-40B4-BE49-F238E27FC236}">
                <a16:creationId xmlns:a16="http://schemas.microsoft.com/office/drawing/2014/main" id="{CC39A874-E734-790D-53BE-0FCF897716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16517" y="472766"/>
            <a:ext cx="546164" cy="546164"/>
          </a:xfrm>
          <a:prstGeom prst="rect">
            <a:avLst/>
          </a:prstGeom>
        </p:spPr>
      </p:pic>
      <p:cxnSp>
        <p:nvCxnSpPr>
          <p:cNvPr id="30" name="直接箭头连接符 71">
            <a:extLst>
              <a:ext uri="{FF2B5EF4-FFF2-40B4-BE49-F238E27FC236}">
                <a16:creationId xmlns:a16="http://schemas.microsoft.com/office/drawing/2014/main" id="{0B15A0FD-7A21-A91A-8DF2-BF601383F922}"/>
              </a:ext>
            </a:extLst>
          </p:cNvPr>
          <p:cNvCxnSpPr>
            <a:cxnSpLocks/>
            <a:stCxn id="4" idx="2"/>
            <a:endCxn id="23" idx="1"/>
          </p:cNvCxnSpPr>
          <p:nvPr/>
        </p:nvCxnSpPr>
        <p:spPr>
          <a:xfrm rot="16200000" flipH="1">
            <a:off x="3539721" y="-130948"/>
            <a:ext cx="130010" cy="1623581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箭头连接符 90">
            <a:extLst>
              <a:ext uri="{FF2B5EF4-FFF2-40B4-BE49-F238E27FC236}">
                <a16:creationId xmlns:a16="http://schemas.microsoft.com/office/drawing/2014/main" id="{DCBE5B47-4F97-3757-45F8-E3C11E1FE91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1126984" y="3153340"/>
            <a:ext cx="897665" cy="213"/>
          </a:xfrm>
          <a:prstGeom prst="bentConnector3">
            <a:avLst>
              <a:gd name="adj1" fmla="val 50000"/>
            </a:avLst>
          </a:prstGeom>
          <a:ln w="50800" cmpd="dbl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363101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9C7DB216-76F3-D3F8-B6DB-7F767852734B}"/>
              </a:ext>
            </a:extLst>
          </p:cNvPr>
          <p:cNvSpPr/>
          <p:nvPr/>
        </p:nvSpPr>
        <p:spPr>
          <a:xfrm>
            <a:off x="3703071" y="2520017"/>
            <a:ext cx="235670" cy="23567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44D288-9FB0-10A9-16D6-344F3D4AFA98}"/>
              </a:ext>
            </a:extLst>
          </p:cNvPr>
          <p:cNvSpPr txBox="1"/>
          <p:nvPr/>
        </p:nvSpPr>
        <p:spPr>
          <a:xfrm>
            <a:off x="3368659" y="200080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/>
              <a:t>反作用轮</a:t>
            </a:r>
            <a:endParaRPr lang="en-US" altLang="zh-CN" sz="1400" dirty="0"/>
          </a:p>
          <a:p>
            <a:pPr algn="ctr"/>
            <a:r>
              <a:rPr lang="zh-CN" altLang="en-US" sz="1400" dirty="0"/>
              <a:t>力矩</a:t>
            </a:r>
          </a:p>
        </p:txBody>
      </p:sp>
      <p:sp>
        <p:nvSpPr>
          <p:cNvPr id="6" name="流程图: 接点 5">
            <a:extLst>
              <a:ext uri="{FF2B5EF4-FFF2-40B4-BE49-F238E27FC236}">
                <a16:creationId xmlns:a16="http://schemas.microsoft.com/office/drawing/2014/main" id="{DA2AC8E6-730E-A004-6941-4AEC543A812A}"/>
              </a:ext>
            </a:extLst>
          </p:cNvPr>
          <p:cNvSpPr/>
          <p:nvPr/>
        </p:nvSpPr>
        <p:spPr>
          <a:xfrm>
            <a:off x="5005142" y="2524027"/>
            <a:ext cx="235670" cy="23567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1B268E0-B01F-51F2-D43B-ED6717A15291}"/>
              </a:ext>
            </a:extLst>
          </p:cNvPr>
          <p:cNvSpPr txBox="1"/>
          <p:nvPr/>
        </p:nvSpPr>
        <p:spPr>
          <a:xfrm>
            <a:off x="4761339" y="2004817"/>
            <a:ext cx="7232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/>
              <a:t>星敏</a:t>
            </a:r>
            <a:br>
              <a:rPr lang="en-US" altLang="zh-CN" sz="1400" dirty="0"/>
            </a:br>
            <a:r>
              <a:rPr lang="zh-CN" altLang="en-US" sz="1400" dirty="0"/>
              <a:t>姿态角</a:t>
            </a:r>
          </a:p>
        </p:txBody>
      </p:sp>
      <p:sp>
        <p:nvSpPr>
          <p:cNvPr id="8" name="流程图: 接点 7">
            <a:extLst>
              <a:ext uri="{FF2B5EF4-FFF2-40B4-BE49-F238E27FC236}">
                <a16:creationId xmlns:a16="http://schemas.microsoft.com/office/drawing/2014/main" id="{A5F8B43F-3D1F-F425-A832-D672C3AF605F}"/>
              </a:ext>
            </a:extLst>
          </p:cNvPr>
          <p:cNvSpPr/>
          <p:nvPr/>
        </p:nvSpPr>
        <p:spPr>
          <a:xfrm>
            <a:off x="6381944" y="2524027"/>
            <a:ext cx="235670" cy="23567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0B5D738-195D-0397-2DC8-90DF3DFB34BC}"/>
              </a:ext>
            </a:extLst>
          </p:cNvPr>
          <p:cNvSpPr txBox="1"/>
          <p:nvPr/>
        </p:nvSpPr>
        <p:spPr>
          <a:xfrm>
            <a:off x="6088735" y="195532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/>
              <a:t>太阳能板</a:t>
            </a:r>
            <a:endParaRPr lang="en-US" altLang="zh-CN" sz="1400" dirty="0"/>
          </a:p>
          <a:p>
            <a:pPr algn="ctr"/>
            <a:r>
              <a:rPr lang="zh-CN" altLang="en-US" sz="1400" dirty="0"/>
              <a:t>光生电流</a:t>
            </a:r>
          </a:p>
        </p:txBody>
      </p:sp>
      <p:sp>
        <p:nvSpPr>
          <p:cNvPr id="10" name="流程图: 接点 9">
            <a:extLst>
              <a:ext uri="{FF2B5EF4-FFF2-40B4-BE49-F238E27FC236}">
                <a16:creationId xmlns:a16="http://schemas.microsoft.com/office/drawing/2014/main" id="{123A0EF6-80A5-FAEF-F03E-2B91FC71B683}"/>
              </a:ext>
            </a:extLst>
          </p:cNvPr>
          <p:cNvSpPr/>
          <p:nvPr/>
        </p:nvSpPr>
        <p:spPr>
          <a:xfrm>
            <a:off x="7798257" y="2520017"/>
            <a:ext cx="235670" cy="23567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F62F516-80DA-454E-E3F9-386C847A5B55}"/>
              </a:ext>
            </a:extLst>
          </p:cNvPr>
          <p:cNvSpPr txBox="1"/>
          <p:nvPr/>
        </p:nvSpPr>
        <p:spPr>
          <a:xfrm>
            <a:off x="7417551" y="199679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/>
              <a:t>蓄电池组</a:t>
            </a:r>
            <a:endParaRPr lang="en-US" altLang="zh-CN" sz="1400" dirty="0"/>
          </a:p>
          <a:p>
            <a:pPr algn="ctr"/>
            <a:r>
              <a:rPr lang="zh-CN" altLang="en-US" sz="1400" dirty="0"/>
              <a:t>荷电状态</a:t>
            </a:r>
          </a:p>
        </p:txBody>
      </p:sp>
      <p:cxnSp>
        <p:nvCxnSpPr>
          <p:cNvPr id="13" name="直接箭头连接符 71">
            <a:extLst>
              <a:ext uri="{FF2B5EF4-FFF2-40B4-BE49-F238E27FC236}">
                <a16:creationId xmlns:a16="http://schemas.microsoft.com/office/drawing/2014/main" id="{7ECC4F55-5134-173D-B6E1-38FF7AE749FD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3938741" y="2637852"/>
            <a:ext cx="1066401" cy="401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447EA9A8-6CD7-AAD4-ECBA-592872A3D951}"/>
              </a:ext>
            </a:extLst>
          </p:cNvPr>
          <p:cNvSpPr txBox="1"/>
          <p:nvPr/>
        </p:nvSpPr>
        <p:spPr>
          <a:xfrm>
            <a:off x="4027087" y="2389537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卫星旋转</a:t>
            </a:r>
          </a:p>
        </p:txBody>
      </p:sp>
      <p:cxnSp>
        <p:nvCxnSpPr>
          <p:cNvPr id="18" name="直接箭头连接符 71">
            <a:extLst>
              <a:ext uri="{FF2B5EF4-FFF2-40B4-BE49-F238E27FC236}">
                <a16:creationId xmlns:a16="http://schemas.microsoft.com/office/drawing/2014/main" id="{6A816546-FF6D-20DB-451B-AE9753630F15}"/>
              </a:ext>
            </a:extLst>
          </p:cNvPr>
          <p:cNvCxnSpPr>
            <a:cxnSpLocks/>
            <a:stCxn id="6" idx="6"/>
            <a:endCxn id="8" idx="2"/>
          </p:cNvCxnSpPr>
          <p:nvPr/>
        </p:nvCxnSpPr>
        <p:spPr>
          <a:xfrm>
            <a:off x="5240812" y="2641862"/>
            <a:ext cx="11411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6CE430D2-A195-6D90-9CD7-2143CE75327D}"/>
              </a:ext>
            </a:extLst>
          </p:cNvPr>
          <p:cNvSpPr txBox="1"/>
          <p:nvPr/>
        </p:nvSpPr>
        <p:spPr>
          <a:xfrm>
            <a:off x="5355054" y="2285286"/>
            <a:ext cx="800219" cy="618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太阳能板错位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08B1384-DF9D-CA61-18E9-395F7981CAAB}"/>
              </a:ext>
            </a:extLst>
          </p:cNvPr>
          <p:cNvSpPr txBox="1"/>
          <p:nvPr/>
        </p:nvSpPr>
        <p:spPr>
          <a:xfrm>
            <a:off x="6761468" y="2328760"/>
            <a:ext cx="800219" cy="618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充电效率下降</a:t>
            </a:r>
          </a:p>
        </p:txBody>
      </p:sp>
      <p:cxnSp>
        <p:nvCxnSpPr>
          <p:cNvPr id="24" name="直接箭头连接符 71">
            <a:extLst>
              <a:ext uri="{FF2B5EF4-FFF2-40B4-BE49-F238E27FC236}">
                <a16:creationId xmlns:a16="http://schemas.microsoft.com/office/drawing/2014/main" id="{065A9DB2-2128-76D4-1E99-0088AE2A1C24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 flipV="1">
            <a:off x="6617614" y="2637852"/>
            <a:ext cx="1180643" cy="401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流程图: 接点 28">
            <a:extLst>
              <a:ext uri="{FF2B5EF4-FFF2-40B4-BE49-F238E27FC236}">
                <a16:creationId xmlns:a16="http://schemas.microsoft.com/office/drawing/2014/main" id="{91FC66EA-22E3-2435-DA74-43F0540AFD56}"/>
              </a:ext>
            </a:extLst>
          </p:cNvPr>
          <p:cNvSpPr/>
          <p:nvPr/>
        </p:nvSpPr>
        <p:spPr>
          <a:xfrm>
            <a:off x="3702229" y="3509832"/>
            <a:ext cx="235670" cy="23567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541C12E-1F32-041D-7A27-9F58419030AE}"/>
              </a:ext>
            </a:extLst>
          </p:cNvPr>
          <p:cNvSpPr txBox="1"/>
          <p:nvPr/>
        </p:nvSpPr>
        <p:spPr>
          <a:xfrm>
            <a:off x="3283609" y="3886168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/>
              <a:t>推进器喷口</a:t>
            </a:r>
            <a:endParaRPr lang="en-US" altLang="zh-CN" sz="1400" dirty="0"/>
          </a:p>
          <a:p>
            <a:pPr algn="ctr"/>
            <a:r>
              <a:rPr lang="zh-CN" altLang="en-US" sz="1400" dirty="0"/>
              <a:t>流量</a:t>
            </a:r>
          </a:p>
        </p:txBody>
      </p:sp>
      <p:cxnSp>
        <p:nvCxnSpPr>
          <p:cNvPr id="31" name="直接箭头连接符 71">
            <a:extLst>
              <a:ext uri="{FF2B5EF4-FFF2-40B4-BE49-F238E27FC236}">
                <a16:creationId xmlns:a16="http://schemas.microsoft.com/office/drawing/2014/main" id="{C5FA7B76-F4A7-C4FB-9A03-448D5B3241B5}"/>
              </a:ext>
            </a:extLst>
          </p:cNvPr>
          <p:cNvCxnSpPr>
            <a:cxnSpLocks/>
            <a:stCxn id="29" idx="6"/>
            <a:endCxn id="36" idx="2"/>
          </p:cNvCxnSpPr>
          <p:nvPr/>
        </p:nvCxnSpPr>
        <p:spPr>
          <a:xfrm>
            <a:off x="3937899" y="3627667"/>
            <a:ext cx="107029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流程图: 接点 35">
            <a:extLst>
              <a:ext uri="{FF2B5EF4-FFF2-40B4-BE49-F238E27FC236}">
                <a16:creationId xmlns:a16="http://schemas.microsoft.com/office/drawing/2014/main" id="{57C3B0B8-7215-E727-C1C3-F9762C62BC4A}"/>
              </a:ext>
            </a:extLst>
          </p:cNvPr>
          <p:cNvSpPr/>
          <p:nvPr/>
        </p:nvSpPr>
        <p:spPr>
          <a:xfrm>
            <a:off x="5008191" y="3509832"/>
            <a:ext cx="235670" cy="23567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流程图: 接点 39">
            <a:extLst>
              <a:ext uri="{FF2B5EF4-FFF2-40B4-BE49-F238E27FC236}">
                <a16:creationId xmlns:a16="http://schemas.microsoft.com/office/drawing/2014/main" id="{40A6DEDF-7FF2-79DE-C34A-71A7AF078CAE}"/>
              </a:ext>
            </a:extLst>
          </p:cNvPr>
          <p:cNvSpPr/>
          <p:nvPr/>
        </p:nvSpPr>
        <p:spPr>
          <a:xfrm>
            <a:off x="6314153" y="3509832"/>
            <a:ext cx="235670" cy="23567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1" name="直接箭头连接符 71">
            <a:extLst>
              <a:ext uri="{FF2B5EF4-FFF2-40B4-BE49-F238E27FC236}">
                <a16:creationId xmlns:a16="http://schemas.microsoft.com/office/drawing/2014/main" id="{157CD426-990E-E3C4-069A-8CC94FD14204}"/>
              </a:ext>
            </a:extLst>
          </p:cNvPr>
          <p:cNvCxnSpPr>
            <a:cxnSpLocks/>
            <a:stCxn id="36" idx="6"/>
            <a:endCxn id="40" idx="2"/>
          </p:cNvCxnSpPr>
          <p:nvPr/>
        </p:nvCxnSpPr>
        <p:spPr>
          <a:xfrm>
            <a:off x="5243861" y="3627667"/>
            <a:ext cx="107029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7C2829D2-6BF8-0227-86C4-A4749E01AEE7}"/>
              </a:ext>
            </a:extLst>
          </p:cNvPr>
          <p:cNvSpPr txBox="1"/>
          <p:nvPr/>
        </p:nvSpPr>
        <p:spPr>
          <a:xfrm>
            <a:off x="4761339" y="3893238"/>
            <a:ext cx="7232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/>
              <a:t>推力器</a:t>
            </a:r>
            <a:endParaRPr lang="en-US" altLang="zh-CN" sz="1400" dirty="0"/>
          </a:p>
          <a:p>
            <a:pPr algn="ctr"/>
            <a:r>
              <a:rPr lang="zh-CN" altLang="en-US" sz="1400" dirty="0"/>
              <a:t>推力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4FDBC0F-A9C4-37B5-71A5-3B9CAD785272}"/>
              </a:ext>
            </a:extLst>
          </p:cNvPr>
          <p:cNvSpPr txBox="1"/>
          <p:nvPr/>
        </p:nvSpPr>
        <p:spPr>
          <a:xfrm>
            <a:off x="5980583" y="393274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/>
              <a:t>推进系统</a:t>
            </a:r>
            <a:endParaRPr lang="en-US" altLang="zh-CN" sz="1400" dirty="0"/>
          </a:p>
          <a:p>
            <a:pPr algn="ctr"/>
            <a:r>
              <a:rPr lang="zh-CN" altLang="en-US" sz="1400" dirty="0"/>
              <a:t>机动速度</a:t>
            </a:r>
          </a:p>
        </p:txBody>
      </p:sp>
      <p:cxnSp>
        <p:nvCxnSpPr>
          <p:cNvPr id="46" name="直接箭头连接符 71">
            <a:extLst>
              <a:ext uri="{FF2B5EF4-FFF2-40B4-BE49-F238E27FC236}">
                <a16:creationId xmlns:a16="http://schemas.microsoft.com/office/drawing/2014/main" id="{B511C9A9-66A0-AF38-DA97-BE22312FD21E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2835233" y="2637851"/>
            <a:ext cx="867838" cy="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55410F2E-EE88-F6CE-C635-ACBEA2D05B03}"/>
              </a:ext>
            </a:extLst>
          </p:cNvPr>
          <p:cNvSpPr txBox="1"/>
          <p:nvPr/>
        </p:nvSpPr>
        <p:spPr>
          <a:xfrm>
            <a:off x="1932647" y="2380249"/>
            <a:ext cx="902811" cy="523220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solidFill>
                  <a:srgbClr val="C00000"/>
                </a:solidFill>
              </a:rPr>
              <a:t>反作用轮</a:t>
            </a:r>
            <a:endParaRPr lang="en-US" altLang="zh-CN" sz="1400" dirty="0">
              <a:solidFill>
                <a:srgbClr val="C00000"/>
              </a:solidFill>
            </a:endParaRPr>
          </a:p>
          <a:p>
            <a:pPr algn="ctr"/>
            <a:r>
              <a:rPr lang="zh-CN" altLang="en-US" sz="1400" dirty="0">
                <a:solidFill>
                  <a:srgbClr val="C00000"/>
                </a:solidFill>
              </a:rPr>
              <a:t>故障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C6F32B88-E898-5871-278D-88973A970317}"/>
              </a:ext>
            </a:extLst>
          </p:cNvPr>
          <p:cNvSpPr txBox="1"/>
          <p:nvPr/>
        </p:nvSpPr>
        <p:spPr>
          <a:xfrm>
            <a:off x="1666115" y="3362948"/>
            <a:ext cx="1082348" cy="523220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solidFill>
                  <a:srgbClr val="C00000"/>
                </a:solidFill>
              </a:rPr>
              <a:t>推进器管路</a:t>
            </a:r>
            <a:endParaRPr lang="en-US" altLang="zh-CN" sz="1400" dirty="0">
              <a:solidFill>
                <a:srgbClr val="C00000"/>
              </a:solidFill>
            </a:endParaRPr>
          </a:p>
          <a:p>
            <a:pPr algn="ctr"/>
            <a:r>
              <a:rPr lang="zh-CN" altLang="en-US" sz="1400" dirty="0">
                <a:solidFill>
                  <a:srgbClr val="C00000"/>
                </a:solidFill>
              </a:rPr>
              <a:t>堵塞</a:t>
            </a:r>
          </a:p>
        </p:txBody>
      </p:sp>
      <p:cxnSp>
        <p:nvCxnSpPr>
          <p:cNvPr id="52" name="直接箭头连接符 71">
            <a:extLst>
              <a:ext uri="{FF2B5EF4-FFF2-40B4-BE49-F238E27FC236}">
                <a16:creationId xmlns:a16="http://schemas.microsoft.com/office/drawing/2014/main" id="{75861853-1205-E45F-44AB-6569CFDF50E7}"/>
              </a:ext>
            </a:extLst>
          </p:cNvPr>
          <p:cNvCxnSpPr>
            <a:cxnSpLocks/>
            <a:stCxn id="51" idx="3"/>
            <a:endCxn id="29" idx="2"/>
          </p:cNvCxnSpPr>
          <p:nvPr/>
        </p:nvCxnSpPr>
        <p:spPr>
          <a:xfrm>
            <a:off x="2748463" y="3624558"/>
            <a:ext cx="953766" cy="310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F0888C71-B673-6F59-D7BA-33B9C33FCC31}"/>
              </a:ext>
            </a:extLst>
          </p:cNvPr>
          <p:cNvSpPr txBox="1"/>
          <p:nvPr/>
        </p:nvSpPr>
        <p:spPr>
          <a:xfrm>
            <a:off x="2729207" y="3277758"/>
            <a:ext cx="954107" cy="6181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推进剂流动</a:t>
            </a:r>
            <a:endParaRPr lang="en-US" altLang="zh-CN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受阻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1AF3D92-04F2-E848-B7BE-57DDEB1B5BE0}"/>
              </a:ext>
            </a:extLst>
          </p:cNvPr>
          <p:cNvSpPr txBox="1"/>
          <p:nvPr/>
        </p:nvSpPr>
        <p:spPr>
          <a:xfrm>
            <a:off x="3936250" y="3296612"/>
            <a:ext cx="954107" cy="6181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单位喷出量</a:t>
            </a:r>
            <a:endParaRPr lang="en-US" altLang="zh-CN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减少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22DE30C-40B6-18D8-5105-0095C92F1A27}"/>
              </a:ext>
            </a:extLst>
          </p:cNvPr>
          <p:cNvSpPr txBox="1"/>
          <p:nvPr/>
        </p:nvSpPr>
        <p:spPr>
          <a:xfrm>
            <a:off x="5189590" y="3296612"/>
            <a:ext cx="1107996" cy="6181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单位时间推力</a:t>
            </a:r>
            <a:endParaRPr lang="en-US" altLang="zh-CN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不足</a:t>
            </a:r>
          </a:p>
        </p:txBody>
      </p:sp>
      <p:sp>
        <p:nvSpPr>
          <p:cNvPr id="61" name="流程图: 接点 60">
            <a:extLst>
              <a:ext uri="{FF2B5EF4-FFF2-40B4-BE49-F238E27FC236}">
                <a16:creationId xmlns:a16="http://schemas.microsoft.com/office/drawing/2014/main" id="{7E1DFC76-99A5-6360-23E2-D29F1BD111ED}"/>
              </a:ext>
            </a:extLst>
          </p:cNvPr>
          <p:cNvSpPr/>
          <p:nvPr/>
        </p:nvSpPr>
        <p:spPr>
          <a:xfrm>
            <a:off x="7805260" y="3509832"/>
            <a:ext cx="235670" cy="23567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62" name="直接箭头连接符 71">
            <a:extLst>
              <a:ext uri="{FF2B5EF4-FFF2-40B4-BE49-F238E27FC236}">
                <a16:creationId xmlns:a16="http://schemas.microsoft.com/office/drawing/2014/main" id="{20C018B0-EA0A-898D-26B2-26A9EEF2B9FF}"/>
              </a:ext>
            </a:extLst>
          </p:cNvPr>
          <p:cNvCxnSpPr>
            <a:cxnSpLocks/>
            <a:stCxn id="40" idx="6"/>
            <a:endCxn id="61" idx="2"/>
          </p:cNvCxnSpPr>
          <p:nvPr/>
        </p:nvCxnSpPr>
        <p:spPr>
          <a:xfrm>
            <a:off x="6549823" y="3627667"/>
            <a:ext cx="125543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0F38631B-BEBE-5F15-CABB-E62D7EB21359}"/>
              </a:ext>
            </a:extLst>
          </p:cNvPr>
          <p:cNvSpPr txBox="1"/>
          <p:nvPr/>
        </p:nvSpPr>
        <p:spPr>
          <a:xfrm>
            <a:off x="7561687" y="3914795"/>
            <a:ext cx="7232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/>
              <a:t>轨道</a:t>
            </a:r>
            <a:endParaRPr lang="en-US" altLang="zh-CN" sz="1400" dirty="0"/>
          </a:p>
          <a:p>
            <a:pPr algn="ctr"/>
            <a:r>
              <a:rPr lang="zh-CN" altLang="en-US" sz="1400" dirty="0"/>
              <a:t>半长轴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681E905-BB20-85F4-4880-93FBF9078A63}"/>
              </a:ext>
            </a:extLst>
          </p:cNvPr>
          <p:cNvSpPr txBox="1"/>
          <p:nvPr/>
        </p:nvSpPr>
        <p:spPr>
          <a:xfrm>
            <a:off x="6777434" y="3305588"/>
            <a:ext cx="800219" cy="6181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径向移动</a:t>
            </a:r>
            <a:endParaRPr lang="en-US" altLang="zh-CN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迟滞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2D1B5386-188C-74DE-E045-B2A6823D42A6}"/>
              </a:ext>
            </a:extLst>
          </p:cNvPr>
          <p:cNvSpPr txBox="1"/>
          <p:nvPr/>
        </p:nvSpPr>
        <p:spPr>
          <a:xfrm>
            <a:off x="8959218" y="2493389"/>
            <a:ext cx="902811" cy="307777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solidFill>
                  <a:srgbClr val="C00000"/>
                </a:solidFill>
              </a:rPr>
              <a:t>电量耗尽</a:t>
            </a:r>
          </a:p>
        </p:txBody>
      </p:sp>
      <p:cxnSp>
        <p:nvCxnSpPr>
          <p:cNvPr id="70" name="直接箭头连接符 71">
            <a:extLst>
              <a:ext uri="{FF2B5EF4-FFF2-40B4-BE49-F238E27FC236}">
                <a16:creationId xmlns:a16="http://schemas.microsoft.com/office/drawing/2014/main" id="{0FB19BB3-8AE3-7154-A1F6-D4EF88CB96AE}"/>
              </a:ext>
            </a:extLst>
          </p:cNvPr>
          <p:cNvCxnSpPr>
            <a:cxnSpLocks/>
            <a:stCxn id="10" idx="6"/>
            <a:endCxn id="69" idx="1"/>
          </p:cNvCxnSpPr>
          <p:nvPr/>
        </p:nvCxnSpPr>
        <p:spPr>
          <a:xfrm>
            <a:off x="8033927" y="2637852"/>
            <a:ext cx="925291" cy="942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122EA382-9A03-4653-0ABF-A5416BED9551}"/>
              </a:ext>
            </a:extLst>
          </p:cNvPr>
          <p:cNvSpPr txBox="1"/>
          <p:nvPr/>
        </p:nvSpPr>
        <p:spPr>
          <a:xfrm>
            <a:off x="8059673" y="2328760"/>
            <a:ext cx="800219" cy="618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电池电量</a:t>
            </a:r>
            <a:endParaRPr lang="en-US" altLang="zh-CN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快速下降</a:t>
            </a: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92E1BC2A-901E-3E8F-76D6-A33DFCACB58F}"/>
              </a:ext>
            </a:extLst>
          </p:cNvPr>
          <p:cNvSpPr txBox="1"/>
          <p:nvPr/>
        </p:nvSpPr>
        <p:spPr>
          <a:xfrm>
            <a:off x="2854312" y="2295792"/>
            <a:ext cx="800219" cy="6181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反作用轮</a:t>
            </a:r>
            <a:endParaRPr lang="en-US" altLang="zh-CN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转速失调</a:t>
            </a:r>
          </a:p>
        </p:txBody>
      </p:sp>
      <p:cxnSp>
        <p:nvCxnSpPr>
          <p:cNvPr id="77" name="直接箭头连接符 71">
            <a:extLst>
              <a:ext uri="{FF2B5EF4-FFF2-40B4-BE49-F238E27FC236}">
                <a16:creationId xmlns:a16="http://schemas.microsoft.com/office/drawing/2014/main" id="{4ABD4FCE-8079-4E9B-DE6C-B178F4F5C2C0}"/>
              </a:ext>
            </a:extLst>
          </p:cNvPr>
          <p:cNvCxnSpPr>
            <a:cxnSpLocks/>
            <a:stCxn id="61" idx="6"/>
            <a:endCxn id="82" idx="1"/>
          </p:cNvCxnSpPr>
          <p:nvPr/>
        </p:nvCxnSpPr>
        <p:spPr>
          <a:xfrm flipV="1">
            <a:off x="8040930" y="3626013"/>
            <a:ext cx="895278" cy="165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7CECF545-D464-7EBD-928C-9162FDD4595F}"/>
              </a:ext>
            </a:extLst>
          </p:cNvPr>
          <p:cNvSpPr txBox="1"/>
          <p:nvPr/>
        </p:nvSpPr>
        <p:spPr>
          <a:xfrm>
            <a:off x="8072815" y="3302921"/>
            <a:ext cx="800219" cy="618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轨道位置</a:t>
            </a:r>
            <a:endParaRPr lang="en-US" altLang="zh-CN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>
              <a:lnSpc>
                <a:spcPct val="150000"/>
              </a:lnSpc>
            </a:pPr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变化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04CEA43-9C50-A25D-54DB-3D6227E0DFBE}"/>
              </a:ext>
            </a:extLst>
          </p:cNvPr>
          <p:cNvSpPr txBox="1"/>
          <p:nvPr/>
        </p:nvSpPr>
        <p:spPr>
          <a:xfrm>
            <a:off x="8936208" y="3472124"/>
            <a:ext cx="902811" cy="307777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solidFill>
                  <a:srgbClr val="C00000"/>
                </a:solidFill>
              </a:rPr>
              <a:t>跟踪丢失</a:t>
            </a:r>
          </a:p>
        </p:txBody>
      </p:sp>
    </p:spTree>
    <p:extLst>
      <p:ext uri="{BB962C8B-B14F-4D97-AF65-F5344CB8AC3E}">
        <p14:creationId xmlns:p14="http://schemas.microsoft.com/office/powerpoint/2010/main" val="53277412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6E2A12FF-2F60-DA71-2FF3-CA86098720E0}"/>
              </a:ext>
            </a:extLst>
          </p:cNvPr>
          <p:cNvSpPr/>
          <p:nvPr/>
        </p:nvSpPr>
        <p:spPr>
          <a:xfrm>
            <a:off x="5791200" y="3085442"/>
            <a:ext cx="6223000" cy="3277258"/>
          </a:xfrm>
          <a:prstGeom prst="flowChartProcess">
            <a:avLst/>
          </a:prstGeom>
          <a:ln w="1905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97CB9B9-BB0A-5273-4685-588BB937CAFA}"/>
              </a:ext>
            </a:extLst>
          </p:cNvPr>
          <p:cNvSpPr>
            <a:spLocks noChangeAspect="1"/>
          </p:cNvSpPr>
          <p:nvPr/>
        </p:nvSpPr>
        <p:spPr>
          <a:xfrm>
            <a:off x="6699346" y="3643432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1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DCAD36B1-9ED1-2307-D9D1-6433608F7691}"/>
              </a:ext>
            </a:extLst>
          </p:cNvPr>
          <p:cNvSpPr>
            <a:spLocks noChangeAspect="1"/>
          </p:cNvSpPr>
          <p:nvPr/>
        </p:nvSpPr>
        <p:spPr>
          <a:xfrm>
            <a:off x="5984606" y="4520252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52A67F8-B029-352A-13FF-F0D1A9B67E95}"/>
              </a:ext>
            </a:extLst>
          </p:cNvPr>
          <p:cNvSpPr>
            <a:spLocks noChangeAspect="1"/>
          </p:cNvSpPr>
          <p:nvPr/>
        </p:nvSpPr>
        <p:spPr>
          <a:xfrm>
            <a:off x="6915346" y="5384454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3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321CB483-B889-0EBC-ECFE-BD2B828CCCBA}"/>
              </a:ext>
            </a:extLst>
          </p:cNvPr>
          <p:cNvSpPr>
            <a:spLocks noChangeAspect="1"/>
          </p:cNvSpPr>
          <p:nvPr/>
        </p:nvSpPr>
        <p:spPr>
          <a:xfrm>
            <a:off x="7729288" y="3826131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4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C9B0B76A-EDF3-98A5-6CA5-6EC41561C4D4}"/>
              </a:ext>
            </a:extLst>
          </p:cNvPr>
          <p:cNvSpPr>
            <a:spLocks noChangeAspect="1"/>
          </p:cNvSpPr>
          <p:nvPr/>
        </p:nvSpPr>
        <p:spPr>
          <a:xfrm>
            <a:off x="8362586" y="5525500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n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13667DB-C461-ECC5-8369-4C88E8E84286}"/>
              </a:ext>
            </a:extLst>
          </p:cNvPr>
          <p:cNvCxnSpPr>
            <a:cxnSpLocks/>
            <a:stCxn id="5" idx="3"/>
            <a:endCxn id="6" idx="7"/>
          </p:cNvCxnSpPr>
          <p:nvPr/>
        </p:nvCxnSpPr>
        <p:spPr>
          <a:xfrm flipH="1">
            <a:off x="6353341" y="4012167"/>
            <a:ext cx="409270" cy="5713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D94F605-02F9-1515-A800-573FE2410574}"/>
              </a:ext>
            </a:extLst>
          </p:cNvPr>
          <p:cNvCxnSpPr>
            <a:cxnSpLocks/>
            <a:stCxn id="7" idx="1"/>
            <a:endCxn id="6" idx="5"/>
          </p:cNvCxnSpPr>
          <p:nvPr/>
        </p:nvCxnSpPr>
        <p:spPr>
          <a:xfrm flipH="1" flipV="1">
            <a:off x="6353341" y="4888987"/>
            <a:ext cx="625270" cy="55873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6F2467E-29D2-4C5C-7C73-B7FB50ABBADB}"/>
              </a:ext>
            </a:extLst>
          </p:cNvPr>
          <p:cNvCxnSpPr>
            <a:cxnSpLocks/>
            <a:stCxn id="8" idx="4"/>
            <a:endCxn id="7" idx="7"/>
          </p:cNvCxnSpPr>
          <p:nvPr/>
        </p:nvCxnSpPr>
        <p:spPr>
          <a:xfrm flipH="1">
            <a:off x="7284081" y="4258131"/>
            <a:ext cx="661207" cy="1189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526F71C-2A4F-3EEB-3FDC-9207F751445F}"/>
              </a:ext>
            </a:extLst>
          </p:cNvPr>
          <p:cNvCxnSpPr>
            <a:cxnSpLocks/>
            <a:stCxn id="5" idx="6"/>
            <a:endCxn id="8" idx="2"/>
          </p:cNvCxnSpPr>
          <p:nvPr/>
        </p:nvCxnSpPr>
        <p:spPr>
          <a:xfrm>
            <a:off x="7131346" y="3859432"/>
            <a:ext cx="597942" cy="1826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A440703B-4177-EFE5-A5D1-42EEF213C3B6}"/>
              </a:ext>
            </a:extLst>
          </p:cNvPr>
          <p:cNvCxnSpPr>
            <a:cxnSpLocks/>
            <a:stCxn id="8" idx="5"/>
            <a:endCxn id="9" idx="0"/>
          </p:cNvCxnSpPr>
          <p:nvPr/>
        </p:nvCxnSpPr>
        <p:spPr>
          <a:xfrm>
            <a:off x="8098023" y="4194866"/>
            <a:ext cx="480563" cy="1330634"/>
          </a:xfrm>
          <a:prstGeom prst="line">
            <a:avLst/>
          </a:prstGeom>
          <a:ln w="317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B3C60139-E8C4-46B2-2F55-42623B57E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245099"/>
              </p:ext>
            </p:extLst>
          </p:nvPr>
        </p:nvGraphicFramePr>
        <p:xfrm>
          <a:off x="9308802" y="4108063"/>
          <a:ext cx="1800000" cy="179757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17310535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29139045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1792832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2173198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59806698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00494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0407465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484723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87053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7262276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C7AA2300-DFA8-C0F9-D427-A81C656C847D}"/>
              </a:ext>
            </a:extLst>
          </p:cNvPr>
          <p:cNvSpPr txBox="1"/>
          <p:nvPr/>
        </p:nvSpPr>
        <p:spPr>
          <a:xfrm>
            <a:off x="10326540" y="3706316"/>
            <a:ext cx="5068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dirty="0"/>
              <a:t>…</a:t>
            </a:r>
            <a:endParaRPr lang="zh-CN" altLang="en-US" sz="36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93DAABE-FE20-3AAA-ECC1-91C6CF9B4D2F}"/>
              </a:ext>
            </a:extLst>
          </p:cNvPr>
          <p:cNvSpPr txBox="1"/>
          <p:nvPr/>
        </p:nvSpPr>
        <p:spPr>
          <a:xfrm rot="16200000">
            <a:off x="8929142" y="5045531"/>
            <a:ext cx="5068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600" dirty="0"/>
              <a:t>…</a:t>
            </a:r>
            <a:endParaRPr lang="zh-CN" altLang="en-US" sz="3600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1ECD8D78-8D65-A82A-FC41-454696060AAB}"/>
              </a:ext>
            </a:extLst>
          </p:cNvPr>
          <p:cNvCxnSpPr>
            <a:cxnSpLocks/>
          </p:cNvCxnSpPr>
          <p:nvPr/>
        </p:nvCxnSpPr>
        <p:spPr>
          <a:xfrm>
            <a:off x="9208728" y="4002002"/>
            <a:ext cx="93333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2F4B1FC3-25B7-4681-2E49-2486A119B467}"/>
              </a:ext>
            </a:extLst>
          </p:cNvPr>
          <p:cNvCxnSpPr>
            <a:cxnSpLocks/>
          </p:cNvCxnSpPr>
          <p:nvPr/>
        </p:nvCxnSpPr>
        <p:spPr>
          <a:xfrm>
            <a:off x="9208728" y="4002002"/>
            <a:ext cx="0" cy="9520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FD701DEC-42C4-45F2-5EFA-21279DFB7EC9}"/>
              </a:ext>
            </a:extLst>
          </p:cNvPr>
          <p:cNvSpPr txBox="1"/>
          <p:nvPr/>
        </p:nvSpPr>
        <p:spPr>
          <a:xfrm>
            <a:off x="5840549" y="5952888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2000" dirty="0"/>
              <a:t>空间注意力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3F8008CB-1FF8-DFEB-88F4-CD843EEDAC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1894900"/>
              </p:ext>
            </p:extLst>
          </p:nvPr>
        </p:nvGraphicFramePr>
        <p:xfrm>
          <a:off x="743472" y="2911788"/>
          <a:ext cx="3960000" cy="39546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659717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801152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6478921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871514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894325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0116217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310895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118198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735812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7339649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91563925"/>
                    </a:ext>
                  </a:extLst>
                </a:gridCol>
              </a:tblGrid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altLang="zh-CN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89096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0490701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60858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88890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245143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6974496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382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862887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123222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938179"/>
                  </a:ext>
                </a:extLst>
              </a:tr>
              <a:tr h="359515"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900" dirty="0"/>
                    </a:p>
                  </a:txBody>
                  <a:tcPr marL="42317" marR="42317" marT="21159" marB="2115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4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966937"/>
                  </a:ext>
                </a:extLst>
              </a:tr>
            </a:tbl>
          </a:graphicData>
        </a:graphic>
      </p:graphicFrame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80ECB439-4C59-ED05-2C07-70F364E02BCD}"/>
              </a:ext>
            </a:extLst>
          </p:cNvPr>
          <p:cNvCxnSpPr/>
          <p:nvPr/>
        </p:nvCxnSpPr>
        <p:spPr>
          <a:xfrm>
            <a:off x="645189" y="2824300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14EB163-3801-DE43-72B6-751C351F6362}"/>
              </a:ext>
            </a:extLst>
          </p:cNvPr>
          <p:cNvCxnSpPr>
            <a:cxnSpLocks/>
          </p:cNvCxnSpPr>
          <p:nvPr/>
        </p:nvCxnSpPr>
        <p:spPr>
          <a:xfrm rot="5400000">
            <a:off x="-110811" y="3580300"/>
            <a:ext cx="1512000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7FC8F3E-D536-42FA-234C-41F996478628}"/>
                  </a:ext>
                </a:extLst>
              </p:cNvPr>
              <p:cNvSpPr txBox="1"/>
              <p:nvPr/>
            </p:nvSpPr>
            <p:spPr>
              <a:xfrm>
                <a:off x="263333" y="3855237"/>
                <a:ext cx="4708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7FC8F3E-D536-42FA-234C-41F996478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333" y="3855237"/>
                <a:ext cx="470835" cy="400110"/>
              </a:xfrm>
              <a:prstGeom prst="rect">
                <a:avLst/>
              </a:prstGeom>
              <a:blipFill>
                <a:blip r:embed="rId2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7F3AC55-EB61-54E7-BA1E-655DE18BF570}"/>
              </a:ext>
            </a:extLst>
          </p:cNvPr>
          <p:cNvCxnSpPr>
            <a:cxnSpLocks/>
            <a:stCxn id="38" idx="3"/>
          </p:cNvCxnSpPr>
          <p:nvPr/>
        </p:nvCxnSpPr>
        <p:spPr>
          <a:xfrm flipH="1">
            <a:off x="413628" y="443932"/>
            <a:ext cx="460601" cy="9736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6BDC44A-CE3D-7BC5-3AB9-02DF5BF61FD4}"/>
              </a:ext>
            </a:extLst>
          </p:cNvPr>
          <p:cNvCxnSpPr>
            <a:cxnSpLocks/>
            <a:stCxn id="48" idx="1"/>
          </p:cNvCxnSpPr>
          <p:nvPr/>
        </p:nvCxnSpPr>
        <p:spPr>
          <a:xfrm flipH="1" flipV="1">
            <a:off x="413628" y="1417583"/>
            <a:ext cx="460601" cy="99787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2AC6DC69-96FA-A93C-8FF7-2F0460C8E008}"/>
              </a:ext>
            </a:extLst>
          </p:cNvPr>
          <p:cNvSpPr txBox="1"/>
          <p:nvPr/>
        </p:nvSpPr>
        <p:spPr>
          <a:xfrm>
            <a:off x="43911" y="601975"/>
            <a:ext cx="44114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2000" dirty="0"/>
              <a:t>同</a:t>
            </a:r>
            <a:endParaRPr lang="en-US" altLang="zh-CN" sz="2000" dirty="0"/>
          </a:p>
          <a:p>
            <a:pPr algn="r"/>
            <a:r>
              <a:rPr lang="zh-CN" altLang="en-US" sz="2000" dirty="0"/>
              <a:t>一</a:t>
            </a:r>
            <a:endParaRPr lang="en-US" altLang="zh-CN" sz="2000" dirty="0"/>
          </a:p>
          <a:p>
            <a:pPr algn="r"/>
            <a:r>
              <a:rPr lang="zh-CN" altLang="en-US" sz="2000" dirty="0"/>
              <a:t>时</a:t>
            </a:r>
            <a:endParaRPr lang="en-US" altLang="zh-CN" sz="2000" dirty="0"/>
          </a:p>
          <a:p>
            <a:pPr algn="r"/>
            <a:r>
              <a:rPr lang="zh-CN" altLang="en-US" sz="2000" dirty="0"/>
              <a:t>间</a:t>
            </a:r>
            <a:endParaRPr lang="en-US" altLang="zh-CN" sz="2000" dirty="0"/>
          </a:p>
          <a:p>
            <a:pPr algn="r"/>
            <a:r>
              <a:rPr lang="zh-CN" altLang="en-US" sz="2000" dirty="0"/>
              <a:t>步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0E67EC19-7B2C-0298-6EF1-2FB287B639F4}"/>
              </a:ext>
            </a:extLst>
          </p:cNvPr>
          <p:cNvCxnSpPr>
            <a:cxnSpLocks/>
            <a:endCxn id="38" idx="7"/>
          </p:cNvCxnSpPr>
          <p:nvPr/>
        </p:nvCxnSpPr>
        <p:spPr>
          <a:xfrm flipH="1">
            <a:off x="1179699" y="-298860"/>
            <a:ext cx="5340433" cy="4373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A8E96743-B700-2E3F-F49F-F8860BC2E481}"/>
              </a:ext>
            </a:extLst>
          </p:cNvPr>
          <p:cNvCxnSpPr>
            <a:cxnSpLocks/>
            <a:stCxn id="86" idx="0"/>
            <a:endCxn id="34" idx="2"/>
          </p:cNvCxnSpPr>
          <p:nvPr/>
        </p:nvCxnSpPr>
        <p:spPr>
          <a:xfrm flipH="1" flipV="1">
            <a:off x="6524734" y="-298860"/>
            <a:ext cx="5319564" cy="3740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1B9A62E5-C9C1-33A6-1924-42DB6A7D671A}"/>
              </a:ext>
            </a:extLst>
          </p:cNvPr>
          <p:cNvSpPr txBox="1"/>
          <p:nvPr/>
        </p:nvSpPr>
        <p:spPr>
          <a:xfrm>
            <a:off x="5791200" y="-698970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2000" dirty="0"/>
              <a:t>不同时间步</a:t>
            </a: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2F2AF680-77CD-09C9-9244-482FDD7B80B8}"/>
              </a:ext>
            </a:extLst>
          </p:cNvPr>
          <p:cNvCxnSpPr>
            <a:cxnSpLocks/>
            <a:stCxn id="34" idx="2"/>
            <a:endCxn id="42" idx="0"/>
          </p:cNvCxnSpPr>
          <p:nvPr/>
        </p:nvCxnSpPr>
        <p:spPr>
          <a:xfrm flipH="1">
            <a:off x="5346964" y="-298860"/>
            <a:ext cx="1177770" cy="3740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5B5D4414-4109-95D4-16A3-057F98727DA6}"/>
              </a:ext>
            </a:extLst>
          </p:cNvPr>
          <p:cNvCxnSpPr>
            <a:cxnSpLocks/>
            <a:stCxn id="34" idx="2"/>
            <a:endCxn id="44" idx="0"/>
          </p:cNvCxnSpPr>
          <p:nvPr/>
        </p:nvCxnSpPr>
        <p:spPr>
          <a:xfrm>
            <a:off x="6524734" y="-298860"/>
            <a:ext cx="982230" cy="37405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椭圆 37">
            <a:extLst>
              <a:ext uri="{FF2B5EF4-FFF2-40B4-BE49-F238E27FC236}">
                <a16:creationId xmlns:a16="http://schemas.microsoft.com/office/drawing/2014/main" id="{27F6D948-35AF-B0B0-EF78-AFC2A25B9596}"/>
              </a:ext>
            </a:extLst>
          </p:cNvPr>
          <p:cNvSpPr>
            <a:spLocks noChangeAspect="1"/>
          </p:cNvSpPr>
          <p:nvPr/>
        </p:nvSpPr>
        <p:spPr>
          <a:xfrm>
            <a:off x="810964" y="75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CF6C3483-AB2A-C032-EAED-434BA5F59B30}"/>
              </a:ext>
            </a:extLst>
          </p:cNvPr>
          <p:cNvSpPr>
            <a:spLocks noChangeAspect="1"/>
          </p:cNvSpPr>
          <p:nvPr/>
        </p:nvSpPr>
        <p:spPr>
          <a:xfrm>
            <a:off x="1890964" y="75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6DCB79E9-2721-1B15-DF58-0A41A442A56F}"/>
              </a:ext>
            </a:extLst>
          </p:cNvPr>
          <p:cNvSpPr>
            <a:spLocks noChangeAspect="1"/>
          </p:cNvSpPr>
          <p:nvPr/>
        </p:nvSpPr>
        <p:spPr>
          <a:xfrm>
            <a:off x="2970964" y="75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6DABCE2B-D2BC-2944-FEC9-DB18C3D7D4A8}"/>
              </a:ext>
            </a:extLst>
          </p:cNvPr>
          <p:cNvSpPr>
            <a:spLocks noChangeAspect="1"/>
          </p:cNvSpPr>
          <p:nvPr/>
        </p:nvSpPr>
        <p:spPr>
          <a:xfrm>
            <a:off x="4050964" y="75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5A922793-2A55-4327-7034-EC349AAAC9A7}"/>
              </a:ext>
            </a:extLst>
          </p:cNvPr>
          <p:cNvSpPr>
            <a:spLocks noChangeAspect="1"/>
          </p:cNvSpPr>
          <p:nvPr/>
        </p:nvSpPr>
        <p:spPr>
          <a:xfrm>
            <a:off x="5130964" y="75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CFD0501-5C3A-833E-5387-EBD94322B3DA}"/>
              </a:ext>
            </a:extLst>
          </p:cNvPr>
          <p:cNvSpPr>
            <a:spLocks noChangeAspect="1"/>
          </p:cNvSpPr>
          <p:nvPr/>
        </p:nvSpPr>
        <p:spPr>
          <a:xfrm>
            <a:off x="6210964" y="75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22C40F0-1793-FBDF-BE7E-8363CA0892CF}"/>
              </a:ext>
            </a:extLst>
          </p:cNvPr>
          <p:cNvSpPr>
            <a:spLocks noChangeAspect="1"/>
          </p:cNvSpPr>
          <p:nvPr/>
        </p:nvSpPr>
        <p:spPr>
          <a:xfrm>
            <a:off x="7290964" y="75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C0C63A17-9CBF-E463-3267-83305CCAD010}"/>
              </a:ext>
            </a:extLst>
          </p:cNvPr>
          <p:cNvSpPr>
            <a:spLocks noChangeAspect="1"/>
          </p:cNvSpPr>
          <p:nvPr/>
        </p:nvSpPr>
        <p:spPr>
          <a:xfrm>
            <a:off x="8370964" y="75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7C077E3A-593A-DB20-E7D3-07099768EB49}"/>
              </a:ext>
            </a:extLst>
          </p:cNvPr>
          <p:cNvSpPr>
            <a:spLocks noChangeAspect="1"/>
          </p:cNvSpPr>
          <p:nvPr/>
        </p:nvSpPr>
        <p:spPr>
          <a:xfrm>
            <a:off x="9450964" y="75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FC60E6E7-0998-9C63-9613-9765C34F7EA0}"/>
              </a:ext>
            </a:extLst>
          </p:cNvPr>
          <p:cNvSpPr>
            <a:spLocks noChangeAspect="1"/>
          </p:cNvSpPr>
          <p:nvPr/>
        </p:nvSpPr>
        <p:spPr>
          <a:xfrm>
            <a:off x="10530964" y="75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47AEE9AD-CA69-8CAB-9597-72B3FB1D8C79}"/>
              </a:ext>
            </a:extLst>
          </p:cNvPr>
          <p:cNvSpPr>
            <a:spLocks noChangeAspect="1"/>
          </p:cNvSpPr>
          <p:nvPr/>
        </p:nvSpPr>
        <p:spPr>
          <a:xfrm>
            <a:off x="810964" y="2352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2A22214-93A6-C12E-D33E-E4ABAF78166B}"/>
              </a:ext>
            </a:extLst>
          </p:cNvPr>
          <p:cNvSpPr>
            <a:spLocks noChangeAspect="1"/>
          </p:cNvSpPr>
          <p:nvPr/>
        </p:nvSpPr>
        <p:spPr>
          <a:xfrm>
            <a:off x="1890964" y="2352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DE06E62-A447-DA84-D3DB-95FF8FC858A3}"/>
              </a:ext>
            </a:extLst>
          </p:cNvPr>
          <p:cNvSpPr>
            <a:spLocks noChangeAspect="1"/>
          </p:cNvSpPr>
          <p:nvPr/>
        </p:nvSpPr>
        <p:spPr>
          <a:xfrm>
            <a:off x="2970964" y="2352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C8713A7-DA62-CD12-4646-F49914A947DE}"/>
              </a:ext>
            </a:extLst>
          </p:cNvPr>
          <p:cNvSpPr>
            <a:spLocks noChangeAspect="1"/>
          </p:cNvSpPr>
          <p:nvPr/>
        </p:nvSpPr>
        <p:spPr>
          <a:xfrm>
            <a:off x="4050964" y="2352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A87C0EA2-38A9-F12D-704D-2AA5143AE5A2}"/>
              </a:ext>
            </a:extLst>
          </p:cNvPr>
          <p:cNvSpPr>
            <a:spLocks noChangeAspect="1"/>
          </p:cNvSpPr>
          <p:nvPr/>
        </p:nvSpPr>
        <p:spPr>
          <a:xfrm>
            <a:off x="5130964" y="2352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BB09D603-F0E5-242F-CCD0-BFE1AB14430F}"/>
              </a:ext>
            </a:extLst>
          </p:cNvPr>
          <p:cNvSpPr>
            <a:spLocks noChangeAspect="1"/>
          </p:cNvSpPr>
          <p:nvPr/>
        </p:nvSpPr>
        <p:spPr>
          <a:xfrm>
            <a:off x="6210964" y="2352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2F51C1B-CACE-B2F0-451F-57E7522B834D}"/>
              </a:ext>
            </a:extLst>
          </p:cNvPr>
          <p:cNvSpPr>
            <a:spLocks noChangeAspect="1"/>
          </p:cNvSpPr>
          <p:nvPr/>
        </p:nvSpPr>
        <p:spPr>
          <a:xfrm>
            <a:off x="7290964" y="2352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7E0DB1C3-ED89-B6AC-21B8-6637D60435BA}"/>
              </a:ext>
            </a:extLst>
          </p:cNvPr>
          <p:cNvSpPr>
            <a:spLocks noChangeAspect="1"/>
          </p:cNvSpPr>
          <p:nvPr/>
        </p:nvSpPr>
        <p:spPr>
          <a:xfrm>
            <a:off x="8370964" y="2352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23B3D9B5-8353-3E89-899E-EDCE585ACEC2}"/>
              </a:ext>
            </a:extLst>
          </p:cNvPr>
          <p:cNvSpPr>
            <a:spLocks noChangeAspect="1"/>
          </p:cNvSpPr>
          <p:nvPr/>
        </p:nvSpPr>
        <p:spPr>
          <a:xfrm>
            <a:off x="9450964" y="2352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06BF95C3-69B4-47BA-614B-D05ABD09E8F1}"/>
              </a:ext>
            </a:extLst>
          </p:cNvPr>
          <p:cNvSpPr>
            <a:spLocks noChangeAspect="1"/>
          </p:cNvSpPr>
          <p:nvPr/>
        </p:nvSpPr>
        <p:spPr>
          <a:xfrm>
            <a:off x="10530964" y="2352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2BBB5B9-5622-C61B-3CE1-76F8987E76F2}"/>
              </a:ext>
            </a:extLst>
          </p:cNvPr>
          <p:cNvCxnSpPr>
            <a:cxnSpLocks/>
            <a:stCxn id="38" idx="4"/>
            <a:endCxn id="48" idx="0"/>
          </p:cNvCxnSpPr>
          <p:nvPr/>
        </p:nvCxnSpPr>
        <p:spPr>
          <a:xfrm>
            <a:off x="1026964" y="507197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3E92B1E5-9EF2-026E-809D-1EFA3CFB1A46}"/>
              </a:ext>
            </a:extLst>
          </p:cNvPr>
          <p:cNvCxnSpPr>
            <a:cxnSpLocks/>
            <a:stCxn id="38" idx="4"/>
            <a:endCxn id="49" idx="0"/>
          </p:cNvCxnSpPr>
          <p:nvPr/>
        </p:nvCxnSpPr>
        <p:spPr>
          <a:xfrm>
            <a:off x="102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084B2D56-6899-0B33-FCE4-B9D1145466FD}"/>
              </a:ext>
            </a:extLst>
          </p:cNvPr>
          <p:cNvCxnSpPr>
            <a:cxnSpLocks/>
            <a:stCxn id="39" idx="4"/>
            <a:endCxn id="48" idx="0"/>
          </p:cNvCxnSpPr>
          <p:nvPr/>
        </p:nvCxnSpPr>
        <p:spPr>
          <a:xfrm flipH="1">
            <a:off x="102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EA8D6F5-51DD-B4D6-7412-D35E1C565DEE}"/>
              </a:ext>
            </a:extLst>
          </p:cNvPr>
          <p:cNvCxnSpPr>
            <a:cxnSpLocks/>
            <a:stCxn id="39" idx="4"/>
            <a:endCxn id="49" idx="0"/>
          </p:cNvCxnSpPr>
          <p:nvPr/>
        </p:nvCxnSpPr>
        <p:spPr>
          <a:xfrm>
            <a:off x="2106964" y="507197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BE0349B-84B2-C53B-9785-4E5C39120483}"/>
              </a:ext>
            </a:extLst>
          </p:cNvPr>
          <p:cNvCxnSpPr>
            <a:cxnSpLocks/>
            <a:stCxn id="39" idx="4"/>
            <a:endCxn id="50" idx="0"/>
          </p:cNvCxnSpPr>
          <p:nvPr/>
        </p:nvCxnSpPr>
        <p:spPr>
          <a:xfrm>
            <a:off x="210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48768469-CB8D-2D2C-B965-D6CC99C0C3DA}"/>
              </a:ext>
            </a:extLst>
          </p:cNvPr>
          <p:cNvCxnSpPr>
            <a:cxnSpLocks/>
            <a:stCxn id="40" idx="4"/>
            <a:endCxn id="49" idx="0"/>
          </p:cNvCxnSpPr>
          <p:nvPr/>
        </p:nvCxnSpPr>
        <p:spPr>
          <a:xfrm flipH="1">
            <a:off x="210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1FE6DBEC-2752-A351-4BBD-1FF297C9B54E}"/>
              </a:ext>
            </a:extLst>
          </p:cNvPr>
          <p:cNvCxnSpPr>
            <a:cxnSpLocks/>
            <a:stCxn id="40" idx="4"/>
            <a:endCxn id="50" idx="0"/>
          </p:cNvCxnSpPr>
          <p:nvPr/>
        </p:nvCxnSpPr>
        <p:spPr>
          <a:xfrm>
            <a:off x="3186964" y="507197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5E84525E-5DE3-9837-DB98-B0FD1305A82B}"/>
              </a:ext>
            </a:extLst>
          </p:cNvPr>
          <p:cNvCxnSpPr>
            <a:cxnSpLocks/>
            <a:stCxn id="40" idx="4"/>
            <a:endCxn id="51" idx="0"/>
          </p:cNvCxnSpPr>
          <p:nvPr/>
        </p:nvCxnSpPr>
        <p:spPr>
          <a:xfrm>
            <a:off x="318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092F5A3-A426-2CBF-BAFF-260F650B3046}"/>
              </a:ext>
            </a:extLst>
          </p:cNvPr>
          <p:cNvCxnSpPr>
            <a:cxnSpLocks/>
            <a:stCxn id="41" idx="4"/>
            <a:endCxn id="50" idx="0"/>
          </p:cNvCxnSpPr>
          <p:nvPr/>
        </p:nvCxnSpPr>
        <p:spPr>
          <a:xfrm flipH="1">
            <a:off x="318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4FB0E68-B024-FE25-7EAB-D75D752A5DA5}"/>
              </a:ext>
            </a:extLst>
          </p:cNvPr>
          <p:cNvCxnSpPr>
            <a:cxnSpLocks/>
            <a:stCxn id="41" idx="4"/>
            <a:endCxn id="51" idx="0"/>
          </p:cNvCxnSpPr>
          <p:nvPr/>
        </p:nvCxnSpPr>
        <p:spPr>
          <a:xfrm>
            <a:off x="4266964" y="507197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5DE8753-7561-0BFB-3AE6-508888A14F2F}"/>
              </a:ext>
            </a:extLst>
          </p:cNvPr>
          <p:cNvCxnSpPr>
            <a:cxnSpLocks/>
            <a:stCxn id="41" idx="4"/>
            <a:endCxn id="52" idx="0"/>
          </p:cNvCxnSpPr>
          <p:nvPr/>
        </p:nvCxnSpPr>
        <p:spPr>
          <a:xfrm>
            <a:off x="426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695AB787-E78B-4C29-8EF6-0409E6D6D222}"/>
              </a:ext>
            </a:extLst>
          </p:cNvPr>
          <p:cNvCxnSpPr>
            <a:cxnSpLocks/>
            <a:stCxn id="42" idx="4"/>
            <a:endCxn id="51" idx="0"/>
          </p:cNvCxnSpPr>
          <p:nvPr/>
        </p:nvCxnSpPr>
        <p:spPr>
          <a:xfrm flipH="1">
            <a:off x="426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5C178914-7C96-94A2-F1BD-CC460AD06155}"/>
              </a:ext>
            </a:extLst>
          </p:cNvPr>
          <p:cNvCxnSpPr>
            <a:cxnSpLocks/>
            <a:stCxn id="42" idx="4"/>
            <a:endCxn id="52" idx="0"/>
          </p:cNvCxnSpPr>
          <p:nvPr/>
        </p:nvCxnSpPr>
        <p:spPr>
          <a:xfrm>
            <a:off x="5346964" y="507197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38081DBD-C210-C8C7-A7AC-B4353A9574A3}"/>
              </a:ext>
            </a:extLst>
          </p:cNvPr>
          <p:cNvCxnSpPr>
            <a:cxnSpLocks/>
            <a:stCxn id="42" idx="4"/>
            <a:endCxn id="53" idx="0"/>
          </p:cNvCxnSpPr>
          <p:nvPr/>
        </p:nvCxnSpPr>
        <p:spPr>
          <a:xfrm>
            <a:off x="534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9B2611C4-0D8C-E8E1-0AF6-35DA166E343A}"/>
              </a:ext>
            </a:extLst>
          </p:cNvPr>
          <p:cNvCxnSpPr>
            <a:cxnSpLocks/>
            <a:stCxn id="43" idx="4"/>
            <a:endCxn id="52" idx="0"/>
          </p:cNvCxnSpPr>
          <p:nvPr/>
        </p:nvCxnSpPr>
        <p:spPr>
          <a:xfrm flipH="1">
            <a:off x="534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8DF0FD63-A206-E6BC-BA40-8AAC57D60529}"/>
              </a:ext>
            </a:extLst>
          </p:cNvPr>
          <p:cNvCxnSpPr>
            <a:cxnSpLocks/>
            <a:stCxn id="43" idx="4"/>
            <a:endCxn id="53" idx="0"/>
          </p:cNvCxnSpPr>
          <p:nvPr/>
        </p:nvCxnSpPr>
        <p:spPr>
          <a:xfrm>
            <a:off x="6426964" y="507197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C9D29770-462E-D42E-97FE-ADF8BEEA373C}"/>
              </a:ext>
            </a:extLst>
          </p:cNvPr>
          <p:cNvCxnSpPr>
            <a:cxnSpLocks/>
            <a:stCxn id="43" idx="4"/>
            <a:endCxn id="54" idx="0"/>
          </p:cNvCxnSpPr>
          <p:nvPr/>
        </p:nvCxnSpPr>
        <p:spPr>
          <a:xfrm>
            <a:off x="642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6994381-644C-16B8-419B-84DB84431B36}"/>
              </a:ext>
            </a:extLst>
          </p:cNvPr>
          <p:cNvCxnSpPr>
            <a:cxnSpLocks/>
            <a:stCxn id="44" idx="4"/>
            <a:endCxn id="53" idx="0"/>
          </p:cNvCxnSpPr>
          <p:nvPr/>
        </p:nvCxnSpPr>
        <p:spPr>
          <a:xfrm flipH="1">
            <a:off x="642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A5302DEC-EE80-E92B-9CEC-0BE3211E7C89}"/>
              </a:ext>
            </a:extLst>
          </p:cNvPr>
          <p:cNvCxnSpPr>
            <a:cxnSpLocks/>
            <a:stCxn id="44" idx="4"/>
            <a:endCxn id="54" idx="0"/>
          </p:cNvCxnSpPr>
          <p:nvPr/>
        </p:nvCxnSpPr>
        <p:spPr>
          <a:xfrm>
            <a:off x="7506964" y="507197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2FB06BF-6E5B-2953-B8C7-4C8D5008D0C7}"/>
              </a:ext>
            </a:extLst>
          </p:cNvPr>
          <p:cNvCxnSpPr>
            <a:cxnSpLocks/>
            <a:stCxn id="44" idx="4"/>
            <a:endCxn id="55" idx="0"/>
          </p:cNvCxnSpPr>
          <p:nvPr/>
        </p:nvCxnSpPr>
        <p:spPr>
          <a:xfrm>
            <a:off x="750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7C5CB1A6-4CC1-F445-4ACA-4A5181D9AD42}"/>
              </a:ext>
            </a:extLst>
          </p:cNvPr>
          <p:cNvCxnSpPr>
            <a:cxnSpLocks/>
            <a:stCxn id="45" idx="4"/>
            <a:endCxn id="54" idx="0"/>
          </p:cNvCxnSpPr>
          <p:nvPr/>
        </p:nvCxnSpPr>
        <p:spPr>
          <a:xfrm flipH="1">
            <a:off x="750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A82EBC2A-C83D-9129-3E9F-F11F7D5CCFD5}"/>
              </a:ext>
            </a:extLst>
          </p:cNvPr>
          <p:cNvCxnSpPr>
            <a:cxnSpLocks/>
            <a:stCxn id="45" idx="4"/>
            <a:endCxn id="55" idx="0"/>
          </p:cNvCxnSpPr>
          <p:nvPr/>
        </p:nvCxnSpPr>
        <p:spPr>
          <a:xfrm>
            <a:off x="8586964" y="507197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E6D911BB-D46C-ABDF-4295-DD35E1F40B90}"/>
              </a:ext>
            </a:extLst>
          </p:cNvPr>
          <p:cNvCxnSpPr>
            <a:cxnSpLocks/>
            <a:stCxn id="45" idx="4"/>
            <a:endCxn id="56" idx="0"/>
          </p:cNvCxnSpPr>
          <p:nvPr/>
        </p:nvCxnSpPr>
        <p:spPr>
          <a:xfrm>
            <a:off x="858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243C1B0E-4514-19BC-84A7-416FA37CD4FF}"/>
              </a:ext>
            </a:extLst>
          </p:cNvPr>
          <p:cNvCxnSpPr>
            <a:cxnSpLocks/>
            <a:stCxn id="46" idx="4"/>
            <a:endCxn id="55" idx="0"/>
          </p:cNvCxnSpPr>
          <p:nvPr/>
        </p:nvCxnSpPr>
        <p:spPr>
          <a:xfrm flipH="1">
            <a:off x="858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8859F669-1721-309D-0471-EBC82502E92A}"/>
              </a:ext>
            </a:extLst>
          </p:cNvPr>
          <p:cNvCxnSpPr>
            <a:cxnSpLocks/>
            <a:stCxn id="46" idx="4"/>
            <a:endCxn id="56" idx="0"/>
          </p:cNvCxnSpPr>
          <p:nvPr/>
        </p:nvCxnSpPr>
        <p:spPr>
          <a:xfrm>
            <a:off x="9666964" y="507197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C95858B6-36BF-044C-08F4-8AA0370F4C17}"/>
              </a:ext>
            </a:extLst>
          </p:cNvPr>
          <p:cNvCxnSpPr>
            <a:cxnSpLocks/>
            <a:stCxn id="46" idx="4"/>
            <a:endCxn id="57" idx="0"/>
          </p:cNvCxnSpPr>
          <p:nvPr/>
        </p:nvCxnSpPr>
        <p:spPr>
          <a:xfrm>
            <a:off x="966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3B0CAFBB-035C-6F42-DF01-3B1B40A554FF}"/>
              </a:ext>
            </a:extLst>
          </p:cNvPr>
          <p:cNvCxnSpPr>
            <a:cxnSpLocks/>
            <a:stCxn id="47" idx="4"/>
            <a:endCxn id="56" idx="0"/>
          </p:cNvCxnSpPr>
          <p:nvPr/>
        </p:nvCxnSpPr>
        <p:spPr>
          <a:xfrm flipH="1">
            <a:off x="9666964" y="507197"/>
            <a:ext cx="108000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D654185-ECE8-F21C-4CAF-CD9059DCCB01}"/>
              </a:ext>
            </a:extLst>
          </p:cNvPr>
          <p:cNvCxnSpPr>
            <a:cxnSpLocks/>
            <a:stCxn id="47" idx="4"/>
            <a:endCxn id="57" idx="0"/>
          </p:cNvCxnSpPr>
          <p:nvPr/>
        </p:nvCxnSpPr>
        <p:spPr>
          <a:xfrm>
            <a:off x="10746964" y="507197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椭圆 85">
            <a:extLst>
              <a:ext uri="{FF2B5EF4-FFF2-40B4-BE49-F238E27FC236}">
                <a16:creationId xmlns:a16="http://schemas.microsoft.com/office/drawing/2014/main" id="{06546E09-E7AF-0F5D-3F7A-6C41FF0AAD9E}"/>
              </a:ext>
            </a:extLst>
          </p:cNvPr>
          <p:cNvSpPr>
            <a:spLocks noChangeAspect="1"/>
          </p:cNvSpPr>
          <p:nvPr/>
        </p:nvSpPr>
        <p:spPr>
          <a:xfrm>
            <a:off x="11628298" y="75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6E97E8A0-0528-65B1-1318-148C3D2827F4}"/>
              </a:ext>
            </a:extLst>
          </p:cNvPr>
          <p:cNvSpPr>
            <a:spLocks noChangeAspect="1"/>
          </p:cNvSpPr>
          <p:nvPr/>
        </p:nvSpPr>
        <p:spPr>
          <a:xfrm>
            <a:off x="11628298" y="2352197"/>
            <a:ext cx="432000" cy="432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EECAA6D2-569C-D461-ECC1-7E6990726772}"/>
              </a:ext>
            </a:extLst>
          </p:cNvPr>
          <p:cNvCxnSpPr>
            <a:cxnSpLocks/>
            <a:stCxn id="47" idx="4"/>
            <a:endCxn id="87" idx="0"/>
          </p:cNvCxnSpPr>
          <p:nvPr/>
        </p:nvCxnSpPr>
        <p:spPr>
          <a:xfrm>
            <a:off x="10746964" y="507197"/>
            <a:ext cx="1097334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9A96A437-C56E-5FC6-EC7A-0646BD7437E1}"/>
              </a:ext>
            </a:extLst>
          </p:cNvPr>
          <p:cNvCxnSpPr>
            <a:cxnSpLocks/>
            <a:stCxn id="86" idx="4"/>
            <a:endCxn id="57" idx="0"/>
          </p:cNvCxnSpPr>
          <p:nvPr/>
        </p:nvCxnSpPr>
        <p:spPr>
          <a:xfrm flipH="1">
            <a:off x="10746964" y="507197"/>
            <a:ext cx="1097334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D55BEEA3-64B6-38FA-3BB1-74B2CA20BDE6}"/>
              </a:ext>
            </a:extLst>
          </p:cNvPr>
          <p:cNvCxnSpPr>
            <a:cxnSpLocks/>
            <a:stCxn id="86" idx="4"/>
            <a:endCxn id="87" idx="0"/>
          </p:cNvCxnSpPr>
          <p:nvPr/>
        </p:nvCxnSpPr>
        <p:spPr>
          <a:xfrm>
            <a:off x="11844298" y="507197"/>
            <a:ext cx="0" cy="1845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A2A7703F-D3B6-4B64-E38F-7B686E1AF1BF}"/>
              </a:ext>
            </a:extLst>
          </p:cNvPr>
          <p:cNvSpPr txBox="1"/>
          <p:nvPr/>
        </p:nvSpPr>
        <p:spPr>
          <a:xfrm>
            <a:off x="10647502" y="2690202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2000" dirty="0"/>
              <a:t>时序注意力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352E8A39-12DA-34AA-8B60-35ECC50EE684}"/>
                  </a:ext>
                </a:extLst>
              </p:cNvPr>
              <p:cNvSpPr txBox="1"/>
              <p:nvPr/>
            </p:nvSpPr>
            <p:spPr>
              <a:xfrm>
                <a:off x="1483693" y="2443249"/>
                <a:ext cx="478657" cy="4247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352E8A39-12DA-34AA-8B60-35ECC50EE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3693" y="2443249"/>
                <a:ext cx="478657" cy="424796"/>
              </a:xfrm>
              <a:prstGeom prst="rect">
                <a:avLst/>
              </a:prstGeom>
              <a:blipFill>
                <a:blip r:embed="rId3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ABC4D7B8-473D-D0FA-E87E-FE1235BFE041}"/>
                  </a:ext>
                </a:extLst>
              </p:cNvPr>
              <p:cNvSpPr txBox="1"/>
              <p:nvPr/>
            </p:nvSpPr>
            <p:spPr>
              <a:xfrm>
                <a:off x="8737005" y="4452815"/>
                <a:ext cx="57522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zh-CN" alt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ABC4D7B8-473D-D0FA-E87E-FE1235BFE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7005" y="4452815"/>
                <a:ext cx="575222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11435F39-71A1-0D3E-7954-E72ECE6C618E}"/>
                  </a:ext>
                </a:extLst>
              </p:cNvPr>
              <p:cNvSpPr txBox="1"/>
              <p:nvPr/>
            </p:nvSpPr>
            <p:spPr>
              <a:xfrm>
                <a:off x="9675395" y="3629371"/>
                <a:ext cx="53194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CN" alt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11435F39-71A1-0D3E-7954-E72ECE6C6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5395" y="3629371"/>
                <a:ext cx="531940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477855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形 6">
            <a:extLst>
              <a:ext uri="{FF2B5EF4-FFF2-40B4-BE49-F238E27FC236}">
                <a16:creationId xmlns:a16="http://schemas.microsoft.com/office/drawing/2014/main" id="{7F681940-D1AE-23DA-377A-23E41A910F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67500" y="4085498"/>
            <a:ext cx="720000" cy="72000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FED3F6F0-B630-8FD9-02FA-26D08AA5E9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6450" y="618052"/>
            <a:ext cx="730800" cy="720000"/>
          </a:xfrm>
          <a:prstGeom prst="rect">
            <a:avLst/>
          </a:prstGeom>
        </p:spPr>
      </p:pic>
      <p:pic>
        <p:nvPicPr>
          <p:cNvPr id="17" name="图形 16">
            <a:extLst>
              <a:ext uri="{FF2B5EF4-FFF2-40B4-BE49-F238E27FC236}">
                <a16:creationId xmlns:a16="http://schemas.microsoft.com/office/drawing/2014/main" id="{D88F90E5-A978-1F50-5D9D-F9B5312004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88635" y="2243183"/>
            <a:ext cx="480600" cy="360000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73F40700-7E45-69B3-20EF-A94EFF362219}"/>
              </a:ext>
            </a:extLst>
          </p:cNvPr>
          <p:cNvSpPr txBox="1"/>
          <p:nvPr/>
        </p:nvSpPr>
        <p:spPr>
          <a:xfrm>
            <a:off x="1948420" y="5614142"/>
            <a:ext cx="793558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500" dirty="0"/>
              <a:t>收集卫星教材文献</a:t>
            </a:r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B8B2FE32-26B4-49DB-FAB0-B5D45DB0C146}"/>
              </a:ext>
            </a:extLst>
          </p:cNvPr>
          <p:cNvGrpSpPr/>
          <p:nvPr/>
        </p:nvGrpSpPr>
        <p:grpSpPr>
          <a:xfrm>
            <a:off x="1938775" y="4587603"/>
            <a:ext cx="783086" cy="918936"/>
            <a:chOff x="1834000" y="4587603"/>
            <a:chExt cx="783086" cy="918936"/>
          </a:xfrm>
        </p:grpSpPr>
        <p:pic>
          <p:nvPicPr>
            <p:cNvPr id="5" name="图形 4" descr="书籍">
              <a:extLst>
                <a:ext uri="{FF2B5EF4-FFF2-40B4-BE49-F238E27FC236}">
                  <a16:creationId xmlns:a16="http://schemas.microsoft.com/office/drawing/2014/main" id="{C00B8094-949C-5BDB-A189-B6708C2BE95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897086" y="4786539"/>
              <a:ext cx="720000" cy="720000"/>
            </a:xfrm>
            <a:prstGeom prst="rect">
              <a:avLst/>
            </a:prstGeom>
          </p:spPr>
        </p:pic>
        <p:pic>
          <p:nvPicPr>
            <p:cNvPr id="24" name="图形 23" descr="卫星">
              <a:extLst>
                <a:ext uri="{FF2B5EF4-FFF2-40B4-BE49-F238E27FC236}">
                  <a16:creationId xmlns:a16="http://schemas.microsoft.com/office/drawing/2014/main" id="{0E3CFB64-24FB-4200-8566-451953AE5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1834000" y="4587603"/>
              <a:ext cx="360000" cy="360000"/>
            </a:xfrm>
            <a:prstGeom prst="rect">
              <a:avLst/>
            </a:prstGeom>
          </p:spPr>
        </p:pic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C8D2DA1A-852B-DE88-9BC9-8D1104EA8080}"/>
              </a:ext>
            </a:extLst>
          </p:cNvPr>
          <p:cNvGrpSpPr/>
          <p:nvPr/>
        </p:nvGrpSpPr>
        <p:grpSpPr>
          <a:xfrm>
            <a:off x="4222825" y="3380738"/>
            <a:ext cx="900000" cy="720000"/>
            <a:chOff x="1357086" y="3225164"/>
            <a:chExt cx="900000" cy="720000"/>
          </a:xfrm>
        </p:grpSpPr>
        <p:pic>
          <p:nvPicPr>
            <p:cNvPr id="22" name="图形 21" descr="打开的书">
              <a:extLst>
                <a:ext uri="{FF2B5EF4-FFF2-40B4-BE49-F238E27FC236}">
                  <a16:creationId xmlns:a16="http://schemas.microsoft.com/office/drawing/2014/main" id="{036907F9-539A-488E-D2B3-4973F6DF4C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357086" y="3225164"/>
              <a:ext cx="720000" cy="720000"/>
            </a:xfrm>
            <a:prstGeom prst="rect">
              <a:avLst/>
            </a:prstGeom>
          </p:spPr>
        </p:pic>
        <p:pic>
          <p:nvPicPr>
            <p:cNvPr id="26" name="图形 25">
              <a:extLst>
                <a:ext uri="{FF2B5EF4-FFF2-40B4-BE49-F238E27FC236}">
                  <a16:creationId xmlns:a16="http://schemas.microsoft.com/office/drawing/2014/main" id="{9213FAD9-A60F-50B0-3E7D-15976A5E1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897086" y="3585164"/>
              <a:ext cx="360000" cy="360000"/>
            </a:xfrm>
            <a:prstGeom prst="rect">
              <a:avLst/>
            </a:prstGeom>
          </p:spPr>
        </p:pic>
      </p:grp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206EBF1-7133-F2DE-8E37-F80F90483AE5}"/>
              </a:ext>
            </a:extLst>
          </p:cNvPr>
          <p:cNvCxnSpPr>
            <a:cxnSpLocks/>
          </p:cNvCxnSpPr>
          <p:nvPr/>
        </p:nvCxnSpPr>
        <p:spPr>
          <a:xfrm>
            <a:off x="1685925" y="5506539"/>
            <a:ext cx="1224000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89F9CEEF-970E-080A-9B7F-91261E64F7F5}"/>
              </a:ext>
            </a:extLst>
          </p:cNvPr>
          <p:cNvCxnSpPr>
            <a:cxnSpLocks/>
          </p:cNvCxnSpPr>
          <p:nvPr/>
        </p:nvCxnSpPr>
        <p:spPr>
          <a:xfrm flipV="1">
            <a:off x="2901950" y="4792889"/>
            <a:ext cx="0" cy="738936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D33AF1BA-D57D-2EB2-FA01-64A33BD07EC5}"/>
              </a:ext>
            </a:extLst>
          </p:cNvPr>
          <p:cNvCxnSpPr>
            <a:cxnSpLocks/>
          </p:cNvCxnSpPr>
          <p:nvPr/>
        </p:nvCxnSpPr>
        <p:spPr>
          <a:xfrm>
            <a:off x="2873375" y="4823474"/>
            <a:ext cx="1224000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8E7249FE-517D-112B-BC48-EAFF2E7325FD}"/>
              </a:ext>
            </a:extLst>
          </p:cNvPr>
          <p:cNvSpPr txBox="1"/>
          <p:nvPr/>
        </p:nvSpPr>
        <p:spPr>
          <a:xfrm>
            <a:off x="3153684" y="4947603"/>
            <a:ext cx="793558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500" dirty="0"/>
              <a:t>字符识别</a:t>
            </a:r>
            <a:endParaRPr lang="en-US" altLang="zh-CN" sz="1500" dirty="0"/>
          </a:p>
          <a:p>
            <a:pPr algn="r"/>
            <a:r>
              <a:rPr lang="zh-CN" altLang="en-US" sz="1500" dirty="0"/>
              <a:t>形成文档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814B822-8EC6-9650-4890-DD61FE03F58C}"/>
              </a:ext>
            </a:extLst>
          </p:cNvPr>
          <p:cNvCxnSpPr>
            <a:cxnSpLocks/>
          </p:cNvCxnSpPr>
          <p:nvPr/>
        </p:nvCxnSpPr>
        <p:spPr>
          <a:xfrm flipV="1">
            <a:off x="4089400" y="4110264"/>
            <a:ext cx="0" cy="738936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615FF6B-BE12-D707-F71E-6C7258BF6AD4}"/>
              </a:ext>
            </a:extLst>
          </p:cNvPr>
          <p:cNvCxnSpPr>
            <a:cxnSpLocks/>
          </p:cNvCxnSpPr>
          <p:nvPr/>
        </p:nvCxnSpPr>
        <p:spPr>
          <a:xfrm>
            <a:off x="4060825" y="4138272"/>
            <a:ext cx="1224000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4042300B-BD43-9786-7CBB-A98D07E35C73}"/>
              </a:ext>
            </a:extLst>
          </p:cNvPr>
          <p:cNvSpPr txBox="1"/>
          <p:nvPr/>
        </p:nvSpPr>
        <p:spPr>
          <a:xfrm>
            <a:off x="4262341" y="4285831"/>
            <a:ext cx="793558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500" dirty="0"/>
              <a:t>规范文本</a:t>
            </a:r>
            <a:endParaRPr lang="en-US" altLang="zh-CN" sz="1500" dirty="0"/>
          </a:p>
          <a:p>
            <a:pPr algn="r"/>
            <a:r>
              <a:rPr lang="zh-CN" altLang="en-US" sz="1500" dirty="0"/>
              <a:t>信息取敏</a:t>
            </a:r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7A5F093-2D4A-F3F9-A871-D85E3452B949}"/>
              </a:ext>
            </a:extLst>
          </p:cNvPr>
          <p:cNvCxnSpPr>
            <a:cxnSpLocks/>
          </p:cNvCxnSpPr>
          <p:nvPr/>
        </p:nvCxnSpPr>
        <p:spPr>
          <a:xfrm flipV="1">
            <a:off x="5254310" y="3427322"/>
            <a:ext cx="0" cy="738936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032B1E4-3D60-9E33-3EE8-E6C8EAAB7474}"/>
              </a:ext>
            </a:extLst>
          </p:cNvPr>
          <p:cNvCxnSpPr>
            <a:cxnSpLocks/>
          </p:cNvCxnSpPr>
          <p:nvPr/>
        </p:nvCxnSpPr>
        <p:spPr>
          <a:xfrm>
            <a:off x="5227644" y="3454841"/>
            <a:ext cx="1224000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DC16B3C-8F90-05BD-CB31-105E5369D594}"/>
              </a:ext>
            </a:extLst>
          </p:cNvPr>
          <p:cNvSpPr txBox="1"/>
          <p:nvPr/>
        </p:nvSpPr>
        <p:spPr>
          <a:xfrm>
            <a:off x="5456198" y="3565957"/>
            <a:ext cx="793558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500" dirty="0"/>
              <a:t>目录结构</a:t>
            </a:r>
            <a:endParaRPr lang="en-US" altLang="zh-CN" sz="1500" dirty="0"/>
          </a:p>
          <a:p>
            <a:pPr algn="r"/>
            <a:r>
              <a:rPr lang="zh-CN" altLang="en-US" sz="1500" dirty="0"/>
              <a:t>摘要精炼</a:t>
            </a:r>
            <a:endParaRPr lang="en-US" altLang="zh-CN" sz="1500" dirty="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516C5DA2-6303-1FCE-D28E-16978BF2004D}"/>
              </a:ext>
            </a:extLst>
          </p:cNvPr>
          <p:cNvCxnSpPr>
            <a:cxnSpLocks/>
          </p:cNvCxnSpPr>
          <p:nvPr/>
        </p:nvCxnSpPr>
        <p:spPr>
          <a:xfrm flipV="1">
            <a:off x="6421138" y="2743893"/>
            <a:ext cx="0" cy="738936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5C2D75E-BAE8-5C51-905D-6CCBF8C5CCA0}"/>
              </a:ext>
            </a:extLst>
          </p:cNvPr>
          <p:cNvCxnSpPr>
            <a:cxnSpLocks/>
          </p:cNvCxnSpPr>
          <p:nvPr/>
        </p:nvCxnSpPr>
        <p:spPr>
          <a:xfrm>
            <a:off x="6394466" y="2771412"/>
            <a:ext cx="1224000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7" name="图形 46">
            <a:extLst>
              <a:ext uri="{FF2B5EF4-FFF2-40B4-BE49-F238E27FC236}">
                <a16:creationId xmlns:a16="http://schemas.microsoft.com/office/drawing/2014/main" id="{A0FD7F1D-918B-B2C7-7140-9FF1D20B5AB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404858" y="2622836"/>
            <a:ext cx="820800" cy="720000"/>
          </a:xfrm>
          <a:prstGeom prst="rect">
            <a:avLst/>
          </a:prstGeom>
        </p:spPr>
      </p:pic>
      <p:grpSp>
        <p:nvGrpSpPr>
          <p:cNvPr id="66" name="组合 65">
            <a:extLst>
              <a:ext uri="{FF2B5EF4-FFF2-40B4-BE49-F238E27FC236}">
                <a16:creationId xmlns:a16="http://schemas.microsoft.com/office/drawing/2014/main" id="{8B36ED8F-952B-5984-E0D4-80F5FDF59BB6}"/>
              </a:ext>
            </a:extLst>
          </p:cNvPr>
          <p:cNvGrpSpPr>
            <a:grpSpLocks noChangeAspect="1"/>
          </p:cNvGrpSpPr>
          <p:nvPr/>
        </p:nvGrpSpPr>
        <p:grpSpPr>
          <a:xfrm>
            <a:off x="427435" y="330052"/>
            <a:ext cx="781257" cy="648000"/>
            <a:chOff x="6199644" y="1682179"/>
            <a:chExt cx="941494" cy="780906"/>
          </a:xfrm>
        </p:grpSpPr>
        <p:pic>
          <p:nvPicPr>
            <p:cNvPr id="49" name="图形 48">
              <a:extLst>
                <a:ext uri="{FF2B5EF4-FFF2-40B4-BE49-F238E27FC236}">
                  <a16:creationId xmlns:a16="http://schemas.microsoft.com/office/drawing/2014/main" id="{55B1AD9D-1ADF-76B3-966E-DA99F456C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421138" y="1682179"/>
              <a:ext cx="720000" cy="720000"/>
            </a:xfrm>
            <a:prstGeom prst="rect">
              <a:avLst/>
            </a:prstGeom>
          </p:spPr>
        </p:pic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0115176D-5EE5-93F3-A2DD-287D41C4B63C}"/>
                </a:ext>
              </a:extLst>
            </p:cNvPr>
            <p:cNvCxnSpPr>
              <a:cxnSpLocks/>
              <a:stCxn id="50" idx="3"/>
            </p:cNvCxnSpPr>
            <p:nvPr/>
          </p:nvCxnSpPr>
          <p:spPr>
            <a:xfrm>
              <a:off x="6394069" y="2241947"/>
              <a:ext cx="57575" cy="0"/>
            </a:xfrm>
            <a:prstGeom prst="line">
              <a:avLst/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矩形: 圆角 49">
              <a:extLst>
                <a:ext uri="{FF2B5EF4-FFF2-40B4-BE49-F238E27FC236}">
                  <a16:creationId xmlns:a16="http://schemas.microsoft.com/office/drawing/2014/main" id="{D6D2DBDB-2E10-7879-613D-BB92BB8CEBFD}"/>
                </a:ext>
              </a:extLst>
            </p:cNvPr>
            <p:cNvSpPr/>
            <p:nvPr/>
          </p:nvSpPr>
          <p:spPr>
            <a:xfrm>
              <a:off x="6199644" y="2190750"/>
              <a:ext cx="194425" cy="102394"/>
            </a:xfrm>
            <a:prstGeom prst="round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5" name="矩形: 圆角 54">
              <a:extLst>
                <a:ext uri="{FF2B5EF4-FFF2-40B4-BE49-F238E27FC236}">
                  <a16:creationId xmlns:a16="http://schemas.microsoft.com/office/drawing/2014/main" id="{CEDF9826-A7BC-3B7F-330C-F84043884ED5}"/>
                </a:ext>
              </a:extLst>
            </p:cNvPr>
            <p:cNvSpPr/>
            <p:nvPr/>
          </p:nvSpPr>
          <p:spPr>
            <a:xfrm>
              <a:off x="6451644" y="2030519"/>
              <a:ext cx="194425" cy="102394"/>
            </a:xfrm>
            <a:prstGeom prst="round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6" name="矩形: 圆角 55">
              <a:extLst>
                <a:ext uri="{FF2B5EF4-FFF2-40B4-BE49-F238E27FC236}">
                  <a16:creationId xmlns:a16="http://schemas.microsoft.com/office/drawing/2014/main" id="{1F0A0B89-2FBC-668E-8427-981ABCCE3825}"/>
                </a:ext>
              </a:extLst>
            </p:cNvPr>
            <p:cNvSpPr/>
            <p:nvPr/>
          </p:nvSpPr>
          <p:spPr>
            <a:xfrm>
              <a:off x="6683925" y="2030519"/>
              <a:ext cx="194425" cy="102394"/>
            </a:xfrm>
            <a:prstGeom prst="round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7" name="矩形: 圆角 56">
              <a:extLst>
                <a:ext uri="{FF2B5EF4-FFF2-40B4-BE49-F238E27FC236}">
                  <a16:creationId xmlns:a16="http://schemas.microsoft.com/office/drawing/2014/main" id="{160028B0-6C3B-6D3F-AC8E-84F704570589}"/>
                </a:ext>
              </a:extLst>
            </p:cNvPr>
            <p:cNvSpPr/>
            <p:nvPr/>
          </p:nvSpPr>
          <p:spPr>
            <a:xfrm>
              <a:off x="6912531" y="2030519"/>
              <a:ext cx="194425" cy="102394"/>
            </a:xfrm>
            <a:prstGeom prst="round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8" name="矩形: 圆角 57">
              <a:extLst>
                <a:ext uri="{FF2B5EF4-FFF2-40B4-BE49-F238E27FC236}">
                  <a16:creationId xmlns:a16="http://schemas.microsoft.com/office/drawing/2014/main" id="{CC0A4F3A-1BD1-0B1E-1588-D070D9B07241}"/>
                </a:ext>
              </a:extLst>
            </p:cNvPr>
            <p:cNvSpPr/>
            <p:nvPr/>
          </p:nvSpPr>
          <p:spPr>
            <a:xfrm>
              <a:off x="6683925" y="2193819"/>
              <a:ext cx="194425" cy="102394"/>
            </a:xfrm>
            <a:prstGeom prst="round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D99ABA51-BD29-AA19-468D-2765135F40E1}"/>
                </a:ext>
              </a:extLst>
            </p:cNvPr>
            <p:cNvSpPr/>
            <p:nvPr/>
          </p:nvSpPr>
          <p:spPr>
            <a:xfrm>
              <a:off x="6451643" y="2196273"/>
              <a:ext cx="194425" cy="102394"/>
            </a:xfrm>
            <a:prstGeom prst="round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0" name="矩形: 圆角 59">
              <a:extLst>
                <a:ext uri="{FF2B5EF4-FFF2-40B4-BE49-F238E27FC236}">
                  <a16:creationId xmlns:a16="http://schemas.microsoft.com/office/drawing/2014/main" id="{412488A0-FD6F-579F-5523-243B2212A646}"/>
                </a:ext>
              </a:extLst>
            </p:cNvPr>
            <p:cNvSpPr/>
            <p:nvPr/>
          </p:nvSpPr>
          <p:spPr>
            <a:xfrm>
              <a:off x="6683925" y="2360691"/>
              <a:ext cx="194425" cy="102394"/>
            </a:xfrm>
            <a:prstGeom prst="round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31E9A0EB-1931-D4E2-19C7-A8FBCF9BBD98}"/>
                </a:ext>
              </a:extLst>
            </p:cNvPr>
            <p:cNvCxnSpPr>
              <a:cxnSpLocks/>
              <a:stCxn id="58" idx="2"/>
              <a:endCxn id="60" idx="0"/>
            </p:cNvCxnSpPr>
            <p:nvPr/>
          </p:nvCxnSpPr>
          <p:spPr>
            <a:xfrm>
              <a:off x="6781138" y="2296213"/>
              <a:ext cx="0" cy="64478"/>
            </a:xfrm>
            <a:prstGeom prst="line">
              <a:avLst/>
            </a:prstGeom>
            <a:ln w="28575">
              <a:solidFill>
                <a:srgbClr val="FAD60E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矩形: 圆角 63">
              <a:extLst>
                <a:ext uri="{FF2B5EF4-FFF2-40B4-BE49-F238E27FC236}">
                  <a16:creationId xmlns:a16="http://schemas.microsoft.com/office/drawing/2014/main" id="{69DD4182-727A-ACA7-A809-C7B7C7A03AC9}"/>
                </a:ext>
              </a:extLst>
            </p:cNvPr>
            <p:cNvSpPr/>
            <p:nvPr/>
          </p:nvSpPr>
          <p:spPr>
            <a:xfrm>
              <a:off x="6683924" y="1753955"/>
              <a:ext cx="194425" cy="102394"/>
            </a:xfrm>
            <a:prstGeom prst="round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sp>
        <p:nvSpPr>
          <p:cNvPr id="67" name="文本框 66">
            <a:extLst>
              <a:ext uri="{FF2B5EF4-FFF2-40B4-BE49-F238E27FC236}">
                <a16:creationId xmlns:a16="http://schemas.microsoft.com/office/drawing/2014/main" id="{0088E759-4D0F-7798-36E3-BC368A194CE8}"/>
              </a:ext>
            </a:extLst>
          </p:cNvPr>
          <p:cNvSpPr txBox="1"/>
          <p:nvPr/>
        </p:nvSpPr>
        <p:spPr>
          <a:xfrm>
            <a:off x="6639201" y="2882294"/>
            <a:ext cx="793558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500" dirty="0"/>
              <a:t>实体抽取</a:t>
            </a:r>
            <a:endParaRPr lang="en-US" altLang="zh-CN" sz="1500" dirty="0"/>
          </a:p>
          <a:p>
            <a:pPr algn="r"/>
            <a:r>
              <a:rPr lang="zh-CN" altLang="en-US" sz="1500" dirty="0"/>
              <a:t>关系链接</a:t>
            </a:r>
          </a:p>
        </p:txBody>
      </p: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C06FF7F7-C13F-522D-A334-1D04B3C66235}"/>
              </a:ext>
            </a:extLst>
          </p:cNvPr>
          <p:cNvCxnSpPr>
            <a:cxnSpLocks/>
          </p:cNvCxnSpPr>
          <p:nvPr/>
        </p:nvCxnSpPr>
        <p:spPr>
          <a:xfrm flipV="1">
            <a:off x="7588743" y="2059730"/>
            <a:ext cx="0" cy="738936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BC53446-4EF5-9409-7E88-E4C5F411E5E9}"/>
              </a:ext>
            </a:extLst>
          </p:cNvPr>
          <p:cNvCxnSpPr>
            <a:cxnSpLocks/>
          </p:cNvCxnSpPr>
          <p:nvPr/>
        </p:nvCxnSpPr>
        <p:spPr>
          <a:xfrm>
            <a:off x="7560171" y="2081027"/>
            <a:ext cx="1224000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2" name="图形 71">
            <a:extLst>
              <a:ext uri="{FF2B5EF4-FFF2-40B4-BE49-F238E27FC236}">
                <a16:creationId xmlns:a16="http://schemas.microsoft.com/office/drawing/2014/main" id="{C9072111-4647-8F01-6DB2-E839B38B8411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7843196" y="1339730"/>
            <a:ext cx="720000" cy="720000"/>
          </a:xfrm>
          <a:prstGeom prst="rect">
            <a:avLst/>
          </a:prstGeom>
        </p:spPr>
      </p:pic>
      <p:sp>
        <p:nvSpPr>
          <p:cNvPr id="83" name="文本框 82">
            <a:extLst>
              <a:ext uri="{FF2B5EF4-FFF2-40B4-BE49-F238E27FC236}">
                <a16:creationId xmlns:a16="http://schemas.microsoft.com/office/drawing/2014/main" id="{B95B88A6-9C57-2E5D-00B3-EBB805F9EA6A}"/>
              </a:ext>
            </a:extLst>
          </p:cNvPr>
          <p:cNvSpPr txBox="1"/>
          <p:nvPr/>
        </p:nvSpPr>
        <p:spPr>
          <a:xfrm>
            <a:off x="7833545" y="2243183"/>
            <a:ext cx="793558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500" dirty="0"/>
              <a:t>嵌入去重</a:t>
            </a:r>
            <a:endParaRPr lang="en-US" altLang="zh-CN" sz="1500" dirty="0"/>
          </a:p>
          <a:p>
            <a:pPr algn="r"/>
            <a:r>
              <a:rPr lang="zh-CN" altLang="en-US" sz="1500" dirty="0"/>
              <a:t>知识融合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8A8D82F9-4F24-1850-E537-0DE80C3FAB76}"/>
              </a:ext>
            </a:extLst>
          </p:cNvPr>
          <p:cNvCxnSpPr>
            <a:cxnSpLocks/>
          </p:cNvCxnSpPr>
          <p:nvPr/>
        </p:nvCxnSpPr>
        <p:spPr>
          <a:xfrm flipV="1">
            <a:off x="8759239" y="1369573"/>
            <a:ext cx="0" cy="738936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30207994-5735-CC86-8B56-C5B76C05027F}"/>
              </a:ext>
            </a:extLst>
          </p:cNvPr>
          <p:cNvCxnSpPr>
            <a:cxnSpLocks/>
          </p:cNvCxnSpPr>
          <p:nvPr/>
        </p:nvCxnSpPr>
        <p:spPr>
          <a:xfrm>
            <a:off x="8728703" y="1395227"/>
            <a:ext cx="1224000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D7FDBF94-A69E-9269-CAAD-ED7923FF2FE4}"/>
              </a:ext>
            </a:extLst>
          </p:cNvPr>
          <p:cNvSpPr txBox="1"/>
          <p:nvPr/>
        </p:nvSpPr>
        <p:spPr>
          <a:xfrm>
            <a:off x="8959192" y="1517492"/>
            <a:ext cx="793558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500" dirty="0"/>
              <a:t>诊断知识树状图谱</a:t>
            </a:r>
          </a:p>
        </p:txBody>
      </p: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2E0375CD-3054-DEB6-A388-BC65E4132FFD}"/>
              </a:ext>
            </a:extLst>
          </p:cNvPr>
          <p:cNvCxnSpPr>
            <a:cxnSpLocks/>
          </p:cNvCxnSpPr>
          <p:nvPr/>
        </p:nvCxnSpPr>
        <p:spPr>
          <a:xfrm flipV="1">
            <a:off x="3610703" y="1841916"/>
            <a:ext cx="7642338" cy="458148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2" name="图形 91">
            <a:extLst>
              <a:ext uri="{FF2B5EF4-FFF2-40B4-BE49-F238E27FC236}">
                <a16:creationId xmlns:a16="http://schemas.microsoft.com/office/drawing/2014/main" id="{2CC9B449-D71E-860D-527C-73C6C147A4A6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0258703" y="533085"/>
            <a:ext cx="720000" cy="720000"/>
          </a:xfrm>
          <a:prstGeom prst="rect">
            <a:avLst/>
          </a:prstGeom>
        </p:spPr>
      </p:pic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1F86B5BB-9A5A-20A8-1C81-AFFA6B2368F0}"/>
              </a:ext>
            </a:extLst>
          </p:cNvPr>
          <p:cNvCxnSpPr>
            <a:cxnSpLocks/>
          </p:cNvCxnSpPr>
          <p:nvPr/>
        </p:nvCxnSpPr>
        <p:spPr>
          <a:xfrm flipV="1">
            <a:off x="10085400" y="1369573"/>
            <a:ext cx="1066607" cy="8535"/>
          </a:xfrm>
          <a:prstGeom prst="line">
            <a:avLst/>
          </a:prstGeom>
          <a:ln w="571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07B35654-B38A-5554-ED0A-52CDA9038E19}"/>
              </a:ext>
            </a:extLst>
          </p:cNvPr>
          <p:cNvSpPr txBox="1"/>
          <p:nvPr/>
        </p:nvSpPr>
        <p:spPr>
          <a:xfrm>
            <a:off x="10258703" y="1494596"/>
            <a:ext cx="793558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zh-CN" altLang="en-US" sz="1500" dirty="0"/>
              <a:t>故障定位</a:t>
            </a:r>
          </a:p>
        </p:txBody>
      </p:sp>
    </p:spTree>
    <p:extLst>
      <p:ext uri="{BB962C8B-B14F-4D97-AF65-F5344CB8AC3E}">
        <p14:creationId xmlns:p14="http://schemas.microsoft.com/office/powerpoint/2010/main" val="17619494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45A65-AADF-095B-5407-434FA0429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38ABBDBC-0A35-379B-FD45-425248323003}"/>
              </a:ext>
            </a:extLst>
          </p:cNvPr>
          <p:cNvSpPr/>
          <p:nvPr/>
        </p:nvSpPr>
        <p:spPr>
          <a:xfrm>
            <a:off x="3127831" y="2521870"/>
            <a:ext cx="235670" cy="235670"/>
          </a:xfrm>
          <a:prstGeom prst="flowChartConnector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AAE8BC-8388-961A-0E5F-DFE2BFEFEA4F}"/>
              </a:ext>
            </a:extLst>
          </p:cNvPr>
          <p:cNvSpPr txBox="1"/>
          <p:nvPr/>
        </p:nvSpPr>
        <p:spPr>
          <a:xfrm>
            <a:off x="2870363" y="1980000"/>
            <a:ext cx="7489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dirty="0"/>
              <a:t>反作用轮</a:t>
            </a:r>
            <a:endParaRPr lang="en-US" altLang="zh-CN" sz="1100" dirty="0"/>
          </a:p>
          <a:p>
            <a:pPr algn="ctr"/>
            <a:r>
              <a:rPr lang="zh-CN" altLang="en-US" sz="1100" dirty="0"/>
              <a:t>力矩</a:t>
            </a:r>
          </a:p>
        </p:txBody>
      </p:sp>
      <p:sp>
        <p:nvSpPr>
          <p:cNvPr id="6" name="流程图: 接点 5">
            <a:extLst>
              <a:ext uri="{FF2B5EF4-FFF2-40B4-BE49-F238E27FC236}">
                <a16:creationId xmlns:a16="http://schemas.microsoft.com/office/drawing/2014/main" id="{9C17AABA-F115-13EE-6EA1-463F3E080084}"/>
              </a:ext>
            </a:extLst>
          </p:cNvPr>
          <p:cNvSpPr/>
          <p:nvPr/>
        </p:nvSpPr>
        <p:spPr>
          <a:xfrm>
            <a:off x="3827922" y="2525880"/>
            <a:ext cx="235670" cy="235670"/>
          </a:xfrm>
          <a:prstGeom prst="flowChartConnector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5539A9-AF15-EE25-221F-BE20C45D8116}"/>
              </a:ext>
            </a:extLst>
          </p:cNvPr>
          <p:cNvSpPr txBox="1"/>
          <p:nvPr/>
        </p:nvSpPr>
        <p:spPr>
          <a:xfrm>
            <a:off x="3641827" y="1980000"/>
            <a:ext cx="60785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dirty="0"/>
              <a:t>星敏</a:t>
            </a:r>
            <a:br>
              <a:rPr lang="en-US" altLang="zh-CN" sz="1100" dirty="0"/>
            </a:br>
            <a:r>
              <a:rPr lang="zh-CN" altLang="en-US" sz="1100" dirty="0"/>
              <a:t>姿态角</a:t>
            </a:r>
          </a:p>
        </p:txBody>
      </p:sp>
      <p:sp>
        <p:nvSpPr>
          <p:cNvPr id="8" name="流程图: 接点 7">
            <a:extLst>
              <a:ext uri="{FF2B5EF4-FFF2-40B4-BE49-F238E27FC236}">
                <a16:creationId xmlns:a16="http://schemas.microsoft.com/office/drawing/2014/main" id="{8DEF759E-2A8D-4DFB-F2A2-AE4B0DF15B47}"/>
              </a:ext>
            </a:extLst>
          </p:cNvPr>
          <p:cNvSpPr/>
          <p:nvPr/>
        </p:nvSpPr>
        <p:spPr>
          <a:xfrm>
            <a:off x="4633224" y="2525880"/>
            <a:ext cx="235670" cy="235670"/>
          </a:xfrm>
          <a:prstGeom prst="flowChartConnector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EFF437D-F483-528F-F7E1-D6A18CE92609}"/>
              </a:ext>
            </a:extLst>
          </p:cNvPr>
          <p:cNvSpPr txBox="1"/>
          <p:nvPr/>
        </p:nvSpPr>
        <p:spPr>
          <a:xfrm>
            <a:off x="4371239" y="1980000"/>
            <a:ext cx="7489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dirty="0"/>
              <a:t>太阳能板</a:t>
            </a:r>
            <a:endParaRPr lang="en-US" altLang="zh-CN" sz="1100" dirty="0"/>
          </a:p>
          <a:p>
            <a:pPr algn="ctr"/>
            <a:r>
              <a:rPr lang="zh-CN" altLang="en-US" sz="1100" dirty="0"/>
              <a:t>光生电流</a:t>
            </a:r>
          </a:p>
        </p:txBody>
      </p:sp>
      <p:sp>
        <p:nvSpPr>
          <p:cNvPr id="10" name="流程图: 接点 9">
            <a:extLst>
              <a:ext uri="{FF2B5EF4-FFF2-40B4-BE49-F238E27FC236}">
                <a16:creationId xmlns:a16="http://schemas.microsoft.com/office/drawing/2014/main" id="{399CC390-7A5F-96A9-0F55-857A88B27176}"/>
              </a:ext>
            </a:extLst>
          </p:cNvPr>
          <p:cNvSpPr/>
          <p:nvPr/>
        </p:nvSpPr>
        <p:spPr>
          <a:xfrm>
            <a:off x="5447557" y="2521870"/>
            <a:ext cx="235670" cy="235670"/>
          </a:xfrm>
          <a:prstGeom prst="flowChartConnector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3EE7098-344B-3722-527B-BF4839DB3070}"/>
              </a:ext>
            </a:extLst>
          </p:cNvPr>
          <p:cNvSpPr txBox="1"/>
          <p:nvPr/>
        </p:nvSpPr>
        <p:spPr>
          <a:xfrm>
            <a:off x="5143795" y="1980000"/>
            <a:ext cx="7489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dirty="0"/>
              <a:t>蓄电池组</a:t>
            </a:r>
            <a:endParaRPr lang="en-US" altLang="zh-CN" sz="1100" dirty="0"/>
          </a:p>
          <a:p>
            <a:pPr algn="ctr"/>
            <a:r>
              <a:rPr lang="zh-CN" altLang="en-US" sz="1100" dirty="0"/>
              <a:t>荷电状态</a:t>
            </a:r>
          </a:p>
        </p:txBody>
      </p:sp>
      <p:cxnSp>
        <p:nvCxnSpPr>
          <p:cNvPr id="13" name="直接箭头连接符 71">
            <a:extLst>
              <a:ext uri="{FF2B5EF4-FFF2-40B4-BE49-F238E27FC236}">
                <a16:creationId xmlns:a16="http://schemas.microsoft.com/office/drawing/2014/main" id="{62982E0D-4EB6-3D5C-8D9B-765FD4039B51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3363501" y="2639705"/>
            <a:ext cx="464421" cy="401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71">
            <a:extLst>
              <a:ext uri="{FF2B5EF4-FFF2-40B4-BE49-F238E27FC236}">
                <a16:creationId xmlns:a16="http://schemas.microsoft.com/office/drawing/2014/main" id="{9F1593A7-F734-3420-4F82-6F9063CED102}"/>
              </a:ext>
            </a:extLst>
          </p:cNvPr>
          <p:cNvCxnSpPr>
            <a:cxnSpLocks/>
            <a:stCxn id="6" idx="6"/>
            <a:endCxn id="8" idx="2"/>
          </p:cNvCxnSpPr>
          <p:nvPr/>
        </p:nvCxnSpPr>
        <p:spPr>
          <a:xfrm>
            <a:off x="4063592" y="2643715"/>
            <a:ext cx="5696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箭头连接符 71">
            <a:extLst>
              <a:ext uri="{FF2B5EF4-FFF2-40B4-BE49-F238E27FC236}">
                <a16:creationId xmlns:a16="http://schemas.microsoft.com/office/drawing/2014/main" id="{4F700A00-4E23-36C6-7F74-21F0AA801B7C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 flipV="1">
            <a:off x="4868894" y="2639705"/>
            <a:ext cx="578663" cy="401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流程图: 接点 28">
            <a:extLst>
              <a:ext uri="{FF2B5EF4-FFF2-40B4-BE49-F238E27FC236}">
                <a16:creationId xmlns:a16="http://schemas.microsoft.com/office/drawing/2014/main" id="{48B16BC6-E2D2-5B6C-851F-63D0FE498099}"/>
              </a:ext>
            </a:extLst>
          </p:cNvPr>
          <p:cNvSpPr/>
          <p:nvPr/>
        </p:nvSpPr>
        <p:spPr>
          <a:xfrm>
            <a:off x="3126989" y="3511685"/>
            <a:ext cx="235670" cy="235670"/>
          </a:xfrm>
          <a:prstGeom prst="flowChartConnector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81D51B7-FB53-56F7-2708-70E629A0F1FD}"/>
              </a:ext>
            </a:extLst>
          </p:cNvPr>
          <p:cNvSpPr txBox="1"/>
          <p:nvPr/>
        </p:nvSpPr>
        <p:spPr>
          <a:xfrm>
            <a:off x="2842649" y="3780000"/>
            <a:ext cx="88998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dirty="0"/>
              <a:t>推进器喷口</a:t>
            </a:r>
            <a:endParaRPr lang="en-US" altLang="zh-CN" sz="1100" dirty="0"/>
          </a:p>
          <a:p>
            <a:pPr algn="ctr"/>
            <a:r>
              <a:rPr lang="zh-CN" altLang="en-US" sz="1100" dirty="0"/>
              <a:t>流量</a:t>
            </a:r>
          </a:p>
        </p:txBody>
      </p:sp>
      <p:cxnSp>
        <p:nvCxnSpPr>
          <p:cNvPr id="31" name="直接箭头连接符 71">
            <a:extLst>
              <a:ext uri="{FF2B5EF4-FFF2-40B4-BE49-F238E27FC236}">
                <a16:creationId xmlns:a16="http://schemas.microsoft.com/office/drawing/2014/main" id="{2ACCFA7E-93A1-255D-42F7-9DDF4A6B5F1F}"/>
              </a:ext>
            </a:extLst>
          </p:cNvPr>
          <p:cNvCxnSpPr>
            <a:cxnSpLocks/>
            <a:stCxn id="29" idx="6"/>
            <a:endCxn id="36" idx="2"/>
          </p:cNvCxnSpPr>
          <p:nvPr/>
        </p:nvCxnSpPr>
        <p:spPr>
          <a:xfrm>
            <a:off x="3362659" y="3629520"/>
            <a:ext cx="46831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流程图: 接点 35">
            <a:extLst>
              <a:ext uri="{FF2B5EF4-FFF2-40B4-BE49-F238E27FC236}">
                <a16:creationId xmlns:a16="http://schemas.microsoft.com/office/drawing/2014/main" id="{F4EA847E-C758-7375-6515-A35496BD4DD4}"/>
              </a:ext>
            </a:extLst>
          </p:cNvPr>
          <p:cNvSpPr/>
          <p:nvPr/>
        </p:nvSpPr>
        <p:spPr>
          <a:xfrm>
            <a:off x="3830971" y="3511685"/>
            <a:ext cx="235670" cy="235670"/>
          </a:xfrm>
          <a:prstGeom prst="flowChartConnector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流程图: 接点 39">
            <a:extLst>
              <a:ext uri="{FF2B5EF4-FFF2-40B4-BE49-F238E27FC236}">
                <a16:creationId xmlns:a16="http://schemas.microsoft.com/office/drawing/2014/main" id="{46E44E1B-E0FF-C44B-6F0F-B8EF69BE3A5B}"/>
              </a:ext>
            </a:extLst>
          </p:cNvPr>
          <p:cNvSpPr/>
          <p:nvPr/>
        </p:nvSpPr>
        <p:spPr>
          <a:xfrm>
            <a:off x="4565433" y="3511685"/>
            <a:ext cx="235670" cy="235670"/>
          </a:xfrm>
          <a:prstGeom prst="flowChartConnector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1" name="直接箭头连接符 71">
            <a:extLst>
              <a:ext uri="{FF2B5EF4-FFF2-40B4-BE49-F238E27FC236}">
                <a16:creationId xmlns:a16="http://schemas.microsoft.com/office/drawing/2014/main" id="{97F1D4FD-321D-2A8D-A520-C625B7CF2F6F}"/>
              </a:ext>
            </a:extLst>
          </p:cNvPr>
          <p:cNvCxnSpPr>
            <a:cxnSpLocks/>
            <a:stCxn id="36" idx="6"/>
            <a:endCxn id="40" idx="2"/>
          </p:cNvCxnSpPr>
          <p:nvPr/>
        </p:nvCxnSpPr>
        <p:spPr>
          <a:xfrm>
            <a:off x="4066641" y="3629520"/>
            <a:ext cx="49879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6E957A14-A43E-BCA9-F30B-3DD2784A330A}"/>
              </a:ext>
            </a:extLst>
          </p:cNvPr>
          <p:cNvSpPr txBox="1"/>
          <p:nvPr/>
        </p:nvSpPr>
        <p:spPr>
          <a:xfrm>
            <a:off x="3679927" y="3780000"/>
            <a:ext cx="60785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dirty="0"/>
              <a:t>推力器</a:t>
            </a:r>
            <a:endParaRPr lang="en-US" altLang="zh-CN" sz="1100" dirty="0"/>
          </a:p>
          <a:p>
            <a:pPr algn="ctr"/>
            <a:r>
              <a:rPr lang="zh-CN" altLang="en-US" sz="1100" dirty="0"/>
              <a:t>推力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2249A48-6A22-0861-740B-F456A5FEFFC7}"/>
              </a:ext>
            </a:extLst>
          </p:cNvPr>
          <p:cNvSpPr txBox="1"/>
          <p:nvPr/>
        </p:nvSpPr>
        <p:spPr>
          <a:xfrm>
            <a:off x="4346907" y="3780000"/>
            <a:ext cx="74892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dirty="0"/>
              <a:t>推进系统</a:t>
            </a:r>
            <a:endParaRPr lang="en-US" altLang="zh-CN" sz="1100" dirty="0"/>
          </a:p>
          <a:p>
            <a:pPr algn="ctr"/>
            <a:r>
              <a:rPr lang="zh-CN" altLang="en-US" sz="1100" dirty="0"/>
              <a:t>机动速度</a:t>
            </a:r>
          </a:p>
        </p:txBody>
      </p:sp>
      <p:cxnSp>
        <p:nvCxnSpPr>
          <p:cNvPr id="46" name="直接箭头连接符 71">
            <a:extLst>
              <a:ext uri="{FF2B5EF4-FFF2-40B4-BE49-F238E27FC236}">
                <a16:creationId xmlns:a16="http://schemas.microsoft.com/office/drawing/2014/main" id="{AC7F41D7-8B7B-7E1D-A503-6E37B63D528C}"/>
              </a:ext>
            </a:extLst>
          </p:cNvPr>
          <p:cNvCxnSpPr>
            <a:cxnSpLocks/>
            <a:stCxn id="50" idx="3"/>
            <a:endCxn id="4" idx="2"/>
          </p:cNvCxnSpPr>
          <p:nvPr/>
        </p:nvCxnSpPr>
        <p:spPr>
          <a:xfrm>
            <a:off x="2722095" y="2637851"/>
            <a:ext cx="405736" cy="185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E54A7E75-3807-F158-BA0B-D64787DD0AD6}"/>
              </a:ext>
            </a:extLst>
          </p:cNvPr>
          <p:cNvSpPr txBox="1"/>
          <p:nvPr/>
        </p:nvSpPr>
        <p:spPr>
          <a:xfrm>
            <a:off x="2380335" y="2376241"/>
            <a:ext cx="341760" cy="523220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>
                <a:solidFill>
                  <a:srgbClr val="C00000"/>
                </a:solidFill>
              </a:rPr>
              <a:t>?</a:t>
            </a:r>
            <a:endParaRPr lang="zh-CN" altLang="en-US" sz="2800" dirty="0">
              <a:solidFill>
                <a:srgbClr val="C00000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8812DBC2-252F-3AA2-08EA-C29A43E754B2}"/>
              </a:ext>
            </a:extLst>
          </p:cNvPr>
          <p:cNvSpPr txBox="1"/>
          <p:nvPr/>
        </p:nvSpPr>
        <p:spPr>
          <a:xfrm>
            <a:off x="2366609" y="3362948"/>
            <a:ext cx="341760" cy="523220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>
                <a:solidFill>
                  <a:srgbClr val="C00000"/>
                </a:solidFill>
              </a:rPr>
              <a:t>?</a:t>
            </a:r>
            <a:endParaRPr lang="zh-CN" altLang="en-US" sz="2800" dirty="0">
              <a:solidFill>
                <a:srgbClr val="C00000"/>
              </a:solidFill>
            </a:endParaRPr>
          </a:p>
        </p:txBody>
      </p:sp>
      <p:cxnSp>
        <p:nvCxnSpPr>
          <p:cNvPr id="52" name="直接箭头连接符 71">
            <a:extLst>
              <a:ext uri="{FF2B5EF4-FFF2-40B4-BE49-F238E27FC236}">
                <a16:creationId xmlns:a16="http://schemas.microsoft.com/office/drawing/2014/main" id="{45BB204F-2A0D-89C3-345E-394959E168A1}"/>
              </a:ext>
            </a:extLst>
          </p:cNvPr>
          <p:cNvCxnSpPr>
            <a:cxnSpLocks/>
            <a:stCxn id="51" idx="3"/>
            <a:endCxn id="29" idx="2"/>
          </p:cNvCxnSpPr>
          <p:nvPr/>
        </p:nvCxnSpPr>
        <p:spPr>
          <a:xfrm>
            <a:off x="2708369" y="3624558"/>
            <a:ext cx="418620" cy="496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流程图: 接点 60">
            <a:extLst>
              <a:ext uri="{FF2B5EF4-FFF2-40B4-BE49-F238E27FC236}">
                <a16:creationId xmlns:a16="http://schemas.microsoft.com/office/drawing/2014/main" id="{2B914924-9158-ECFC-C3E2-BD6ABAF3CDA2}"/>
              </a:ext>
            </a:extLst>
          </p:cNvPr>
          <p:cNvSpPr/>
          <p:nvPr/>
        </p:nvSpPr>
        <p:spPr>
          <a:xfrm>
            <a:off x="5454560" y="3511685"/>
            <a:ext cx="235670" cy="235670"/>
          </a:xfrm>
          <a:prstGeom prst="flowChartConnector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62" name="直接箭头连接符 71">
            <a:extLst>
              <a:ext uri="{FF2B5EF4-FFF2-40B4-BE49-F238E27FC236}">
                <a16:creationId xmlns:a16="http://schemas.microsoft.com/office/drawing/2014/main" id="{19BE48E5-91A3-8EFD-B7B4-0A13D48A5B92}"/>
              </a:ext>
            </a:extLst>
          </p:cNvPr>
          <p:cNvCxnSpPr>
            <a:cxnSpLocks/>
            <a:stCxn id="40" idx="6"/>
            <a:endCxn id="61" idx="2"/>
          </p:cNvCxnSpPr>
          <p:nvPr/>
        </p:nvCxnSpPr>
        <p:spPr>
          <a:xfrm>
            <a:off x="4801103" y="3629520"/>
            <a:ext cx="65345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59E9ADED-2E91-23AF-4E93-A3BD63524CA4}"/>
              </a:ext>
            </a:extLst>
          </p:cNvPr>
          <p:cNvSpPr txBox="1"/>
          <p:nvPr/>
        </p:nvSpPr>
        <p:spPr>
          <a:xfrm>
            <a:off x="5306795" y="3780000"/>
            <a:ext cx="60785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dirty="0"/>
              <a:t>轨道</a:t>
            </a:r>
            <a:endParaRPr lang="en-US" altLang="zh-CN" sz="1100" dirty="0"/>
          </a:p>
          <a:p>
            <a:pPr algn="ctr"/>
            <a:r>
              <a:rPr lang="zh-CN" altLang="en-US" sz="1100" dirty="0"/>
              <a:t>半长轴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FAF75D31-80A3-1085-8E39-AA92DDB30F6C}"/>
              </a:ext>
            </a:extLst>
          </p:cNvPr>
          <p:cNvSpPr txBox="1"/>
          <p:nvPr/>
        </p:nvSpPr>
        <p:spPr>
          <a:xfrm>
            <a:off x="6021778" y="2480002"/>
            <a:ext cx="902811" cy="307777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solidFill>
                  <a:srgbClr val="C00000"/>
                </a:solidFill>
              </a:rPr>
              <a:t>电量耗尽</a:t>
            </a:r>
          </a:p>
        </p:txBody>
      </p:sp>
      <p:cxnSp>
        <p:nvCxnSpPr>
          <p:cNvPr id="70" name="直接箭头连接符 71">
            <a:extLst>
              <a:ext uri="{FF2B5EF4-FFF2-40B4-BE49-F238E27FC236}">
                <a16:creationId xmlns:a16="http://schemas.microsoft.com/office/drawing/2014/main" id="{C1A21B2F-C69B-CBA4-5AB4-5C4C55C06070}"/>
              </a:ext>
            </a:extLst>
          </p:cNvPr>
          <p:cNvCxnSpPr>
            <a:cxnSpLocks/>
            <a:stCxn id="10" idx="6"/>
            <a:endCxn id="69" idx="1"/>
          </p:cNvCxnSpPr>
          <p:nvPr/>
        </p:nvCxnSpPr>
        <p:spPr>
          <a:xfrm flipV="1">
            <a:off x="5683227" y="2633891"/>
            <a:ext cx="338551" cy="581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箭头连接符 71">
            <a:extLst>
              <a:ext uri="{FF2B5EF4-FFF2-40B4-BE49-F238E27FC236}">
                <a16:creationId xmlns:a16="http://schemas.microsoft.com/office/drawing/2014/main" id="{45C28FD8-3737-03AF-3385-AB13B5A8A173}"/>
              </a:ext>
            </a:extLst>
          </p:cNvPr>
          <p:cNvCxnSpPr>
            <a:cxnSpLocks/>
            <a:stCxn id="61" idx="6"/>
            <a:endCxn id="82" idx="1"/>
          </p:cNvCxnSpPr>
          <p:nvPr/>
        </p:nvCxnSpPr>
        <p:spPr>
          <a:xfrm>
            <a:off x="5690230" y="3629520"/>
            <a:ext cx="308538" cy="596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B77E592E-0F3C-0C89-E370-786C33A940E8}"/>
              </a:ext>
            </a:extLst>
          </p:cNvPr>
          <p:cNvSpPr txBox="1"/>
          <p:nvPr/>
        </p:nvSpPr>
        <p:spPr>
          <a:xfrm>
            <a:off x="5998768" y="3481597"/>
            <a:ext cx="902811" cy="307777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solidFill>
                  <a:srgbClr val="C00000"/>
                </a:solidFill>
              </a:rPr>
              <a:t>跟踪丢失</a:t>
            </a:r>
          </a:p>
        </p:txBody>
      </p:sp>
    </p:spTree>
    <p:extLst>
      <p:ext uri="{BB962C8B-B14F-4D97-AF65-F5344CB8AC3E}">
        <p14:creationId xmlns:p14="http://schemas.microsoft.com/office/powerpoint/2010/main" val="12071952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4D6A0E8-6C59-2605-37D3-2035E30CD2C6}"/>
              </a:ext>
            </a:extLst>
          </p:cNvPr>
          <p:cNvSpPr txBox="1"/>
          <p:nvPr/>
        </p:nvSpPr>
        <p:spPr>
          <a:xfrm>
            <a:off x="2771481" y="2121031"/>
            <a:ext cx="494907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到</a:t>
            </a:r>
            <a:r>
              <a:rPr lang="en-US" altLang="zh-CN" sz="1600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2027</a:t>
            </a:r>
            <a:r>
              <a:rPr lang="zh-CN" altLang="en-US" sz="1600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年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，率先实现人工智能与</a:t>
            </a:r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大重点领域广泛深度融合，新一代智能终端、智能体等</a:t>
            </a:r>
            <a:r>
              <a:rPr lang="zh-CN" altLang="en-US" sz="1600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应用普及率超</a:t>
            </a:r>
            <a:r>
              <a:rPr lang="en-US" altLang="zh-CN" sz="1600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70%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，智能经济核心产业规模快速增长，人工智能在公共治理中的作用明显增强，人工智能开放合作体系不断完善。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到</a:t>
            </a:r>
            <a:r>
              <a:rPr lang="en-US" altLang="zh-CN" sz="1600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2030</a:t>
            </a:r>
            <a:r>
              <a:rPr lang="zh-CN" altLang="en-US" sz="1600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年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，我国人工智能全面赋能高质量发展，新一代智能终端、智能体等</a:t>
            </a:r>
            <a:r>
              <a:rPr lang="zh-CN" altLang="en-US" sz="1600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应用普及率超</a:t>
            </a:r>
            <a:r>
              <a:rPr lang="en-US" altLang="zh-CN" sz="1600" dirty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90%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，智能经济成为我国经济发展的重要增长极，推动技术普惠和成果共享。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8466398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FEC8064D-D2AB-F257-1FE6-0598AE9459ED}"/>
              </a:ext>
            </a:extLst>
          </p:cNvPr>
          <p:cNvCxnSpPr>
            <a:cxnSpLocks/>
          </p:cNvCxnSpPr>
          <p:nvPr/>
        </p:nvCxnSpPr>
        <p:spPr>
          <a:xfrm>
            <a:off x="1414258" y="1578027"/>
            <a:ext cx="7871144" cy="0"/>
          </a:xfrm>
          <a:prstGeom prst="straightConnector1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94F7C46-6682-D9C6-2B8E-D77D7D6E3E20}"/>
              </a:ext>
            </a:extLst>
          </p:cNvPr>
          <p:cNvCxnSpPr>
            <a:cxnSpLocks/>
          </p:cNvCxnSpPr>
          <p:nvPr/>
        </p:nvCxnSpPr>
        <p:spPr>
          <a:xfrm>
            <a:off x="1414258" y="2511280"/>
            <a:ext cx="7871144" cy="0"/>
          </a:xfrm>
          <a:prstGeom prst="straightConnector1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42AE373-EE88-C987-0483-967974795A46}"/>
              </a:ext>
            </a:extLst>
          </p:cNvPr>
          <p:cNvCxnSpPr>
            <a:cxnSpLocks/>
          </p:cNvCxnSpPr>
          <p:nvPr/>
        </p:nvCxnSpPr>
        <p:spPr>
          <a:xfrm>
            <a:off x="1414258" y="3501091"/>
            <a:ext cx="7871144" cy="0"/>
          </a:xfrm>
          <a:prstGeom prst="straightConnector1">
            <a:avLst/>
          </a:prstGeom>
          <a:ln w="28575">
            <a:solidFill>
              <a:schemeClr val="tx1">
                <a:lumMod val="50000"/>
                <a:lumOff val="50000"/>
              </a:schemeClr>
            </a:solidFill>
            <a:prstDash val="dash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AB3B2BA8-502D-BCB6-9865-E69EA42B9A67}"/>
              </a:ext>
            </a:extLst>
          </p:cNvPr>
          <p:cNvSpPr txBox="1"/>
          <p:nvPr/>
        </p:nvSpPr>
        <p:spPr>
          <a:xfrm flipH="1">
            <a:off x="4547457" y="1098790"/>
            <a:ext cx="2102113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什么是一个数据仓库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56C7B57-9702-96A4-1EE3-111896A85210}"/>
              </a:ext>
            </a:extLst>
          </p:cNvPr>
          <p:cNvSpPr txBox="1"/>
          <p:nvPr/>
        </p:nvSpPr>
        <p:spPr>
          <a:xfrm>
            <a:off x="2081374" y="1857770"/>
            <a:ext cx="1236861" cy="369332"/>
          </a:xfrm>
          <a:prstGeom prst="rect">
            <a:avLst/>
          </a:prstGeom>
          <a:solidFill>
            <a:srgbClr val="66FF99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什么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是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BEC45DF-AADC-39CB-0A8B-AC64C94B1526}"/>
              </a:ext>
            </a:extLst>
          </p:cNvPr>
          <p:cNvSpPr txBox="1"/>
          <p:nvPr/>
        </p:nvSpPr>
        <p:spPr>
          <a:xfrm>
            <a:off x="3929027" y="1857770"/>
            <a:ext cx="1236861" cy="369332"/>
          </a:xfrm>
          <a:prstGeom prst="rect">
            <a:avLst/>
          </a:prstGeom>
          <a:solidFill>
            <a:srgbClr val="66FF99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是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一个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EE83317-B9A6-4F06-E671-C94FB21C26F0}"/>
              </a:ext>
            </a:extLst>
          </p:cNvPr>
          <p:cNvSpPr txBox="1"/>
          <p:nvPr/>
        </p:nvSpPr>
        <p:spPr>
          <a:xfrm>
            <a:off x="5776680" y="1857770"/>
            <a:ext cx="1236861" cy="369332"/>
          </a:xfrm>
          <a:prstGeom prst="rect">
            <a:avLst/>
          </a:prstGeom>
          <a:solidFill>
            <a:srgbClr val="66FF99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一个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数据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4A46B36-4378-3432-FA94-AA7FF6A59993}"/>
              </a:ext>
            </a:extLst>
          </p:cNvPr>
          <p:cNvSpPr txBox="1"/>
          <p:nvPr/>
        </p:nvSpPr>
        <p:spPr>
          <a:xfrm>
            <a:off x="7624333" y="1857770"/>
            <a:ext cx="1236861" cy="369332"/>
          </a:xfrm>
          <a:prstGeom prst="rect">
            <a:avLst/>
          </a:prstGeom>
          <a:solidFill>
            <a:srgbClr val="66FF99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数据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仓库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F74CFAB-49BC-2098-72F5-A04B32EEF1D3}"/>
              </a:ext>
            </a:extLst>
          </p:cNvPr>
          <p:cNvSpPr txBox="1"/>
          <p:nvPr/>
        </p:nvSpPr>
        <p:spPr>
          <a:xfrm>
            <a:off x="2511559" y="2774784"/>
            <a:ext cx="1604216" cy="369332"/>
          </a:xfrm>
          <a:prstGeom prst="rect">
            <a:avLst/>
          </a:prstGeom>
          <a:solidFill>
            <a:srgbClr val="33CCFF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什么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是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一个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E0F64F1-01A8-DA3C-1D79-7FC284976EB2}"/>
              </a:ext>
            </a:extLst>
          </p:cNvPr>
          <p:cNvSpPr txBox="1"/>
          <p:nvPr/>
        </p:nvSpPr>
        <p:spPr>
          <a:xfrm>
            <a:off x="4751173" y="2791022"/>
            <a:ext cx="1604216" cy="369332"/>
          </a:xfrm>
          <a:prstGeom prst="rect">
            <a:avLst/>
          </a:prstGeom>
          <a:solidFill>
            <a:srgbClr val="33CCFF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是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一个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数据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B5EEA0E-4CEE-E952-8CCE-4DF05CCE393C}"/>
              </a:ext>
            </a:extLst>
          </p:cNvPr>
          <p:cNvSpPr txBox="1"/>
          <p:nvPr/>
        </p:nvSpPr>
        <p:spPr>
          <a:xfrm>
            <a:off x="6832773" y="2791022"/>
            <a:ext cx="1802180" cy="369332"/>
          </a:xfrm>
          <a:prstGeom prst="rect">
            <a:avLst/>
          </a:prstGeom>
          <a:solidFill>
            <a:srgbClr val="33CCFF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一个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数据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仓库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3ED16F9-A2C3-6485-8C0A-EB02626ABB58}"/>
              </a:ext>
            </a:extLst>
          </p:cNvPr>
          <p:cNvSpPr txBox="1"/>
          <p:nvPr/>
        </p:nvSpPr>
        <p:spPr>
          <a:xfrm>
            <a:off x="3242821" y="3816044"/>
            <a:ext cx="2168165" cy="369332"/>
          </a:xfrm>
          <a:prstGeom prst="rect">
            <a:avLst/>
          </a:prstGeom>
          <a:solidFill>
            <a:srgbClr val="FFFF00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什么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是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一个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数据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CD8061A-B31C-7D24-795E-68614DD94C59}"/>
              </a:ext>
            </a:extLst>
          </p:cNvPr>
          <p:cNvSpPr txBox="1"/>
          <p:nvPr/>
        </p:nvSpPr>
        <p:spPr>
          <a:xfrm>
            <a:off x="5995448" y="3816044"/>
            <a:ext cx="2168165" cy="369332"/>
          </a:xfrm>
          <a:prstGeom prst="rect">
            <a:avLst/>
          </a:prstGeom>
          <a:solidFill>
            <a:srgbClr val="FFFF00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是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一个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数据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|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仓库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EC2E723-8AEE-EB10-F070-13107059DBCA}"/>
              </a:ext>
            </a:extLst>
          </p:cNvPr>
          <p:cNvSpPr txBox="1"/>
          <p:nvPr/>
        </p:nvSpPr>
        <p:spPr>
          <a:xfrm flipH="1">
            <a:off x="1032591" y="1214609"/>
            <a:ext cx="76333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搜索词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86871-B47C-E220-B03E-C06B1CED29E2}"/>
              </a:ext>
            </a:extLst>
          </p:cNvPr>
          <p:cNvSpPr txBox="1"/>
          <p:nvPr/>
        </p:nvSpPr>
        <p:spPr>
          <a:xfrm flipH="1">
            <a:off x="1012644" y="1941446"/>
            <a:ext cx="76333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2-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词组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9136A37-32B8-C72A-A100-7C364025EC8A}"/>
              </a:ext>
            </a:extLst>
          </p:cNvPr>
          <p:cNvSpPr txBox="1"/>
          <p:nvPr/>
        </p:nvSpPr>
        <p:spPr>
          <a:xfrm flipH="1">
            <a:off x="1012644" y="2867117"/>
            <a:ext cx="76333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3-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词组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402BE649-FC22-FD50-5F2E-CE498318CA25}"/>
              </a:ext>
            </a:extLst>
          </p:cNvPr>
          <p:cNvSpPr txBox="1"/>
          <p:nvPr/>
        </p:nvSpPr>
        <p:spPr>
          <a:xfrm flipH="1">
            <a:off x="1012644" y="3841829"/>
            <a:ext cx="76333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4-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词组</a:t>
            </a:r>
          </a:p>
        </p:txBody>
      </p:sp>
    </p:spTree>
    <p:extLst>
      <p:ext uri="{BB962C8B-B14F-4D97-AF65-F5344CB8AC3E}">
        <p14:creationId xmlns:p14="http://schemas.microsoft.com/office/powerpoint/2010/main" val="14535245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>
            <a:latin typeface="宋体" panose="02010600030101010101" pitchFamily="2" charset="-122"/>
            <a:ea typeface="宋体" panose="02010600030101010101" pitchFamily="2" charset="-122"/>
          </a:defRPr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14238</TotalTime>
  <Words>5467</Words>
  <Application>Microsoft Office PowerPoint</Application>
  <PresentationFormat>宽屏</PresentationFormat>
  <Paragraphs>2570</Paragraphs>
  <Slides>128</Slides>
  <Notes>6</Notes>
  <HiddenSlides>0</HiddenSlides>
  <MMClips>0</MMClips>
  <ScaleCrop>false</ScaleCrop>
  <HeadingPairs>
    <vt:vector size="8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128</vt:i4>
      </vt:variant>
    </vt:vector>
  </HeadingPairs>
  <TitlesOfParts>
    <vt:vector size="140" baseType="lpstr">
      <vt:lpstr>Microsoft YaHei Light</vt:lpstr>
      <vt:lpstr>等线</vt:lpstr>
      <vt:lpstr>等线 Light</vt:lpstr>
      <vt:lpstr>楷体</vt:lpstr>
      <vt:lpstr>宋体</vt:lpstr>
      <vt:lpstr>微软雅黑</vt:lpstr>
      <vt:lpstr>Arial</vt:lpstr>
      <vt:lpstr>Calibri</vt:lpstr>
      <vt:lpstr>Cambria Math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yuanhang deng</dc:creator>
  <cp:lastModifiedBy>yuanhang deng</cp:lastModifiedBy>
  <cp:revision>203</cp:revision>
  <dcterms:created xsi:type="dcterms:W3CDTF">2024-05-03T09:17:49Z</dcterms:created>
  <dcterms:modified xsi:type="dcterms:W3CDTF">2025-11-07T13:38:16Z</dcterms:modified>
</cp:coreProperties>
</file>